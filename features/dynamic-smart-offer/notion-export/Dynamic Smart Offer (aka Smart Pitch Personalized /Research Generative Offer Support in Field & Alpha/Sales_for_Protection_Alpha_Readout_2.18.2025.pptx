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F5_98DB5C5.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8"/>
  </p:notesMasterIdLst>
  <p:handoutMasterIdLst>
    <p:handoutMasterId r:id="rId29"/>
  </p:handoutMasterIdLst>
  <p:sldIdLst>
    <p:sldId id="488" r:id="rId5"/>
    <p:sldId id="497" r:id="rId6"/>
    <p:sldId id="519" r:id="rId7"/>
    <p:sldId id="520" r:id="rId8"/>
    <p:sldId id="521" r:id="rId9"/>
    <p:sldId id="512" r:id="rId10"/>
    <p:sldId id="522" r:id="rId11"/>
    <p:sldId id="510" r:id="rId12"/>
    <p:sldId id="517" r:id="rId13"/>
    <p:sldId id="518" r:id="rId14"/>
    <p:sldId id="495" r:id="rId15"/>
    <p:sldId id="502" r:id="rId16"/>
    <p:sldId id="279" r:id="rId17"/>
    <p:sldId id="507" r:id="rId18"/>
    <p:sldId id="498" r:id="rId19"/>
    <p:sldId id="508" r:id="rId20"/>
    <p:sldId id="514" r:id="rId21"/>
    <p:sldId id="501" r:id="rId22"/>
    <p:sldId id="511" r:id="rId23"/>
    <p:sldId id="503" r:id="rId24"/>
    <p:sldId id="513" r:id="rId25"/>
    <p:sldId id="504" r:id="rId26"/>
    <p:sldId id="49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63E339B-74BA-3F49-9B38-28641FCDC659}">
          <p14:sldIdLst>
            <p14:sldId id="488"/>
            <p14:sldId id="497"/>
          </p14:sldIdLst>
        </p14:section>
        <p14:section name="Leaderboard" id="{4F26ECDE-06CF-44B0-8A6B-BC6B3F1E4A91}">
          <p14:sldIdLst>
            <p14:sldId id="519"/>
          </p14:sldIdLst>
        </p14:section>
        <p14:section name="Sales Offer Prompt" id="{9333DEEB-C586-423A-896C-F910D8AED21F}">
          <p14:sldIdLst>
            <p14:sldId id="520"/>
            <p14:sldId id="521"/>
            <p14:sldId id="512"/>
            <p14:sldId id="522"/>
            <p14:sldId id="510"/>
            <p14:sldId id="517"/>
            <p14:sldId id="518"/>
            <p14:sldId id="495"/>
            <p14:sldId id="502"/>
            <p14:sldId id="279"/>
            <p14:sldId id="507"/>
            <p14:sldId id="498"/>
            <p14:sldId id="508"/>
            <p14:sldId id="514"/>
            <p14:sldId id="501"/>
            <p14:sldId id="511"/>
            <p14:sldId id="503"/>
            <p14:sldId id="513"/>
            <p14:sldId id="504"/>
            <p14:sldId id="49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978C348-63C7-EE28-E21B-DC0B9E863561}" name="Appukuttan, Ajith" initials="" userId="S::AJITH.APPUKUTTAN@asurion.com::6a507ac9-ec03-4620-91ea-9be08739d6a1" providerId="AD"/>
  <p188:author id="{8F1B849E-C730-7285-11A6-003CB7DE946D}" name="Williams, Alvatti" initials="" userId="S::Alvatti.Williams@asurion.com::659dbbc6-23e8-446c-af57-04881687ae5d" providerId="AD"/>
  <p188:author id="{091773BB-1183-D2C7-2E02-ACBA751AADB9}" name="Appukuttan, Ajith" initials="AA" userId="S::ajith.appukuttan@asurion.com::6a507ac9-ec03-4620-91ea-9be08739d6a1" providerId="AD"/>
  <p188:author id="{2F0A2BE7-FAE3-CF02-3D89-42F8E74AAF6D}" name="Silvey, Rachel" initials="RS" userId="S::Rachel.Silvey@asurion.com::4d8ea56d-7890-43b8-a54e-4a692aa08b84" providerId="AD"/>
  <p188:author id="{2A12A4E9-0AFC-EF50-E285-ED02EFABD57F}" name="Adiki, Madhu" initials="MA" userId="S::MadhuBabu.Adiki@asurion.com::068180b0-f3e6-43c4-a6d3-09e9dbd4bc3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EFAC3"/>
    <a:srgbClr val="FE58F2"/>
    <a:srgbClr val="FF33CC"/>
    <a:srgbClr val="000000"/>
    <a:srgbClr val="A5AA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A602E4-93DC-0A46-8D0C-B820ECE5226C}" v="2567" dt="2025-02-18T15:57:07.763"/>
    <p1510:client id="{C80ED7CC-45CD-E436-6AF8-1B1F7D96E746}" v="71" dt="2025-02-17T22:25:03.024"/>
    <p1510:client id="{C8CFD2C9-E001-48F3-9C33-FDCCA8246381}" v="869" dt="2025-02-18T13:19:29.453"/>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1"/>
  </p:normalViewPr>
  <p:slideViewPr>
    <p:cSldViewPr snapToGrid="0">
      <p:cViewPr varScale="1">
        <p:scale>
          <a:sx n="111" d="100"/>
          <a:sy n="111" d="100"/>
        </p:scale>
        <p:origin x="536" y="20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4.xml"/></Relationships>
</file>

<file path=ppt/comments/modernComment_1F5_98DB5C5.xml><?xml version="1.0" encoding="utf-8"?>
<p188:cmLst xmlns:a="http://schemas.openxmlformats.org/drawingml/2006/main" xmlns:r="http://schemas.openxmlformats.org/officeDocument/2006/relationships" xmlns:p188="http://schemas.microsoft.com/office/powerpoint/2018/8/main">
  <p188:cm id="{41616DC8-1B31-45B9-BF38-AC76F7B34812}" authorId="{2F0A2BE7-FAE3-CF02-3D89-42F8E74AAF6D}" created="2025-02-17T17:48:16.028">
    <ac:deMkLst xmlns:ac="http://schemas.microsoft.com/office/drawing/2013/main/command">
      <pc:docMk xmlns:pc="http://schemas.microsoft.com/office/powerpoint/2013/main/command"/>
      <pc:sldMk xmlns:pc="http://schemas.microsoft.com/office/powerpoint/2013/main/command" cId="160282053" sldId="501"/>
      <ac:spMk id="6" creationId="{96D65947-77A5-58C9-5747-D79BB6B96ED1}"/>
    </ac:deMkLst>
    <p188:txBody>
      <a:bodyPr/>
      <a:lstStyle/>
      <a:p>
        <a:r>
          <a:rPr lang="en-US"/>
          <a:t>[@Wyatt, Nick]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DE6DC2-6067-46EA-B608-BA7E64189F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FA9CA2D-AC1D-4B27-B9D5-16EBA61105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7FE96D-8EC8-4292-BAAE-A55A336ED07C}" type="datetimeFigureOut">
              <a:rPr lang="en-US"/>
              <a:t>2/18/25</a:t>
            </a:fld>
            <a:endParaRPr/>
          </a:p>
        </p:txBody>
      </p:sp>
      <p:sp>
        <p:nvSpPr>
          <p:cNvPr id="4" name="Footer Placeholder 3">
            <a:extLst>
              <a:ext uri="{FF2B5EF4-FFF2-40B4-BE49-F238E27FC236}">
                <a16:creationId xmlns:a16="http://schemas.microsoft.com/office/drawing/2014/main" id="{7A23A708-1A6B-4DB5-8650-9661A2208D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a:extLst>
              <a:ext uri="{FF2B5EF4-FFF2-40B4-BE49-F238E27FC236}">
                <a16:creationId xmlns:a16="http://schemas.microsoft.com/office/drawing/2014/main" id="{7770A0E8-68E8-4775-9EF1-8405EEC5ECE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CB4F00-DB39-4F0C-9181-31390C0A8E97}" type="slidenum">
              <a:rPr/>
              <a:t>‹#›</a:t>
            </a:fld>
            <a:endParaRPr/>
          </a:p>
        </p:txBody>
      </p:sp>
    </p:spTree>
    <p:extLst>
      <p:ext uri="{BB962C8B-B14F-4D97-AF65-F5344CB8AC3E}">
        <p14:creationId xmlns:p14="http://schemas.microsoft.com/office/powerpoint/2010/main" val="33204167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206229-C8FA-43CA-B7DE-94022F679DA9}" type="datetimeFigureOut">
              <a:rPr lang="en-US"/>
              <a:t>2/18/25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3EAB8-BD40-419B-B560-8622ED1038D3}" type="slidenum">
              <a:rPr/>
              <a:t>‹#›</a:t>
            </a:fld>
            <a:endParaRPr/>
          </a:p>
        </p:txBody>
      </p:sp>
    </p:spTree>
    <p:extLst>
      <p:ext uri="{BB962C8B-B14F-4D97-AF65-F5344CB8AC3E}">
        <p14:creationId xmlns:p14="http://schemas.microsoft.com/office/powerpoint/2010/main" val="3375934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30340-37FA-8702-4A1C-1B15BB8B1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37EA4-B145-9624-106C-7D8CAE84D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E41AE-28DC-ACBD-6D26-4E7E2F0BD1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754BC1-1228-F4D0-6BB7-B13B33BC75D4}"/>
              </a:ext>
            </a:extLst>
          </p:cNvPr>
          <p:cNvSpPr>
            <a:spLocks noGrp="1"/>
          </p:cNvSpPr>
          <p:nvPr>
            <p:ph type="sldNum" sz="quarter" idx="5"/>
          </p:nvPr>
        </p:nvSpPr>
        <p:spPr/>
        <p:txBody>
          <a:bodyPr/>
          <a:lstStyle/>
          <a:p>
            <a:fld id="{8A03EAB8-BD40-419B-B560-8622ED1038D3}" type="slidenum">
              <a:rPr lang="en-US" smtClean="0"/>
              <a:t>5</a:t>
            </a:fld>
            <a:endParaRPr lang="en-US"/>
          </a:p>
        </p:txBody>
      </p:sp>
    </p:spTree>
    <p:extLst>
      <p:ext uri="{BB962C8B-B14F-4D97-AF65-F5344CB8AC3E}">
        <p14:creationId xmlns:p14="http://schemas.microsoft.com/office/powerpoint/2010/main" val="1681320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1A2BA-7D45-64BA-44E2-B788B5E61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01147-F68B-B01B-2103-563D28F4E5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C685F9-CB87-89C2-D3EB-47944E87C9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6F91D0-4AD5-98D6-7E26-205E2064F3E1}"/>
              </a:ext>
            </a:extLst>
          </p:cNvPr>
          <p:cNvSpPr>
            <a:spLocks noGrp="1"/>
          </p:cNvSpPr>
          <p:nvPr>
            <p:ph type="sldNum" sz="quarter" idx="5"/>
          </p:nvPr>
        </p:nvSpPr>
        <p:spPr/>
        <p:txBody>
          <a:bodyPr/>
          <a:lstStyle/>
          <a:p>
            <a:fld id="{8A03EAB8-BD40-419B-B560-8622ED1038D3}" type="slidenum">
              <a:rPr lang="en-US" smtClean="0"/>
              <a:t>6</a:t>
            </a:fld>
            <a:endParaRPr lang="en-US"/>
          </a:p>
        </p:txBody>
      </p:sp>
    </p:spTree>
    <p:extLst>
      <p:ext uri="{BB962C8B-B14F-4D97-AF65-F5344CB8AC3E}">
        <p14:creationId xmlns:p14="http://schemas.microsoft.com/office/powerpoint/2010/main" val="4156645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54503-5F5C-BCF5-B0C7-C2C69731E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3D97D-539B-2517-DE83-371C3C80E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6E3EC-B6B9-8737-E2DF-BF6F23B013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B246E1-A161-1C0C-CB37-C947E4B98CE2}"/>
              </a:ext>
            </a:extLst>
          </p:cNvPr>
          <p:cNvSpPr>
            <a:spLocks noGrp="1"/>
          </p:cNvSpPr>
          <p:nvPr>
            <p:ph type="sldNum" sz="quarter" idx="5"/>
          </p:nvPr>
        </p:nvSpPr>
        <p:spPr/>
        <p:txBody>
          <a:bodyPr/>
          <a:lstStyle/>
          <a:p>
            <a:fld id="{8A03EAB8-BD40-419B-B560-8622ED1038D3}" type="slidenum">
              <a:rPr lang="en-US" smtClean="0"/>
              <a:t>7</a:t>
            </a:fld>
            <a:endParaRPr lang="en-US"/>
          </a:p>
        </p:txBody>
      </p:sp>
    </p:spTree>
    <p:extLst>
      <p:ext uri="{BB962C8B-B14F-4D97-AF65-F5344CB8AC3E}">
        <p14:creationId xmlns:p14="http://schemas.microsoft.com/office/powerpoint/2010/main" val="707778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43903-BBEC-0E85-18BF-099BB6C9B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54451-0CA6-6031-2E71-5876211E69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1B666-9B35-689D-AA97-A7777C2B0B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288107-64A8-BD04-FB8F-8DF20C2A4B9C}"/>
              </a:ext>
            </a:extLst>
          </p:cNvPr>
          <p:cNvSpPr>
            <a:spLocks noGrp="1"/>
          </p:cNvSpPr>
          <p:nvPr>
            <p:ph type="sldNum" sz="quarter" idx="5"/>
          </p:nvPr>
        </p:nvSpPr>
        <p:spPr/>
        <p:txBody>
          <a:bodyPr/>
          <a:lstStyle/>
          <a:p>
            <a:fld id="{8A03EAB8-BD40-419B-B560-8622ED1038D3}" type="slidenum">
              <a:rPr lang="en-US" smtClean="0"/>
              <a:t>8</a:t>
            </a:fld>
            <a:endParaRPr lang="en-US"/>
          </a:p>
        </p:txBody>
      </p:sp>
    </p:spTree>
    <p:extLst>
      <p:ext uri="{BB962C8B-B14F-4D97-AF65-F5344CB8AC3E}">
        <p14:creationId xmlns:p14="http://schemas.microsoft.com/office/powerpoint/2010/main" val="2651697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03EAB8-BD40-419B-B560-8622ED1038D3}" type="slidenum">
              <a:rPr lang="en-US" smtClean="0"/>
              <a:t>9</a:t>
            </a:fld>
            <a:endParaRPr lang="en-US"/>
          </a:p>
        </p:txBody>
      </p:sp>
    </p:spTree>
    <p:extLst>
      <p:ext uri="{BB962C8B-B14F-4D97-AF65-F5344CB8AC3E}">
        <p14:creationId xmlns:p14="http://schemas.microsoft.com/office/powerpoint/2010/main" val="3441726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FC478-9348-C476-771D-EDE30C849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6C23A-BABE-020E-1E34-D777A9607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FBCED-D2DE-2584-4ED9-89F5CA7D4C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A60582-8225-ACDB-C278-38397989FC0F}"/>
              </a:ext>
            </a:extLst>
          </p:cNvPr>
          <p:cNvSpPr>
            <a:spLocks noGrp="1"/>
          </p:cNvSpPr>
          <p:nvPr>
            <p:ph type="sldNum" sz="quarter" idx="5"/>
          </p:nvPr>
        </p:nvSpPr>
        <p:spPr/>
        <p:txBody>
          <a:bodyPr/>
          <a:lstStyle/>
          <a:p>
            <a:fld id="{8A03EAB8-BD40-419B-B560-8622ED1038D3}" type="slidenum">
              <a:rPr lang="en-US" smtClean="0"/>
              <a:t>10</a:t>
            </a:fld>
            <a:endParaRPr lang="en-US"/>
          </a:p>
        </p:txBody>
      </p:sp>
    </p:spTree>
    <p:extLst>
      <p:ext uri="{BB962C8B-B14F-4D97-AF65-F5344CB8AC3E}">
        <p14:creationId xmlns:p14="http://schemas.microsoft.com/office/powerpoint/2010/main" val="905427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03EAB8-BD40-419B-B560-8622ED1038D3}" type="slidenum">
              <a:rPr lang="en-US" smtClean="0"/>
              <a:t>11</a:t>
            </a:fld>
            <a:endParaRPr lang="en-US"/>
          </a:p>
        </p:txBody>
      </p:sp>
    </p:spTree>
    <p:extLst>
      <p:ext uri="{BB962C8B-B14F-4D97-AF65-F5344CB8AC3E}">
        <p14:creationId xmlns:p14="http://schemas.microsoft.com/office/powerpoint/2010/main" val="3080226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B0946-5082-142A-1E6B-95AB7FB23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3C0C03-C373-F093-FEFF-48F23CBF7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AFE14-7C33-59BD-6399-A6ED7BBBD7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CA63D4-009A-ABDE-9414-36304DDC4DA1}"/>
              </a:ext>
            </a:extLst>
          </p:cNvPr>
          <p:cNvSpPr>
            <a:spLocks noGrp="1"/>
          </p:cNvSpPr>
          <p:nvPr>
            <p:ph type="sldNum" sz="quarter" idx="5"/>
          </p:nvPr>
        </p:nvSpPr>
        <p:spPr/>
        <p:txBody>
          <a:bodyPr/>
          <a:lstStyle/>
          <a:p>
            <a:fld id="{8A03EAB8-BD40-419B-B560-8622ED1038D3}" type="slidenum">
              <a:rPr lang="en-US" smtClean="0"/>
              <a:t>12</a:t>
            </a:fld>
            <a:endParaRPr lang="en-US"/>
          </a:p>
        </p:txBody>
      </p:sp>
    </p:spTree>
    <p:extLst>
      <p:ext uri="{BB962C8B-B14F-4D97-AF65-F5344CB8AC3E}">
        <p14:creationId xmlns:p14="http://schemas.microsoft.com/office/powerpoint/2010/main" val="4143599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10954-2591-1DB2-66D5-73AD2BF66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E8EA2-04C1-BF0D-234A-43D23349C7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59086-769D-2D8C-B5FE-F35757F14D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F7A8BF-027C-FD70-FC12-CEC65D75ACAE}"/>
              </a:ext>
            </a:extLst>
          </p:cNvPr>
          <p:cNvSpPr>
            <a:spLocks noGrp="1"/>
          </p:cNvSpPr>
          <p:nvPr>
            <p:ph type="sldNum" sz="quarter" idx="5"/>
          </p:nvPr>
        </p:nvSpPr>
        <p:spPr/>
        <p:txBody>
          <a:bodyPr/>
          <a:lstStyle/>
          <a:p>
            <a:fld id="{8A03EAB8-BD40-419B-B560-8622ED1038D3}" type="slidenum">
              <a:rPr lang="en-US" smtClean="0"/>
              <a:t>15</a:t>
            </a:fld>
            <a:endParaRPr lang="en-US"/>
          </a:p>
        </p:txBody>
      </p:sp>
    </p:spTree>
    <p:extLst>
      <p:ext uri="{BB962C8B-B14F-4D97-AF65-F5344CB8AC3E}">
        <p14:creationId xmlns:p14="http://schemas.microsoft.com/office/powerpoint/2010/main" val="2222279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68970-B2FC-24B7-5E55-6A81DE107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33977-F6EB-E55E-3BBE-71C5BE044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DEDFEF-0523-5893-138B-2398602A05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138B9D-D34E-1E31-6CBF-235BF73372F0}"/>
              </a:ext>
            </a:extLst>
          </p:cNvPr>
          <p:cNvSpPr>
            <a:spLocks noGrp="1"/>
          </p:cNvSpPr>
          <p:nvPr>
            <p:ph type="sldNum" sz="quarter" idx="5"/>
          </p:nvPr>
        </p:nvSpPr>
        <p:spPr/>
        <p:txBody>
          <a:bodyPr/>
          <a:lstStyle/>
          <a:p>
            <a:fld id="{8A03EAB8-BD40-419B-B560-8622ED1038D3}" type="slidenum">
              <a:rPr lang="en-US" smtClean="0"/>
              <a:t>16</a:t>
            </a:fld>
            <a:endParaRPr lang="en-US"/>
          </a:p>
        </p:txBody>
      </p:sp>
    </p:spTree>
    <p:extLst>
      <p:ext uri="{BB962C8B-B14F-4D97-AF65-F5344CB8AC3E}">
        <p14:creationId xmlns:p14="http://schemas.microsoft.com/office/powerpoint/2010/main" val="1501426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FB123-9E55-2DA2-7B60-5078AC656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4A308-956D-F86A-7595-355D23B4F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6CACE-6F0A-7014-984D-94B3288AF3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CAD211-35BB-42D9-F6B4-0E662FFBEF3A}"/>
              </a:ext>
            </a:extLst>
          </p:cNvPr>
          <p:cNvSpPr>
            <a:spLocks noGrp="1"/>
          </p:cNvSpPr>
          <p:nvPr>
            <p:ph type="sldNum" sz="quarter" idx="5"/>
          </p:nvPr>
        </p:nvSpPr>
        <p:spPr/>
        <p:txBody>
          <a:bodyPr/>
          <a:lstStyle/>
          <a:p>
            <a:fld id="{8A03EAB8-BD40-419B-B560-8622ED1038D3}" type="slidenum">
              <a:rPr lang="en-US" smtClean="0"/>
              <a:t>17</a:t>
            </a:fld>
            <a:endParaRPr lang="en-US"/>
          </a:p>
        </p:txBody>
      </p:sp>
    </p:spTree>
    <p:extLst>
      <p:ext uri="{BB962C8B-B14F-4D97-AF65-F5344CB8AC3E}">
        <p14:creationId xmlns:p14="http://schemas.microsoft.com/office/powerpoint/2010/main" val="3965230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77CB6-8803-B8EE-BCC6-4BA6ED08F4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484EB-4024-F185-08B5-A67CB63A0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12C2F-422C-E589-596D-B91308F62B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9A86AA-8FAC-4E7E-CBAA-469351082768}"/>
              </a:ext>
            </a:extLst>
          </p:cNvPr>
          <p:cNvSpPr>
            <a:spLocks noGrp="1"/>
          </p:cNvSpPr>
          <p:nvPr>
            <p:ph type="sldNum" sz="quarter" idx="5"/>
          </p:nvPr>
        </p:nvSpPr>
        <p:spPr/>
        <p:txBody>
          <a:bodyPr/>
          <a:lstStyle/>
          <a:p>
            <a:fld id="{8A03EAB8-BD40-419B-B560-8622ED1038D3}" type="slidenum">
              <a:rPr lang="en-US" smtClean="0"/>
              <a:t>18</a:t>
            </a:fld>
            <a:endParaRPr lang="en-US"/>
          </a:p>
        </p:txBody>
      </p:sp>
    </p:spTree>
    <p:extLst>
      <p:ext uri="{BB962C8B-B14F-4D97-AF65-F5344CB8AC3E}">
        <p14:creationId xmlns:p14="http://schemas.microsoft.com/office/powerpoint/2010/main" val="902007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74699-21A8-2A60-6347-8A23E57F4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764775-00CD-F7CA-7C76-D7E677653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24383-BA1A-26E3-D3F9-4043297A50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219D75-DC53-BEAF-C6C3-9AC61B268139}"/>
              </a:ext>
            </a:extLst>
          </p:cNvPr>
          <p:cNvSpPr>
            <a:spLocks noGrp="1"/>
          </p:cNvSpPr>
          <p:nvPr>
            <p:ph type="sldNum" sz="quarter" idx="5"/>
          </p:nvPr>
        </p:nvSpPr>
        <p:spPr/>
        <p:txBody>
          <a:bodyPr/>
          <a:lstStyle/>
          <a:p>
            <a:fld id="{8A03EAB8-BD40-419B-B560-8622ED1038D3}" type="slidenum">
              <a:rPr lang="en-US" smtClean="0"/>
              <a:t>19</a:t>
            </a:fld>
            <a:endParaRPr lang="en-US"/>
          </a:p>
        </p:txBody>
      </p:sp>
    </p:spTree>
    <p:extLst>
      <p:ext uri="{BB962C8B-B14F-4D97-AF65-F5344CB8AC3E}">
        <p14:creationId xmlns:p14="http://schemas.microsoft.com/office/powerpoint/2010/main" val="1500267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BAFB0-0837-6FC7-CDAF-CE763039F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39F2E-C073-43ED-61F6-1EA20A8C9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002AB-EF4D-8CAC-86AF-197DB451C8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5BC049-5473-F7EE-2B81-B8300357D6B0}"/>
              </a:ext>
            </a:extLst>
          </p:cNvPr>
          <p:cNvSpPr>
            <a:spLocks noGrp="1"/>
          </p:cNvSpPr>
          <p:nvPr>
            <p:ph type="sldNum" sz="quarter" idx="5"/>
          </p:nvPr>
        </p:nvSpPr>
        <p:spPr/>
        <p:txBody>
          <a:bodyPr/>
          <a:lstStyle/>
          <a:p>
            <a:fld id="{8A03EAB8-BD40-419B-B560-8622ED1038D3}" type="slidenum">
              <a:rPr lang="en-US" smtClean="0"/>
              <a:t>20</a:t>
            </a:fld>
            <a:endParaRPr lang="en-US"/>
          </a:p>
        </p:txBody>
      </p:sp>
    </p:spTree>
    <p:extLst>
      <p:ext uri="{BB962C8B-B14F-4D97-AF65-F5344CB8AC3E}">
        <p14:creationId xmlns:p14="http://schemas.microsoft.com/office/powerpoint/2010/main" val="1985736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FD513-C27C-1F80-0D54-777812AB1B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32CAC-51EE-5330-60C6-9BBF75542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6BF04-8490-8550-0B7F-7A7A0E35BE7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4D0094-8241-6F17-FBD7-4A4C2CFFA230}"/>
              </a:ext>
            </a:extLst>
          </p:cNvPr>
          <p:cNvSpPr>
            <a:spLocks noGrp="1"/>
          </p:cNvSpPr>
          <p:nvPr>
            <p:ph type="sldNum" sz="quarter" idx="5"/>
          </p:nvPr>
        </p:nvSpPr>
        <p:spPr/>
        <p:txBody>
          <a:bodyPr/>
          <a:lstStyle/>
          <a:p>
            <a:fld id="{8A03EAB8-BD40-419B-B560-8622ED1038D3}" type="slidenum">
              <a:rPr lang="en-US" smtClean="0"/>
              <a:t>21</a:t>
            </a:fld>
            <a:endParaRPr lang="en-US"/>
          </a:p>
        </p:txBody>
      </p:sp>
    </p:spTree>
    <p:extLst>
      <p:ext uri="{BB962C8B-B14F-4D97-AF65-F5344CB8AC3E}">
        <p14:creationId xmlns:p14="http://schemas.microsoft.com/office/powerpoint/2010/main" val="32917532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C6C8C-239D-6FC0-D7E6-2BF94537F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D0E1E-8996-C569-00CA-D50C4683BC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66CFDF-BFED-B229-EDB2-C58459405C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161751-07AF-D5B0-44B1-6ACED4892DBC}"/>
              </a:ext>
            </a:extLst>
          </p:cNvPr>
          <p:cNvSpPr>
            <a:spLocks noGrp="1"/>
          </p:cNvSpPr>
          <p:nvPr>
            <p:ph type="sldNum" sz="quarter" idx="5"/>
          </p:nvPr>
        </p:nvSpPr>
        <p:spPr/>
        <p:txBody>
          <a:bodyPr/>
          <a:lstStyle/>
          <a:p>
            <a:fld id="{8A03EAB8-BD40-419B-B560-8622ED1038D3}" type="slidenum">
              <a:rPr lang="en-US" smtClean="0"/>
              <a:t>22</a:t>
            </a:fld>
            <a:endParaRPr lang="en-US"/>
          </a:p>
        </p:txBody>
      </p:sp>
    </p:spTree>
    <p:extLst>
      <p:ext uri="{BB962C8B-B14F-4D97-AF65-F5344CB8AC3E}">
        <p14:creationId xmlns:p14="http://schemas.microsoft.com/office/powerpoint/2010/main" val="1369243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genda, Section Layouts">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3D20DFA8-C5FE-DB44-9BF9-1274EAD5637C}" type="slidenum">
              <a:rPr/>
              <a:t>‹#›</a:t>
            </a:fld>
            <a:endParaRPr/>
          </a:p>
        </p:txBody>
      </p:sp>
      <p:sp>
        <p:nvSpPr>
          <p:cNvPr id="6" name="Rectangle 5"/>
          <p:cNvSpPr/>
          <p:nvPr/>
        </p:nvSpPr>
        <p:spPr>
          <a:xfrm>
            <a:off x="1" y="0"/>
            <a:ext cx="12192000"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80000"/>
              </a:lnSpc>
            </a:pPr>
            <a:r>
              <a:rPr sz="11500" b="0" i="0" spc="100">
                <a:solidFill>
                  <a:srgbClr val="FFFFFF"/>
                </a:solidFill>
                <a:latin typeface="+mj-lt"/>
              </a:rPr>
              <a:t>TITLE, AGENDA, &amp; SECTION LAYOUTS</a:t>
            </a:r>
          </a:p>
        </p:txBody>
      </p:sp>
      <p:sp>
        <p:nvSpPr>
          <p:cNvPr id="8" name="TextBox 7">
            <a:extLst>
              <a:ext uri="{FF2B5EF4-FFF2-40B4-BE49-F238E27FC236}">
                <a16:creationId xmlns:a16="http://schemas.microsoft.com/office/drawing/2014/main" id="{730C9D3A-9A1A-C140-B0F7-9A8C63C4D4BD}"/>
              </a:ext>
            </a:extLst>
          </p:cNvPr>
          <p:cNvSpPr txBox="1"/>
          <p:nvPr/>
        </p:nvSpPr>
        <p:spPr>
          <a:xfrm>
            <a:off x="2428504" y="6365140"/>
            <a:ext cx="7334995" cy="169277"/>
          </a:xfrm>
          <a:prstGeom prst="rect">
            <a:avLst/>
          </a:prstGeom>
          <a:noFill/>
        </p:spPr>
        <p:txBody>
          <a:bodyPr wrap="square" lIns="0" tIns="0" rIns="0" bIns="0" rtlCol="0">
            <a:spAutoFit/>
          </a:bodyPr>
          <a:lstStyle/>
          <a:p>
            <a:pPr algn="ctr"/>
            <a:r>
              <a:rPr sz="1100" b="0" i="0" kern="1200">
                <a:solidFill>
                  <a:schemeClr val="bg1">
                    <a:lumMod val="85000"/>
                  </a:schemeClr>
                </a:solidFill>
                <a:effectLst/>
                <a:latin typeface="+mn-lt"/>
                <a:ea typeface="+mn-ea"/>
                <a:cs typeface="+mn-cs"/>
              </a:rPr>
              <a:t>Layouts past this point have been inherited from other files and may not be a part of the approved Asurion template.</a:t>
            </a:r>
            <a:endParaRPr sz="1100">
              <a:solidFill>
                <a:schemeClr val="bg1">
                  <a:lumMod val="85000"/>
                </a:schemeClr>
              </a:solidFill>
            </a:endParaRPr>
          </a:p>
        </p:txBody>
      </p:sp>
    </p:spTree>
    <p:extLst>
      <p:ext uri="{BB962C8B-B14F-4D97-AF65-F5344CB8AC3E}">
        <p14:creationId xmlns:p14="http://schemas.microsoft.com/office/powerpoint/2010/main" val="35405377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1">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3F9B186-B379-43C9-BEFE-1C3220F80B34}"/>
              </a:ext>
            </a:extLst>
          </p:cNvPr>
          <p:cNvSpPr/>
          <p:nvPr/>
        </p:nvSpPr>
        <p:spPr>
          <a:xfrm>
            <a:off x="0" y="5598000"/>
            <a:ext cx="6096000" cy="126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B0D4F442-ECB4-4EA4-AE95-53D8E965A64C}"/>
              </a:ext>
            </a:extLst>
          </p:cNvPr>
          <p:cNvSpPr/>
          <p:nvPr/>
        </p:nvSpPr>
        <p:spPr>
          <a:xfrm>
            <a:off x="6096000" y="5598000"/>
            <a:ext cx="6096000" cy="12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515939" y="140677"/>
            <a:ext cx="5454650" cy="2453661"/>
          </a:xfrm>
        </p:spPr>
        <p:txBody>
          <a:bodyPr anchor="b"/>
          <a:lstStyle>
            <a:lvl1pPr algn="l">
              <a:lnSpc>
                <a:spcPct val="90000"/>
              </a:lnSpc>
              <a:defRPr sz="5200" b="0" i="0">
                <a:solidFill>
                  <a:schemeClr val="tx1"/>
                </a:solidFill>
                <a:latin typeface="Calibri Light" panose="020F0302020204030204" pitchFamily="34" charset="0"/>
                <a:cs typeface="Calibri Light" panose="020F0302020204030204" pitchFamily="34" charset="0"/>
              </a:defRPr>
            </a:lvl1pPr>
          </a:lstStyle>
          <a:p>
            <a:r>
              <a:t>Click to edit Master title style</a:t>
            </a:r>
          </a:p>
        </p:txBody>
      </p:sp>
      <p:sp>
        <p:nvSpPr>
          <p:cNvPr id="3" name="Subtitle 2"/>
          <p:cNvSpPr>
            <a:spLocks noGrp="1"/>
          </p:cNvSpPr>
          <p:nvPr>
            <p:ph type="subTitle" idx="1"/>
          </p:nvPr>
        </p:nvSpPr>
        <p:spPr>
          <a:xfrm>
            <a:off x="515938" y="3022209"/>
            <a:ext cx="4086542" cy="2010506"/>
          </a:xfrm>
        </p:spPr>
        <p:txBody>
          <a:bodyPr/>
          <a:lstStyle>
            <a:lvl1pPr marL="0" indent="0" algn="l">
              <a:lnSpc>
                <a:spcPct val="100000"/>
              </a:lnSpc>
              <a:spcBef>
                <a:spcPts val="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grpSp>
        <p:nvGrpSpPr>
          <p:cNvPr id="15" name="asurion logo">
            <a:extLst>
              <a:ext uri="{FF2B5EF4-FFF2-40B4-BE49-F238E27FC236}">
                <a16:creationId xmlns:a16="http://schemas.microsoft.com/office/drawing/2014/main" id="{742C3EE8-5E66-4064-AD77-262ED2AF1054}"/>
              </a:ext>
            </a:extLst>
          </p:cNvPr>
          <p:cNvGrpSpPr>
            <a:grpSpLocks noChangeAspect="1"/>
          </p:cNvGrpSpPr>
          <p:nvPr/>
        </p:nvGrpSpPr>
        <p:grpSpPr bwMode="auto">
          <a:xfrm>
            <a:off x="504030" y="5995713"/>
            <a:ext cx="1527969" cy="354615"/>
            <a:chOff x="316" y="3952"/>
            <a:chExt cx="586" cy="136"/>
          </a:xfrm>
          <a:solidFill>
            <a:schemeClr val="bg1"/>
          </a:solidFill>
        </p:grpSpPr>
        <p:sp>
          <p:nvSpPr>
            <p:cNvPr id="16" name="Freeform 5">
              <a:extLst>
                <a:ext uri="{FF2B5EF4-FFF2-40B4-BE49-F238E27FC236}">
                  <a16:creationId xmlns:a16="http://schemas.microsoft.com/office/drawing/2014/main" id="{9EF3FF97-F9E4-4229-93B3-D336E320D50F}"/>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6">
              <a:extLst>
                <a:ext uri="{FF2B5EF4-FFF2-40B4-BE49-F238E27FC236}">
                  <a16:creationId xmlns:a16="http://schemas.microsoft.com/office/drawing/2014/main" id="{9D763D80-7D31-4C23-92B5-7AA5C7093A4C}"/>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7">
              <a:extLst>
                <a:ext uri="{FF2B5EF4-FFF2-40B4-BE49-F238E27FC236}">
                  <a16:creationId xmlns:a16="http://schemas.microsoft.com/office/drawing/2014/main" id="{D0697A47-C99B-4053-ADFB-D711F85AEE32}"/>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8">
              <a:extLst>
                <a:ext uri="{FF2B5EF4-FFF2-40B4-BE49-F238E27FC236}">
                  <a16:creationId xmlns:a16="http://schemas.microsoft.com/office/drawing/2014/main" id="{B1BCB078-E3E2-4D42-8199-48743255792D}"/>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9">
              <a:extLst>
                <a:ext uri="{FF2B5EF4-FFF2-40B4-BE49-F238E27FC236}">
                  <a16:creationId xmlns:a16="http://schemas.microsoft.com/office/drawing/2014/main" id="{961A3D60-6C30-4644-91DF-BEEC5109B1D4}"/>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
              <a:extLst>
                <a:ext uri="{FF2B5EF4-FFF2-40B4-BE49-F238E27FC236}">
                  <a16:creationId xmlns:a16="http://schemas.microsoft.com/office/drawing/2014/main" id="{F348E325-407C-441C-B197-E60FC5A685F1}"/>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1">
              <a:extLst>
                <a:ext uri="{FF2B5EF4-FFF2-40B4-BE49-F238E27FC236}">
                  <a16:creationId xmlns:a16="http://schemas.microsoft.com/office/drawing/2014/main" id="{9F368039-5BAA-412B-A0CF-A7E83F9606F9}"/>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24" name="Text Placeholder 23">
            <a:extLst>
              <a:ext uri="{FF2B5EF4-FFF2-40B4-BE49-F238E27FC236}">
                <a16:creationId xmlns:a16="http://schemas.microsoft.com/office/drawing/2014/main" id="{20975679-7E40-4963-9C83-A613C95AA487}"/>
              </a:ext>
            </a:extLst>
          </p:cNvPr>
          <p:cNvSpPr>
            <a:spLocks noGrp="1"/>
          </p:cNvSpPr>
          <p:nvPr>
            <p:ph type="body" sz="quarter" idx="10" hasCustomPrompt="1"/>
          </p:nvPr>
        </p:nvSpPr>
        <p:spPr>
          <a:xfrm>
            <a:off x="6599238" y="6012655"/>
            <a:ext cx="3435350" cy="531812"/>
          </a:xfrm>
        </p:spPr>
        <p:txBody>
          <a:bodyPr anchor="ctr" anchorCtr="0"/>
          <a:lstStyle>
            <a:lvl1pPr>
              <a:lnSpc>
                <a:spcPct val="100000"/>
              </a:lnSpc>
              <a:defRPr sz="1400" b="0">
                <a:solidFill>
                  <a:schemeClr val="bg1"/>
                </a:solidFill>
                <a:latin typeface="+mn-lt"/>
              </a:defRPr>
            </a:lvl1pPr>
            <a:lvl2pPr>
              <a:defRPr sz="1400" b="0">
                <a:solidFill>
                  <a:schemeClr val="bg1"/>
                </a:solidFill>
                <a:latin typeface="+mn-lt"/>
              </a:defRPr>
            </a:lvl2pPr>
            <a:lvl3pPr>
              <a:defRPr sz="1400">
                <a:solidFill>
                  <a:schemeClr val="bg1"/>
                </a:solidFill>
                <a:latin typeface="+mn-lt"/>
              </a:defRPr>
            </a:lvl3pPr>
            <a:lvl4pPr>
              <a:defRPr sz="1400">
                <a:solidFill>
                  <a:schemeClr val="bg1"/>
                </a:solidFill>
                <a:latin typeface="+mn-lt"/>
              </a:defRPr>
            </a:lvl4pPr>
            <a:lvl5pPr>
              <a:defRPr sz="1400">
                <a:solidFill>
                  <a:schemeClr val="bg1"/>
                </a:solidFill>
                <a:latin typeface="+mn-lt"/>
              </a:defRPr>
            </a:lvl5pPr>
          </a:lstStyle>
          <a:p>
            <a:pPr lvl="0"/>
            <a:r>
              <a:t>Presenter Name</a:t>
            </a:r>
          </a:p>
        </p:txBody>
      </p:sp>
      <p:sp>
        <p:nvSpPr>
          <p:cNvPr id="25" name="Text Placeholder 23">
            <a:extLst>
              <a:ext uri="{FF2B5EF4-FFF2-40B4-BE49-F238E27FC236}">
                <a16:creationId xmlns:a16="http://schemas.microsoft.com/office/drawing/2014/main" id="{7D42A3C6-0F61-41F7-B4CB-28E14C8D7140}"/>
              </a:ext>
            </a:extLst>
          </p:cNvPr>
          <p:cNvSpPr>
            <a:spLocks noGrp="1"/>
          </p:cNvSpPr>
          <p:nvPr>
            <p:ph type="body" sz="quarter" idx="11" hasCustomPrompt="1"/>
          </p:nvPr>
        </p:nvSpPr>
        <p:spPr>
          <a:xfrm>
            <a:off x="10160000" y="6012655"/>
            <a:ext cx="1534575" cy="531812"/>
          </a:xfrm>
        </p:spPr>
        <p:txBody>
          <a:bodyPr anchor="ctr" anchorCtr="0"/>
          <a:lstStyle>
            <a:lvl1pPr algn="r">
              <a:lnSpc>
                <a:spcPct val="100000"/>
              </a:lnSpc>
              <a:defRPr sz="1400" b="0">
                <a:solidFill>
                  <a:schemeClr val="bg1"/>
                </a:solidFill>
                <a:latin typeface="+mn-lt"/>
              </a:defRPr>
            </a:lvl1pPr>
            <a:lvl2pPr>
              <a:defRPr sz="1400" b="0">
                <a:solidFill>
                  <a:schemeClr val="bg1"/>
                </a:solidFill>
                <a:latin typeface="+mn-lt"/>
              </a:defRPr>
            </a:lvl2pPr>
            <a:lvl3pPr>
              <a:defRPr sz="1400">
                <a:solidFill>
                  <a:schemeClr val="bg1"/>
                </a:solidFill>
                <a:latin typeface="+mn-lt"/>
              </a:defRPr>
            </a:lvl3pPr>
            <a:lvl4pPr>
              <a:defRPr sz="1400">
                <a:solidFill>
                  <a:schemeClr val="bg1"/>
                </a:solidFill>
                <a:latin typeface="+mn-lt"/>
              </a:defRPr>
            </a:lvl4pPr>
            <a:lvl5pPr>
              <a:defRPr sz="1400">
                <a:solidFill>
                  <a:schemeClr val="bg1"/>
                </a:solidFill>
                <a:latin typeface="+mn-lt"/>
              </a:defRPr>
            </a:lvl5pPr>
          </a:lstStyle>
          <a:p>
            <a:pPr lvl="0"/>
            <a:r>
              <a:t>January 01, 2020</a:t>
            </a:r>
          </a:p>
        </p:txBody>
      </p:sp>
    </p:spTree>
    <p:extLst>
      <p:ext uri="{BB962C8B-B14F-4D97-AF65-F5344CB8AC3E}">
        <p14:creationId xmlns:p14="http://schemas.microsoft.com/office/powerpoint/2010/main" val="29697332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2">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3F9B186-B379-43C9-BEFE-1C3220F80B34}"/>
              </a:ext>
            </a:extLst>
          </p:cNvPr>
          <p:cNvSpPr/>
          <p:nvPr/>
        </p:nvSpPr>
        <p:spPr>
          <a:xfrm>
            <a:off x="0" y="5598000"/>
            <a:ext cx="6096000" cy="126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515939" y="140677"/>
            <a:ext cx="5454650" cy="2453661"/>
          </a:xfrm>
        </p:spPr>
        <p:txBody>
          <a:bodyPr anchor="b"/>
          <a:lstStyle>
            <a:lvl1pPr algn="l">
              <a:lnSpc>
                <a:spcPct val="90000"/>
              </a:lnSpc>
              <a:defRPr sz="5200" b="0" i="0">
                <a:solidFill>
                  <a:schemeClr val="tx1"/>
                </a:solidFill>
                <a:latin typeface="Calibri Light" panose="020F0302020204030204" pitchFamily="34" charset="0"/>
                <a:cs typeface="Calibri Light" panose="020F0302020204030204" pitchFamily="34" charset="0"/>
              </a:defRPr>
            </a:lvl1pPr>
          </a:lstStyle>
          <a:p>
            <a:r>
              <a:t>Click to edit Master title style</a:t>
            </a:r>
          </a:p>
        </p:txBody>
      </p:sp>
      <p:sp>
        <p:nvSpPr>
          <p:cNvPr id="3" name="Subtitle 2"/>
          <p:cNvSpPr>
            <a:spLocks noGrp="1"/>
          </p:cNvSpPr>
          <p:nvPr>
            <p:ph type="subTitle" idx="1"/>
          </p:nvPr>
        </p:nvSpPr>
        <p:spPr>
          <a:xfrm>
            <a:off x="515938" y="3022209"/>
            <a:ext cx="4086542" cy="2010506"/>
          </a:xfrm>
        </p:spPr>
        <p:txBody>
          <a:bodyPr/>
          <a:lstStyle>
            <a:lvl1pPr marL="0" indent="0" algn="l">
              <a:lnSpc>
                <a:spcPct val="100000"/>
              </a:lnSpc>
              <a:spcBef>
                <a:spcPts val="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grpSp>
        <p:nvGrpSpPr>
          <p:cNvPr id="15" name="asurion logo">
            <a:extLst>
              <a:ext uri="{FF2B5EF4-FFF2-40B4-BE49-F238E27FC236}">
                <a16:creationId xmlns:a16="http://schemas.microsoft.com/office/drawing/2014/main" id="{742C3EE8-5E66-4064-AD77-262ED2AF1054}"/>
              </a:ext>
            </a:extLst>
          </p:cNvPr>
          <p:cNvGrpSpPr>
            <a:grpSpLocks noChangeAspect="1"/>
          </p:cNvGrpSpPr>
          <p:nvPr/>
        </p:nvGrpSpPr>
        <p:grpSpPr bwMode="auto">
          <a:xfrm>
            <a:off x="504030" y="5995713"/>
            <a:ext cx="1527969" cy="354615"/>
            <a:chOff x="316" y="3952"/>
            <a:chExt cx="586" cy="136"/>
          </a:xfrm>
          <a:solidFill>
            <a:schemeClr val="bg1"/>
          </a:solidFill>
        </p:grpSpPr>
        <p:sp>
          <p:nvSpPr>
            <p:cNvPr id="16" name="Freeform 5">
              <a:extLst>
                <a:ext uri="{FF2B5EF4-FFF2-40B4-BE49-F238E27FC236}">
                  <a16:creationId xmlns:a16="http://schemas.microsoft.com/office/drawing/2014/main" id="{9EF3FF97-F9E4-4229-93B3-D336E320D50F}"/>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6">
              <a:extLst>
                <a:ext uri="{FF2B5EF4-FFF2-40B4-BE49-F238E27FC236}">
                  <a16:creationId xmlns:a16="http://schemas.microsoft.com/office/drawing/2014/main" id="{9D763D80-7D31-4C23-92B5-7AA5C7093A4C}"/>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7">
              <a:extLst>
                <a:ext uri="{FF2B5EF4-FFF2-40B4-BE49-F238E27FC236}">
                  <a16:creationId xmlns:a16="http://schemas.microsoft.com/office/drawing/2014/main" id="{D0697A47-C99B-4053-ADFB-D711F85AEE32}"/>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8">
              <a:extLst>
                <a:ext uri="{FF2B5EF4-FFF2-40B4-BE49-F238E27FC236}">
                  <a16:creationId xmlns:a16="http://schemas.microsoft.com/office/drawing/2014/main" id="{B1BCB078-E3E2-4D42-8199-48743255792D}"/>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9">
              <a:extLst>
                <a:ext uri="{FF2B5EF4-FFF2-40B4-BE49-F238E27FC236}">
                  <a16:creationId xmlns:a16="http://schemas.microsoft.com/office/drawing/2014/main" id="{961A3D60-6C30-4644-91DF-BEEC5109B1D4}"/>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
              <a:extLst>
                <a:ext uri="{FF2B5EF4-FFF2-40B4-BE49-F238E27FC236}">
                  <a16:creationId xmlns:a16="http://schemas.microsoft.com/office/drawing/2014/main" id="{F348E325-407C-441C-B197-E60FC5A685F1}"/>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1">
              <a:extLst>
                <a:ext uri="{FF2B5EF4-FFF2-40B4-BE49-F238E27FC236}">
                  <a16:creationId xmlns:a16="http://schemas.microsoft.com/office/drawing/2014/main" id="{9F368039-5BAA-412B-A0CF-A7E83F9606F9}"/>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24" name="Text Placeholder 23">
            <a:extLst>
              <a:ext uri="{FF2B5EF4-FFF2-40B4-BE49-F238E27FC236}">
                <a16:creationId xmlns:a16="http://schemas.microsoft.com/office/drawing/2014/main" id="{20975679-7E40-4963-9C83-A613C95AA487}"/>
              </a:ext>
            </a:extLst>
          </p:cNvPr>
          <p:cNvSpPr>
            <a:spLocks noGrp="1"/>
          </p:cNvSpPr>
          <p:nvPr>
            <p:ph type="body" sz="quarter" idx="10" hasCustomPrompt="1"/>
          </p:nvPr>
        </p:nvSpPr>
        <p:spPr>
          <a:xfrm>
            <a:off x="6599238" y="6012655"/>
            <a:ext cx="3435350" cy="531812"/>
          </a:xfrm>
        </p:spPr>
        <p:txBody>
          <a:bodyPr anchor="ctr" anchorCtr="0"/>
          <a:lstStyle>
            <a:lvl1pPr>
              <a:defRPr sz="1400" b="0">
                <a:solidFill>
                  <a:schemeClr val="bg1"/>
                </a:solidFill>
                <a:latin typeface="+mn-lt"/>
              </a:defRPr>
            </a:lvl1pPr>
            <a:lvl2pPr>
              <a:defRPr sz="1400" b="0">
                <a:solidFill>
                  <a:schemeClr val="bg1"/>
                </a:solidFill>
                <a:latin typeface="+mn-lt"/>
              </a:defRPr>
            </a:lvl2pPr>
            <a:lvl3pPr>
              <a:defRPr sz="1400">
                <a:solidFill>
                  <a:schemeClr val="bg1"/>
                </a:solidFill>
                <a:latin typeface="+mn-lt"/>
              </a:defRPr>
            </a:lvl3pPr>
            <a:lvl4pPr>
              <a:defRPr sz="1400">
                <a:solidFill>
                  <a:schemeClr val="bg1"/>
                </a:solidFill>
                <a:latin typeface="+mn-lt"/>
              </a:defRPr>
            </a:lvl4pPr>
            <a:lvl5pPr>
              <a:defRPr sz="1400">
                <a:solidFill>
                  <a:schemeClr val="bg1"/>
                </a:solidFill>
                <a:latin typeface="+mn-lt"/>
              </a:defRPr>
            </a:lvl5pPr>
          </a:lstStyle>
          <a:p>
            <a:pPr lvl="0"/>
            <a:r>
              <a:t>Presenter Name</a:t>
            </a:r>
          </a:p>
        </p:txBody>
      </p:sp>
      <p:sp>
        <p:nvSpPr>
          <p:cNvPr id="25" name="Text Placeholder 23">
            <a:extLst>
              <a:ext uri="{FF2B5EF4-FFF2-40B4-BE49-F238E27FC236}">
                <a16:creationId xmlns:a16="http://schemas.microsoft.com/office/drawing/2014/main" id="{7D42A3C6-0F61-41F7-B4CB-28E14C8D7140}"/>
              </a:ext>
            </a:extLst>
          </p:cNvPr>
          <p:cNvSpPr>
            <a:spLocks noGrp="1"/>
          </p:cNvSpPr>
          <p:nvPr>
            <p:ph type="body" sz="quarter" idx="11" hasCustomPrompt="1"/>
          </p:nvPr>
        </p:nvSpPr>
        <p:spPr>
          <a:xfrm>
            <a:off x="10160000" y="6012655"/>
            <a:ext cx="1534575" cy="531812"/>
          </a:xfrm>
        </p:spPr>
        <p:txBody>
          <a:bodyPr anchor="ctr" anchorCtr="0"/>
          <a:lstStyle>
            <a:lvl1pPr algn="r">
              <a:defRPr sz="1400" b="0">
                <a:solidFill>
                  <a:schemeClr val="bg1"/>
                </a:solidFill>
                <a:latin typeface="+mn-lt"/>
              </a:defRPr>
            </a:lvl1pPr>
            <a:lvl2pPr>
              <a:defRPr sz="1400" b="0">
                <a:solidFill>
                  <a:schemeClr val="bg1"/>
                </a:solidFill>
                <a:latin typeface="+mn-lt"/>
              </a:defRPr>
            </a:lvl2pPr>
            <a:lvl3pPr>
              <a:defRPr sz="1400">
                <a:solidFill>
                  <a:schemeClr val="bg1"/>
                </a:solidFill>
                <a:latin typeface="+mn-lt"/>
              </a:defRPr>
            </a:lvl3pPr>
            <a:lvl4pPr>
              <a:defRPr sz="1400">
                <a:solidFill>
                  <a:schemeClr val="bg1"/>
                </a:solidFill>
                <a:latin typeface="+mn-lt"/>
              </a:defRPr>
            </a:lvl4pPr>
            <a:lvl5pPr>
              <a:defRPr sz="1400">
                <a:solidFill>
                  <a:schemeClr val="bg1"/>
                </a:solidFill>
                <a:latin typeface="+mn-lt"/>
              </a:defRPr>
            </a:lvl5pPr>
          </a:lstStyle>
          <a:p>
            <a:pPr lvl="0"/>
            <a:r>
              <a:t>January 01, 2020</a:t>
            </a:r>
          </a:p>
        </p:txBody>
      </p:sp>
      <p:sp>
        <p:nvSpPr>
          <p:cNvPr id="27" name="Picture Placeholder 7">
            <a:extLst>
              <a:ext uri="{FF2B5EF4-FFF2-40B4-BE49-F238E27FC236}">
                <a16:creationId xmlns:a16="http://schemas.microsoft.com/office/drawing/2014/main" id="{885787FB-3228-2D4E-9952-0595A3D50DC8}"/>
              </a:ext>
            </a:extLst>
          </p:cNvPr>
          <p:cNvSpPr>
            <a:spLocks noGrp="1"/>
          </p:cNvSpPr>
          <p:nvPr>
            <p:ph type="pic" sz="quarter" idx="14"/>
          </p:nvPr>
        </p:nvSpPr>
        <p:spPr>
          <a:xfrm>
            <a:off x="6094095" y="0"/>
            <a:ext cx="6099048" cy="6858000"/>
          </a:xfrm>
          <a:noFill/>
        </p:spPr>
        <p:txBody>
          <a:bodyPr/>
          <a:lstStyle/>
          <a:p>
            <a:endParaRPr/>
          </a:p>
        </p:txBody>
      </p:sp>
    </p:spTree>
    <p:extLst>
      <p:ext uri="{BB962C8B-B14F-4D97-AF65-F5344CB8AC3E}">
        <p14:creationId xmlns:p14="http://schemas.microsoft.com/office/powerpoint/2010/main" val="29838751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3">
    <p:bg>
      <p:bgRef idx="1001">
        <a:schemeClr val="bg1"/>
      </p:bgRef>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744DE2C-A424-4827-A247-97648814534C}"/>
              </a:ext>
            </a:extLst>
          </p:cNvPr>
          <p:cNvSpPr/>
          <p:nvPr/>
        </p:nvSpPr>
        <p:spPr>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B0D4F442-ECB4-4EA4-AE95-53D8E965A64C}"/>
              </a:ext>
            </a:extLst>
          </p:cNvPr>
          <p:cNvSpPr/>
          <p:nvPr/>
        </p:nvSpPr>
        <p:spPr>
          <a:xfrm>
            <a:off x="6096000" y="5598000"/>
            <a:ext cx="6096000" cy="12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515939" y="140677"/>
            <a:ext cx="5454650" cy="2453661"/>
          </a:xfrm>
        </p:spPr>
        <p:txBody>
          <a:bodyPr anchor="b"/>
          <a:lstStyle>
            <a:lvl1pPr algn="l">
              <a:lnSpc>
                <a:spcPct val="90000"/>
              </a:lnSpc>
              <a:defRPr sz="5200" b="0" i="0">
                <a:solidFill>
                  <a:schemeClr val="tx1"/>
                </a:solidFill>
                <a:latin typeface="Calibri Light" panose="020F0302020204030204" pitchFamily="34" charset="0"/>
                <a:cs typeface="Calibri Light" panose="020F0302020204030204" pitchFamily="34" charset="0"/>
              </a:defRPr>
            </a:lvl1pPr>
          </a:lstStyle>
          <a:p>
            <a:r>
              <a:t>Click to edit Master title style</a:t>
            </a:r>
          </a:p>
        </p:txBody>
      </p:sp>
      <p:sp>
        <p:nvSpPr>
          <p:cNvPr id="3" name="Subtitle 2"/>
          <p:cNvSpPr>
            <a:spLocks noGrp="1"/>
          </p:cNvSpPr>
          <p:nvPr>
            <p:ph type="subTitle" idx="1"/>
          </p:nvPr>
        </p:nvSpPr>
        <p:spPr>
          <a:xfrm>
            <a:off x="515938" y="3022209"/>
            <a:ext cx="4086542" cy="2010506"/>
          </a:xfrm>
        </p:spPr>
        <p:txBody>
          <a:bodyPr/>
          <a:lstStyle>
            <a:lvl1pPr marL="0" indent="0" algn="l">
              <a:lnSpc>
                <a:spcPct val="100000"/>
              </a:lnSpc>
              <a:spcBef>
                <a:spcPts val="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grpSp>
        <p:nvGrpSpPr>
          <p:cNvPr id="15" name="asurion logo">
            <a:extLst>
              <a:ext uri="{FF2B5EF4-FFF2-40B4-BE49-F238E27FC236}">
                <a16:creationId xmlns:a16="http://schemas.microsoft.com/office/drawing/2014/main" id="{742C3EE8-5E66-4064-AD77-262ED2AF1054}"/>
              </a:ext>
            </a:extLst>
          </p:cNvPr>
          <p:cNvGrpSpPr>
            <a:grpSpLocks noChangeAspect="1"/>
          </p:cNvGrpSpPr>
          <p:nvPr/>
        </p:nvGrpSpPr>
        <p:grpSpPr bwMode="auto">
          <a:xfrm>
            <a:off x="504030" y="5995713"/>
            <a:ext cx="1527969" cy="354615"/>
            <a:chOff x="316" y="3952"/>
            <a:chExt cx="586" cy="136"/>
          </a:xfrm>
          <a:solidFill>
            <a:schemeClr val="tx1"/>
          </a:solidFill>
        </p:grpSpPr>
        <p:sp>
          <p:nvSpPr>
            <p:cNvPr id="16" name="Freeform 5">
              <a:extLst>
                <a:ext uri="{FF2B5EF4-FFF2-40B4-BE49-F238E27FC236}">
                  <a16:creationId xmlns:a16="http://schemas.microsoft.com/office/drawing/2014/main" id="{9EF3FF97-F9E4-4229-93B3-D336E320D50F}"/>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6">
              <a:extLst>
                <a:ext uri="{FF2B5EF4-FFF2-40B4-BE49-F238E27FC236}">
                  <a16:creationId xmlns:a16="http://schemas.microsoft.com/office/drawing/2014/main" id="{9D763D80-7D31-4C23-92B5-7AA5C7093A4C}"/>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7">
              <a:extLst>
                <a:ext uri="{FF2B5EF4-FFF2-40B4-BE49-F238E27FC236}">
                  <a16:creationId xmlns:a16="http://schemas.microsoft.com/office/drawing/2014/main" id="{D0697A47-C99B-4053-ADFB-D711F85AEE32}"/>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8">
              <a:extLst>
                <a:ext uri="{FF2B5EF4-FFF2-40B4-BE49-F238E27FC236}">
                  <a16:creationId xmlns:a16="http://schemas.microsoft.com/office/drawing/2014/main" id="{B1BCB078-E3E2-4D42-8199-48743255792D}"/>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9">
              <a:extLst>
                <a:ext uri="{FF2B5EF4-FFF2-40B4-BE49-F238E27FC236}">
                  <a16:creationId xmlns:a16="http://schemas.microsoft.com/office/drawing/2014/main" id="{961A3D60-6C30-4644-91DF-BEEC5109B1D4}"/>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
              <a:extLst>
                <a:ext uri="{FF2B5EF4-FFF2-40B4-BE49-F238E27FC236}">
                  <a16:creationId xmlns:a16="http://schemas.microsoft.com/office/drawing/2014/main" id="{F348E325-407C-441C-B197-E60FC5A685F1}"/>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1">
              <a:extLst>
                <a:ext uri="{FF2B5EF4-FFF2-40B4-BE49-F238E27FC236}">
                  <a16:creationId xmlns:a16="http://schemas.microsoft.com/office/drawing/2014/main" id="{9F368039-5BAA-412B-A0CF-A7E83F9606F9}"/>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24" name="Text Placeholder 23">
            <a:extLst>
              <a:ext uri="{FF2B5EF4-FFF2-40B4-BE49-F238E27FC236}">
                <a16:creationId xmlns:a16="http://schemas.microsoft.com/office/drawing/2014/main" id="{20975679-7E40-4963-9C83-A613C95AA487}"/>
              </a:ext>
            </a:extLst>
          </p:cNvPr>
          <p:cNvSpPr>
            <a:spLocks noGrp="1"/>
          </p:cNvSpPr>
          <p:nvPr>
            <p:ph type="body" sz="quarter" idx="10" hasCustomPrompt="1"/>
          </p:nvPr>
        </p:nvSpPr>
        <p:spPr>
          <a:xfrm>
            <a:off x="6599238" y="6012655"/>
            <a:ext cx="3435350" cy="531812"/>
          </a:xfrm>
        </p:spPr>
        <p:txBody>
          <a:bodyPr anchor="ctr" anchorCtr="0"/>
          <a:lstStyle>
            <a:lvl1pPr>
              <a:defRPr sz="1400" b="0">
                <a:solidFill>
                  <a:schemeClr val="bg1"/>
                </a:solidFill>
                <a:latin typeface="+mn-lt"/>
              </a:defRPr>
            </a:lvl1pPr>
            <a:lvl2pPr>
              <a:defRPr sz="1400" b="0">
                <a:solidFill>
                  <a:schemeClr val="bg1"/>
                </a:solidFill>
                <a:latin typeface="+mn-lt"/>
              </a:defRPr>
            </a:lvl2pPr>
            <a:lvl3pPr>
              <a:defRPr sz="1400">
                <a:solidFill>
                  <a:schemeClr val="bg1"/>
                </a:solidFill>
                <a:latin typeface="+mn-lt"/>
              </a:defRPr>
            </a:lvl3pPr>
            <a:lvl4pPr>
              <a:defRPr sz="1400">
                <a:solidFill>
                  <a:schemeClr val="bg1"/>
                </a:solidFill>
                <a:latin typeface="+mn-lt"/>
              </a:defRPr>
            </a:lvl4pPr>
            <a:lvl5pPr>
              <a:defRPr sz="1400">
                <a:solidFill>
                  <a:schemeClr val="bg1"/>
                </a:solidFill>
                <a:latin typeface="+mn-lt"/>
              </a:defRPr>
            </a:lvl5pPr>
          </a:lstStyle>
          <a:p>
            <a:pPr lvl="0"/>
            <a:r>
              <a:t>Presenter Name</a:t>
            </a:r>
          </a:p>
        </p:txBody>
      </p:sp>
      <p:sp>
        <p:nvSpPr>
          <p:cNvPr id="25" name="Text Placeholder 23">
            <a:extLst>
              <a:ext uri="{FF2B5EF4-FFF2-40B4-BE49-F238E27FC236}">
                <a16:creationId xmlns:a16="http://schemas.microsoft.com/office/drawing/2014/main" id="{7D42A3C6-0F61-41F7-B4CB-28E14C8D7140}"/>
              </a:ext>
            </a:extLst>
          </p:cNvPr>
          <p:cNvSpPr>
            <a:spLocks noGrp="1"/>
          </p:cNvSpPr>
          <p:nvPr>
            <p:ph type="body" sz="quarter" idx="11" hasCustomPrompt="1"/>
          </p:nvPr>
        </p:nvSpPr>
        <p:spPr>
          <a:xfrm>
            <a:off x="10160000" y="6012655"/>
            <a:ext cx="1534575" cy="531812"/>
          </a:xfrm>
        </p:spPr>
        <p:txBody>
          <a:bodyPr anchor="ctr" anchorCtr="0"/>
          <a:lstStyle>
            <a:lvl1pPr algn="r">
              <a:defRPr sz="1400" b="0">
                <a:solidFill>
                  <a:schemeClr val="bg1"/>
                </a:solidFill>
                <a:latin typeface="+mn-lt"/>
              </a:defRPr>
            </a:lvl1pPr>
            <a:lvl2pPr>
              <a:defRPr sz="1400" b="0">
                <a:solidFill>
                  <a:schemeClr val="bg1"/>
                </a:solidFill>
                <a:latin typeface="+mn-lt"/>
              </a:defRPr>
            </a:lvl2pPr>
            <a:lvl3pPr>
              <a:defRPr sz="1400">
                <a:solidFill>
                  <a:schemeClr val="bg1"/>
                </a:solidFill>
                <a:latin typeface="+mn-lt"/>
              </a:defRPr>
            </a:lvl3pPr>
            <a:lvl4pPr>
              <a:defRPr sz="1400">
                <a:solidFill>
                  <a:schemeClr val="bg1"/>
                </a:solidFill>
                <a:latin typeface="+mn-lt"/>
              </a:defRPr>
            </a:lvl4pPr>
            <a:lvl5pPr>
              <a:defRPr sz="1400">
                <a:solidFill>
                  <a:schemeClr val="bg1"/>
                </a:solidFill>
                <a:latin typeface="+mn-lt"/>
              </a:defRPr>
            </a:lvl5pPr>
          </a:lstStyle>
          <a:p>
            <a:pPr lvl="0"/>
            <a:r>
              <a:t>January 01, 2020</a:t>
            </a:r>
          </a:p>
        </p:txBody>
      </p:sp>
    </p:spTree>
    <p:extLst>
      <p:ext uri="{BB962C8B-B14F-4D97-AF65-F5344CB8AC3E}">
        <p14:creationId xmlns:p14="http://schemas.microsoft.com/office/powerpoint/2010/main" val="25613954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4">
    <p:bg>
      <p:bgRef idx="1001">
        <a:schemeClr val="bg1"/>
      </p:bgRef>
    </p:bg>
    <p:spTree>
      <p:nvGrpSpPr>
        <p:cNvPr id="1" name=""/>
        <p:cNvGrpSpPr/>
        <p:nvPr/>
      </p:nvGrpSpPr>
      <p:grpSpPr>
        <a:xfrm>
          <a:off x="0" y="0"/>
          <a:ext cx="0" cy="0"/>
          <a:chOff x="0" y="0"/>
          <a:chExt cx="0" cy="0"/>
        </a:xfrm>
      </p:grpSpPr>
      <p:sp>
        <p:nvSpPr>
          <p:cNvPr id="23" name="Picture Placeholder 7">
            <a:extLst>
              <a:ext uri="{FF2B5EF4-FFF2-40B4-BE49-F238E27FC236}">
                <a16:creationId xmlns:a16="http://schemas.microsoft.com/office/drawing/2014/main" id="{9FEFC07C-C691-5447-AEDC-FF4F067CF358}"/>
              </a:ext>
            </a:extLst>
          </p:cNvPr>
          <p:cNvSpPr>
            <a:spLocks noGrp="1"/>
          </p:cNvSpPr>
          <p:nvPr>
            <p:ph type="pic" sz="quarter" idx="14"/>
          </p:nvPr>
        </p:nvSpPr>
        <p:spPr>
          <a:xfrm>
            <a:off x="1524" y="0"/>
            <a:ext cx="12188952" cy="5598000"/>
          </a:xfrm>
        </p:spPr>
        <p:txBody>
          <a:bodyPr/>
          <a:lstStyle/>
          <a:p>
            <a:endParaRPr/>
          </a:p>
        </p:txBody>
      </p:sp>
      <p:sp>
        <p:nvSpPr>
          <p:cNvPr id="13" name="Rectangle 12">
            <a:extLst>
              <a:ext uri="{FF2B5EF4-FFF2-40B4-BE49-F238E27FC236}">
                <a16:creationId xmlns:a16="http://schemas.microsoft.com/office/drawing/2014/main" id="{C3F9B186-B379-43C9-BEFE-1C3220F80B34}"/>
              </a:ext>
            </a:extLst>
          </p:cNvPr>
          <p:cNvSpPr/>
          <p:nvPr/>
        </p:nvSpPr>
        <p:spPr>
          <a:xfrm>
            <a:off x="0" y="5598000"/>
            <a:ext cx="6096000" cy="126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B0D4F442-ECB4-4EA4-AE95-53D8E965A64C}"/>
              </a:ext>
            </a:extLst>
          </p:cNvPr>
          <p:cNvSpPr/>
          <p:nvPr/>
        </p:nvSpPr>
        <p:spPr>
          <a:xfrm>
            <a:off x="6096000" y="5598000"/>
            <a:ext cx="6096000" cy="12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515939" y="140677"/>
            <a:ext cx="5454650" cy="2453661"/>
          </a:xfrm>
        </p:spPr>
        <p:txBody>
          <a:bodyPr anchor="b"/>
          <a:lstStyle>
            <a:lvl1pPr algn="l">
              <a:lnSpc>
                <a:spcPct val="90000"/>
              </a:lnSpc>
              <a:defRPr sz="5200" b="0" i="0">
                <a:solidFill>
                  <a:schemeClr val="tx1"/>
                </a:solidFill>
                <a:latin typeface="Calibri Light" panose="020F0302020204030204" pitchFamily="34" charset="0"/>
                <a:cs typeface="Calibri Light" panose="020F0302020204030204" pitchFamily="34" charset="0"/>
              </a:defRPr>
            </a:lvl1pPr>
          </a:lstStyle>
          <a:p>
            <a:r>
              <a:t>Click to edit Master title style</a:t>
            </a:r>
          </a:p>
        </p:txBody>
      </p:sp>
      <p:sp>
        <p:nvSpPr>
          <p:cNvPr id="3" name="Subtitle 2"/>
          <p:cNvSpPr>
            <a:spLocks noGrp="1"/>
          </p:cNvSpPr>
          <p:nvPr>
            <p:ph type="subTitle" idx="1"/>
          </p:nvPr>
        </p:nvSpPr>
        <p:spPr>
          <a:xfrm>
            <a:off x="515938" y="3022209"/>
            <a:ext cx="4086542" cy="2010506"/>
          </a:xfrm>
        </p:spPr>
        <p:txBody>
          <a:bodyPr/>
          <a:lstStyle>
            <a:lvl1pPr marL="0" indent="0" algn="l">
              <a:lnSpc>
                <a:spcPct val="100000"/>
              </a:lnSpc>
              <a:spcBef>
                <a:spcPts val="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grpSp>
        <p:nvGrpSpPr>
          <p:cNvPr id="15" name="asurion logo">
            <a:extLst>
              <a:ext uri="{FF2B5EF4-FFF2-40B4-BE49-F238E27FC236}">
                <a16:creationId xmlns:a16="http://schemas.microsoft.com/office/drawing/2014/main" id="{742C3EE8-5E66-4064-AD77-262ED2AF1054}"/>
              </a:ext>
            </a:extLst>
          </p:cNvPr>
          <p:cNvGrpSpPr>
            <a:grpSpLocks noChangeAspect="1"/>
          </p:cNvGrpSpPr>
          <p:nvPr/>
        </p:nvGrpSpPr>
        <p:grpSpPr bwMode="auto">
          <a:xfrm>
            <a:off x="504030" y="5995713"/>
            <a:ext cx="1527969" cy="354615"/>
            <a:chOff x="316" y="3952"/>
            <a:chExt cx="586" cy="136"/>
          </a:xfrm>
          <a:solidFill>
            <a:schemeClr val="bg1"/>
          </a:solidFill>
        </p:grpSpPr>
        <p:sp>
          <p:nvSpPr>
            <p:cNvPr id="16" name="Freeform 5">
              <a:extLst>
                <a:ext uri="{FF2B5EF4-FFF2-40B4-BE49-F238E27FC236}">
                  <a16:creationId xmlns:a16="http://schemas.microsoft.com/office/drawing/2014/main" id="{9EF3FF97-F9E4-4229-93B3-D336E320D50F}"/>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6">
              <a:extLst>
                <a:ext uri="{FF2B5EF4-FFF2-40B4-BE49-F238E27FC236}">
                  <a16:creationId xmlns:a16="http://schemas.microsoft.com/office/drawing/2014/main" id="{9D763D80-7D31-4C23-92B5-7AA5C7093A4C}"/>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7">
              <a:extLst>
                <a:ext uri="{FF2B5EF4-FFF2-40B4-BE49-F238E27FC236}">
                  <a16:creationId xmlns:a16="http://schemas.microsoft.com/office/drawing/2014/main" id="{D0697A47-C99B-4053-ADFB-D711F85AEE32}"/>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8">
              <a:extLst>
                <a:ext uri="{FF2B5EF4-FFF2-40B4-BE49-F238E27FC236}">
                  <a16:creationId xmlns:a16="http://schemas.microsoft.com/office/drawing/2014/main" id="{B1BCB078-E3E2-4D42-8199-48743255792D}"/>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9">
              <a:extLst>
                <a:ext uri="{FF2B5EF4-FFF2-40B4-BE49-F238E27FC236}">
                  <a16:creationId xmlns:a16="http://schemas.microsoft.com/office/drawing/2014/main" id="{961A3D60-6C30-4644-91DF-BEEC5109B1D4}"/>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
              <a:extLst>
                <a:ext uri="{FF2B5EF4-FFF2-40B4-BE49-F238E27FC236}">
                  <a16:creationId xmlns:a16="http://schemas.microsoft.com/office/drawing/2014/main" id="{F348E325-407C-441C-B197-E60FC5A685F1}"/>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1">
              <a:extLst>
                <a:ext uri="{FF2B5EF4-FFF2-40B4-BE49-F238E27FC236}">
                  <a16:creationId xmlns:a16="http://schemas.microsoft.com/office/drawing/2014/main" id="{9F368039-5BAA-412B-A0CF-A7E83F9606F9}"/>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24" name="Text Placeholder 23">
            <a:extLst>
              <a:ext uri="{FF2B5EF4-FFF2-40B4-BE49-F238E27FC236}">
                <a16:creationId xmlns:a16="http://schemas.microsoft.com/office/drawing/2014/main" id="{20975679-7E40-4963-9C83-A613C95AA487}"/>
              </a:ext>
            </a:extLst>
          </p:cNvPr>
          <p:cNvSpPr>
            <a:spLocks noGrp="1"/>
          </p:cNvSpPr>
          <p:nvPr>
            <p:ph type="body" sz="quarter" idx="10" hasCustomPrompt="1"/>
          </p:nvPr>
        </p:nvSpPr>
        <p:spPr>
          <a:xfrm>
            <a:off x="6599238" y="6012655"/>
            <a:ext cx="3435350" cy="531812"/>
          </a:xfrm>
        </p:spPr>
        <p:txBody>
          <a:bodyPr anchor="ctr" anchorCtr="0"/>
          <a:lstStyle>
            <a:lvl1pPr>
              <a:defRPr sz="1400" b="0">
                <a:solidFill>
                  <a:schemeClr val="bg1"/>
                </a:solidFill>
                <a:latin typeface="+mn-lt"/>
              </a:defRPr>
            </a:lvl1pPr>
            <a:lvl2pPr>
              <a:defRPr sz="1400" b="0">
                <a:solidFill>
                  <a:schemeClr val="bg1"/>
                </a:solidFill>
                <a:latin typeface="+mn-lt"/>
              </a:defRPr>
            </a:lvl2pPr>
            <a:lvl3pPr>
              <a:defRPr sz="1400">
                <a:solidFill>
                  <a:schemeClr val="bg1"/>
                </a:solidFill>
                <a:latin typeface="+mn-lt"/>
              </a:defRPr>
            </a:lvl3pPr>
            <a:lvl4pPr>
              <a:defRPr sz="1400">
                <a:solidFill>
                  <a:schemeClr val="bg1"/>
                </a:solidFill>
                <a:latin typeface="+mn-lt"/>
              </a:defRPr>
            </a:lvl4pPr>
            <a:lvl5pPr>
              <a:defRPr sz="1400">
                <a:solidFill>
                  <a:schemeClr val="bg1"/>
                </a:solidFill>
                <a:latin typeface="+mn-lt"/>
              </a:defRPr>
            </a:lvl5pPr>
          </a:lstStyle>
          <a:p>
            <a:pPr lvl="0"/>
            <a:r>
              <a:t>Presenter Name</a:t>
            </a:r>
          </a:p>
        </p:txBody>
      </p:sp>
      <p:sp>
        <p:nvSpPr>
          <p:cNvPr id="25" name="Text Placeholder 23">
            <a:extLst>
              <a:ext uri="{FF2B5EF4-FFF2-40B4-BE49-F238E27FC236}">
                <a16:creationId xmlns:a16="http://schemas.microsoft.com/office/drawing/2014/main" id="{7D42A3C6-0F61-41F7-B4CB-28E14C8D7140}"/>
              </a:ext>
            </a:extLst>
          </p:cNvPr>
          <p:cNvSpPr>
            <a:spLocks noGrp="1"/>
          </p:cNvSpPr>
          <p:nvPr>
            <p:ph type="body" sz="quarter" idx="11" hasCustomPrompt="1"/>
          </p:nvPr>
        </p:nvSpPr>
        <p:spPr>
          <a:xfrm>
            <a:off x="10160000" y="6012655"/>
            <a:ext cx="1534575" cy="531812"/>
          </a:xfrm>
        </p:spPr>
        <p:txBody>
          <a:bodyPr anchor="ctr" anchorCtr="0"/>
          <a:lstStyle>
            <a:lvl1pPr algn="r">
              <a:defRPr sz="1400" b="0">
                <a:solidFill>
                  <a:schemeClr val="bg1"/>
                </a:solidFill>
                <a:latin typeface="+mn-lt"/>
              </a:defRPr>
            </a:lvl1pPr>
            <a:lvl2pPr>
              <a:defRPr sz="1400" b="0">
                <a:solidFill>
                  <a:schemeClr val="bg1"/>
                </a:solidFill>
                <a:latin typeface="+mn-lt"/>
              </a:defRPr>
            </a:lvl2pPr>
            <a:lvl3pPr>
              <a:defRPr sz="1400">
                <a:solidFill>
                  <a:schemeClr val="bg1"/>
                </a:solidFill>
                <a:latin typeface="+mn-lt"/>
              </a:defRPr>
            </a:lvl3pPr>
            <a:lvl4pPr>
              <a:defRPr sz="1400">
                <a:solidFill>
                  <a:schemeClr val="bg1"/>
                </a:solidFill>
                <a:latin typeface="+mn-lt"/>
              </a:defRPr>
            </a:lvl4pPr>
            <a:lvl5pPr>
              <a:defRPr sz="1400">
                <a:solidFill>
                  <a:schemeClr val="bg1"/>
                </a:solidFill>
                <a:latin typeface="+mn-lt"/>
              </a:defRPr>
            </a:lvl5pPr>
          </a:lstStyle>
          <a:p>
            <a:pPr lvl="0"/>
            <a:r>
              <a:t>January 01, 2020</a:t>
            </a:r>
          </a:p>
        </p:txBody>
      </p:sp>
    </p:spTree>
    <p:extLst>
      <p:ext uri="{BB962C8B-B14F-4D97-AF65-F5344CB8AC3E}">
        <p14:creationId xmlns:p14="http://schemas.microsoft.com/office/powerpoint/2010/main" val="41685737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genda 1">
    <p:spTree>
      <p:nvGrpSpPr>
        <p:cNvPr id="1" name=""/>
        <p:cNvGrpSpPr/>
        <p:nvPr/>
      </p:nvGrpSpPr>
      <p:grpSpPr>
        <a:xfrm>
          <a:off x="0" y="0"/>
          <a:ext cx="0" cy="0"/>
          <a:chOff x="0" y="0"/>
          <a:chExt cx="0" cy="0"/>
        </a:xfrm>
      </p:grpSpPr>
      <p:sp>
        <p:nvSpPr>
          <p:cNvPr id="2" name="Title 1"/>
          <p:cNvSpPr>
            <a:spLocks noGrp="1"/>
          </p:cNvSpPr>
          <p:nvPr>
            <p:ph type="title"/>
          </p:nvPr>
        </p:nvSpPr>
        <p:spPr>
          <a:xfrm>
            <a:off x="500063" y="440482"/>
            <a:ext cx="5595937" cy="1080135"/>
          </a:xfrm>
        </p:spPr>
        <p:txBody>
          <a:bodyPr/>
          <a:lstStyle>
            <a:lvl1pPr>
              <a:defRPr sz="3200"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7329268" y="474663"/>
            <a:ext cx="4362670" cy="5378450"/>
          </a:xfrm>
        </p:spPr>
        <p:txBody>
          <a:bodyPr/>
          <a:lstStyle>
            <a:lvl1pPr marL="0" indent="0">
              <a:spcBef>
                <a:spcPts val="900"/>
              </a:spcBef>
              <a:spcAft>
                <a:spcPts val="0"/>
              </a:spcAft>
              <a:buFont typeface="Arial" panose="020B0604020202020204" pitchFamily="34" charset="0"/>
              <a:buNone/>
              <a:tabLst>
                <a:tab pos="4305300" algn="r"/>
              </a:tabLst>
              <a:defRPr sz="2000" b="0"/>
            </a:lvl1pPr>
            <a:lvl2pPr marL="0" indent="0">
              <a:lnSpc>
                <a:spcPct val="100000"/>
              </a:lnSpc>
              <a:spcBef>
                <a:spcPts val="900"/>
              </a:spcBef>
              <a:spcAft>
                <a:spcPts val="0"/>
              </a:spcAft>
              <a:buFont typeface="Arial" panose="020B0604020202020204" pitchFamily="34" charset="0"/>
              <a:buNone/>
              <a:tabLst>
                <a:tab pos="4305300" algn="r"/>
              </a:tabLst>
              <a:defRPr sz="1800" b="0"/>
            </a:lvl2pPr>
            <a:lvl3pPr marL="0" indent="0">
              <a:lnSpc>
                <a:spcPct val="100000"/>
              </a:lnSpc>
              <a:spcBef>
                <a:spcPts val="900"/>
              </a:spcBef>
              <a:spcAft>
                <a:spcPts val="0"/>
              </a:spcAft>
              <a:buNone/>
              <a:tabLst>
                <a:tab pos="4305300" algn="r"/>
              </a:tabLst>
              <a:defRPr sz="1600" b="0"/>
            </a:lvl3pPr>
            <a:lvl4pPr marL="0" indent="0">
              <a:lnSpc>
                <a:spcPct val="100000"/>
              </a:lnSpc>
              <a:spcBef>
                <a:spcPts val="900"/>
              </a:spcBef>
              <a:spcAft>
                <a:spcPts val="0"/>
              </a:spcAft>
              <a:buNone/>
              <a:tabLst>
                <a:tab pos="4305300" algn="r"/>
              </a:tabLst>
              <a:defRPr sz="1400" b="0"/>
            </a:lvl4pPr>
            <a:lvl5pPr marL="0" indent="0">
              <a:lnSpc>
                <a:spcPct val="100000"/>
              </a:lnSpc>
              <a:spcBef>
                <a:spcPts val="900"/>
              </a:spcBef>
              <a:spcAft>
                <a:spcPts val="0"/>
              </a:spcAft>
              <a:buNone/>
              <a:tabLst>
                <a:tab pos="4305300" algn="r"/>
              </a:tabLst>
              <a:defRPr sz="1200" b="0"/>
            </a:lvl5pPr>
          </a:lstStyle>
          <a:p>
            <a:pPr lvl="0"/>
            <a:r>
              <a:t>Click to edit Master text styles</a:t>
            </a:r>
          </a:p>
          <a:p>
            <a:pPr lvl="1"/>
            <a:r>
              <a:t>Second level</a:t>
            </a:r>
          </a:p>
          <a:p>
            <a:pPr lvl="2"/>
            <a:r>
              <a:t>Third level</a:t>
            </a:r>
          </a:p>
          <a:p>
            <a:pPr lvl="3"/>
            <a:r>
              <a:t>Fourth level</a:t>
            </a:r>
          </a:p>
          <a:p>
            <a:pPr lvl="4"/>
            <a:r>
              <a:t>Fifth level</a:t>
            </a:r>
          </a:p>
        </p:txBody>
      </p:sp>
      <p:sp>
        <p:nvSpPr>
          <p:cNvPr id="10" name="Footer Placeholder 9">
            <a:extLst>
              <a:ext uri="{FF2B5EF4-FFF2-40B4-BE49-F238E27FC236}">
                <a16:creationId xmlns:a16="http://schemas.microsoft.com/office/drawing/2014/main" id="{78B7AA72-988A-4DB7-84B4-863A0BC6575F}"/>
              </a:ext>
            </a:extLst>
          </p:cNvPr>
          <p:cNvSpPr>
            <a:spLocks noGrp="1"/>
          </p:cNvSpPr>
          <p:nvPr>
            <p:ph type="ftr" sz="quarter" idx="11"/>
          </p:nvPr>
        </p:nvSpPr>
        <p:spPr/>
        <p:txBody>
          <a:bodyPr/>
          <a:lstStyle/>
          <a:p>
            <a:r>
              <a:t>Asurion Internal Use Only</a:t>
            </a:r>
          </a:p>
        </p:txBody>
      </p:sp>
      <p:sp>
        <p:nvSpPr>
          <p:cNvPr id="11" name="Slide Number Placeholder 10">
            <a:extLst>
              <a:ext uri="{FF2B5EF4-FFF2-40B4-BE49-F238E27FC236}">
                <a16:creationId xmlns:a16="http://schemas.microsoft.com/office/drawing/2014/main" id="{F1689F5B-F6CF-4099-BCDE-974FCFCCF93B}"/>
              </a:ext>
            </a:extLst>
          </p:cNvPr>
          <p:cNvSpPr>
            <a:spLocks noGrp="1"/>
          </p:cNvSpPr>
          <p:nvPr>
            <p:ph type="sldNum" sz="quarter" idx="12"/>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48172162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Agenda 1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00063" y="440482"/>
            <a:ext cx="5595937" cy="1080135"/>
          </a:xfrm>
        </p:spPr>
        <p:txBody>
          <a:bodyPr/>
          <a:lstStyle>
            <a:lvl1pPr>
              <a:defRPr sz="3200"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7329268" y="474663"/>
            <a:ext cx="4362670" cy="5378450"/>
          </a:xfrm>
        </p:spPr>
        <p:txBody>
          <a:bodyPr/>
          <a:lstStyle>
            <a:lvl1pPr marL="0" indent="0">
              <a:spcBef>
                <a:spcPts val="900"/>
              </a:spcBef>
              <a:spcAft>
                <a:spcPts val="0"/>
              </a:spcAft>
              <a:buFont typeface="Arial" panose="020B0604020202020204" pitchFamily="34" charset="0"/>
              <a:buNone/>
              <a:tabLst>
                <a:tab pos="4305300" algn="r"/>
              </a:tabLst>
              <a:defRPr sz="2000" b="0"/>
            </a:lvl1pPr>
            <a:lvl2pPr marL="0" indent="0">
              <a:spcBef>
                <a:spcPts val="900"/>
              </a:spcBef>
              <a:spcAft>
                <a:spcPts val="0"/>
              </a:spcAft>
              <a:buFont typeface="Arial" panose="020B0604020202020204" pitchFamily="34" charset="0"/>
              <a:buNone/>
              <a:tabLst>
                <a:tab pos="4305300" algn="r"/>
              </a:tabLst>
              <a:defRPr sz="1800" b="0"/>
            </a:lvl2pPr>
            <a:lvl3pPr marL="0" indent="0">
              <a:spcBef>
                <a:spcPts val="900"/>
              </a:spcBef>
              <a:spcAft>
                <a:spcPts val="0"/>
              </a:spcAft>
              <a:buNone/>
              <a:tabLst>
                <a:tab pos="4305300" algn="r"/>
              </a:tabLst>
              <a:defRPr sz="1600" b="0"/>
            </a:lvl3pPr>
            <a:lvl4pPr marL="0" indent="0">
              <a:spcBef>
                <a:spcPts val="900"/>
              </a:spcBef>
              <a:spcAft>
                <a:spcPts val="0"/>
              </a:spcAft>
              <a:buNone/>
              <a:tabLst>
                <a:tab pos="4305300" algn="r"/>
              </a:tabLst>
              <a:defRPr sz="1400" b="0"/>
            </a:lvl4pPr>
            <a:lvl5pPr marL="0" indent="0">
              <a:spcBef>
                <a:spcPts val="900"/>
              </a:spcBef>
              <a:spcAft>
                <a:spcPts val="0"/>
              </a:spcAft>
              <a:buNone/>
              <a:tabLst>
                <a:tab pos="4305300" algn="r"/>
              </a:tabLst>
              <a:defRPr sz="1200" b="0"/>
            </a:lvl5pPr>
          </a:lstStyle>
          <a:p>
            <a:pPr lvl="0"/>
            <a:r>
              <a:t>Click to edit Master text styles</a:t>
            </a:r>
          </a:p>
          <a:p>
            <a:pPr lvl="1"/>
            <a:r>
              <a:t>Second level</a:t>
            </a:r>
          </a:p>
          <a:p>
            <a:pPr lvl="2"/>
            <a:r>
              <a:t>Third level</a:t>
            </a:r>
          </a:p>
          <a:p>
            <a:pPr lvl="3"/>
            <a:r>
              <a:t>Fourth level</a:t>
            </a:r>
          </a:p>
          <a:p>
            <a:pPr lvl="4"/>
            <a:r>
              <a:t>Fifth level</a:t>
            </a:r>
          </a:p>
        </p:txBody>
      </p:sp>
      <p:sp>
        <p:nvSpPr>
          <p:cNvPr id="8" name="Footer Placeholder 7">
            <a:extLst>
              <a:ext uri="{FF2B5EF4-FFF2-40B4-BE49-F238E27FC236}">
                <a16:creationId xmlns:a16="http://schemas.microsoft.com/office/drawing/2014/main" id="{D09BD985-671E-4103-929F-7E66D95D9A2A}"/>
              </a:ext>
            </a:extLst>
          </p:cNvPr>
          <p:cNvSpPr>
            <a:spLocks noGrp="1"/>
          </p:cNvSpPr>
          <p:nvPr>
            <p:ph type="ftr" sz="quarter" idx="11"/>
          </p:nvPr>
        </p:nvSpPr>
        <p:spPr/>
        <p:txBody>
          <a:bodyPr/>
          <a:lstStyle/>
          <a:p>
            <a:r>
              <a:t>Asurion Internal Use Only</a:t>
            </a:r>
          </a:p>
        </p:txBody>
      </p:sp>
      <p:sp>
        <p:nvSpPr>
          <p:cNvPr id="9" name="Slide Number Placeholder 8">
            <a:extLst>
              <a:ext uri="{FF2B5EF4-FFF2-40B4-BE49-F238E27FC236}">
                <a16:creationId xmlns:a16="http://schemas.microsoft.com/office/drawing/2014/main" id="{A78CF779-080B-4B64-A94C-CC1E40B575C8}"/>
              </a:ext>
            </a:extLst>
          </p:cNvPr>
          <p:cNvSpPr>
            <a:spLocks noGrp="1"/>
          </p:cNvSpPr>
          <p:nvPr>
            <p:ph type="sldNum" sz="quarter" idx="12"/>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31798387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007754"/>
            <a:ext cx="11191875" cy="3930114"/>
          </a:xfrm>
        </p:spPr>
        <p:txBody>
          <a:bodyPr/>
          <a:lstStyle>
            <a:lvl1pPr>
              <a:spcBef>
                <a:spcPts val="900"/>
              </a:spcBef>
              <a:defRPr sz="2400"/>
            </a:lvl1pPr>
            <a:lvl2pPr>
              <a:spcBef>
                <a:spcPts val="900"/>
              </a:spcBef>
              <a:defRPr sz="2400"/>
            </a:lvl2pPr>
            <a:lvl3pPr>
              <a:defRPr sz="2400"/>
            </a:lvl3pPr>
            <a:lvl4pPr>
              <a:defRPr sz="2000"/>
            </a:lvl4pPr>
            <a:lvl5pPr>
              <a:defRPr sz="1800"/>
            </a:lvl5p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p>
            <a:r>
              <a:rPr>
                <a:solidFill>
                  <a:srgbClr val="231F20"/>
                </a:solidFill>
              </a:rPr>
              <a:t>Asurion Internal Use Only</a:t>
            </a:r>
          </a:p>
        </p:txBody>
      </p:sp>
      <p:sp>
        <p:nvSpPr>
          <p:cNvPr id="6" name="Slide Number Placeholder 5"/>
          <p:cNvSpPr>
            <a:spLocks noGrp="1"/>
          </p:cNvSpPr>
          <p:nvPr>
            <p:ph type="sldNum" sz="quarter" idx="12"/>
          </p:nvPr>
        </p:nvSpPr>
        <p:spPr/>
        <p:txBody>
          <a:bodyPr/>
          <a:lstStyle/>
          <a:p>
            <a:fld id="{9C3ACAB3-CA36-4966-8A1D-076772D39D8D}" type="slidenum">
              <a:rPr>
                <a:solidFill>
                  <a:srgbClr val="231F20"/>
                </a:solidFill>
              </a:rPr>
              <a:pPr/>
              <a:t>‹#›</a:t>
            </a:fld>
            <a:endParaRPr>
              <a:solidFill>
                <a:srgbClr val="231F20"/>
              </a:solidFill>
            </a:endParaRPr>
          </a:p>
        </p:txBody>
      </p:sp>
    </p:spTree>
    <p:extLst>
      <p:ext uri="{BB962C8B-B14F-4D97-AF65-F5344CB8AC3E}">
        <p14:creationId xmlns:p14="http://schemas.microsoft.com/office/powerpoint/2010/main" val="293061161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Agenda 2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b="0" i="0">
                <a:solidFill>
                  <a:schemeClr val="tx1"/>
                </a:solidFill>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007754"/>
            <a:ext cx="11191875" cy="3930114"/>
          </a:xfrm>
        </p:spPr>
        <p:txBody>
          <a:bodyPr/>
          <a:lstStyle>
            <a:lvl1pPr>
              <a:spcBef>
                <a:spcPts val="900"/>
              </a:spcBef>
              <a:defRPr sz="2400">
                <a:solidFill>
                  <a:schemeClr val="tx1"/>
                </a:solidFill>
              </a:defRPr>
            </a:lvl1pPr>
            <a:lvl2pPr>
              <a:spcBef>
                <a:spcPts val="900"/>
              </a:spcBef>
              <a:defRPr sz="24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lvl1pPr>
              <a:defRPr>
                <a:solidFill>
                  <a:schemeClr val="tx1"/>
                </a:solidFill>
              </a:defRPr>
            </a:lvl1pPr>
          </a:lstStyle>
          <a:p>
            <a:r>
              <a:t>Asurion Internal Use Only</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9C3ACAB3-CA36-4966-8A1D-076772D39D8D}" type="slidenum">
              <a:rPr/>
              <a:pPr/>
              <a:t>‹#›</a:t>
            </a:fld>
            <a:endParaRPr/>
          </a:p>
        </p:txBody>
      </p:sp>
    </p:spTree>
    <p:extLst>
      <p:ext uri="{BB962C8B-B14F-4D97-AF65-F5344CB8AC3E}">
        <p14:creationId xmlns:p14="http://schemas.microsoft.com/office/powerpoint/2010/main" val="16989875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1">
    <p:bg>
      <p:bgRef idx="1001">
        <a:schemeClr val="bg1"/>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747BD37-3BEA-40D2-8343-2CB995B91822}"/>
              </a:ext>
            </a:extLst>
          </p:cNvPr>
          <p:cNvSpPr/>
          <p:nvPr/>
        </p:nvSpPr>
        <p:spPr>
          <a:xfrm>
            <a:off x="0" y="0"/>
            <a:ext cx="2286000" cy="17811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324C88EA-B1EA-4FA0-8279-C122B539260B}"/>
              </a:ext>
            </a:extLst>
          </p:cNvPr>
          <p:cNvSpPr/>
          <p:nvPr/>
        </p:nvSpPr>
        <p:spPr>
          <a:xfrm>
            <a:off x="0" y="1781175"/>
            <a:ext cx="2286000" cy="50768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itle 1"/>
          <p:cNvSpPr>
            <a:spLocks noGrp="1"/>
          </p:cNvSpPr>
          <p:nvPr>
            <p:ph type="ctrTitle" hasCustomPrompt="1"/>
          </p:nvPr>
        </p:nvSpPr>
        <p:spPr>
          <a:xfrm>
            <a:off x="2781574" y="446744"/>
            <a:ext cx="6298925" cy="2147594"/>
          </a:xfrm>
        </p:spPr>
        <p:txBody>
          <a:bodyPr anchor="t" anchorCtr="0"/>
          <a:lstStyle>
            <a:lvl1pPr algn="l">
              <a:lnSpc>
                <a:spcPct val="90000"/>
              </a:lnSpc>
              <a:defRPr sz="4400" b="0" i="0">
                <a:solidFill>
                  <a:schemeClr val="tx1"/>
                </a:solidFill>
                <a:latin typeface="Calibri Light" panose="020F0302020204030204" pitchFamily="34" charset="0"/>
                <a:cs typeface="Calibri Light" panose="020F0302020204030204" pitchFamily="34" charset="0"/>
              </a:defRPr>
            </a:lvl1pPr>
          </a:lstStyle>
          <a:p>
            <a:r>
              <a:t>Click to edit Master title </a:t>
            </a:r>
            <a:br>
              <a:rPr/>
            </a:br>
            <a:r>
              <a:t>style</a:t>
            </a:r>
          </a:p>
        </p:txBody>
      </p:sp>
      <p:sp>
        <p:nvSpPr>
          <p:cNvPr id="9" name="Subtitle 2"/>
          <p:cNvSpPr>
            <a:spLocks noGrp="1"/>
          </p:cNvSpPr>
          <p:nvPr>
            <p:ph type="subTitle" idx="1"/>
          </p:nvPr>
        </p:nvSpPr>
        <p:spPr>
          <a:xfrm>
            <a:off x="2789057" y="2762591"/>
            <a:ext cx="6291442" cy="674052"/>
          </a:xfrm>
        </p:spPr>
        <p:txBody>
          <a:bodyPr/>
          <a:lstStyle>
            <a:lvl1pPr marL="0" indent="0" algn="l">
              <a:lnSpc>
                <a:spcPct val="100000"/>
              </a:lnSpc>
              <a:spcBef>
                <a:spcPts val="0"/>
              </a:spcBef>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0" name="Footer Placeholder 9">
            <a:extLst>
              <a:ext uri="{FF2B5EF4-FFF2-40B4-BE49-F238E27FC236}">
                <a16:creationId xmlns:a16="http://schemas.microsoft.com/office/drawing/2014/main" id="{4801ECF7-ED14-487E-B2E6-FB13DE50CA02}"/>
              </a:ext>
            </a:extLst>
          </p:cNvPr>
          <p:cNvSpPr>
            <a:spLocks noGrp="1"/>
          </p:cNvSpPr>
          <p:nvPr>
            <p:ph type="ftr" sz="quarter" idx="11"/>
          </p:nvPr>
        </p:nvSpPr>
        <p:spPr/>
        <p:txBody>
          <a:bodyPr/>
          <a:lstStyle/>
          <a:p>
            <a:r>
              <a:t>Asurion Internal Use Only</a:t>
            </a:r>
          </a:p>
        </p:txBody>
      </p:sp>
      <p:sp>
        <p:nvSpPr>
          <p:cNvPr id="12" name="Slide Number Placeholder 11">
            <a:extLst>
              <a:ext uri="{FF2B5EF4-FFF2-40B4-BE49-F238E27FC236}">
                <a16:creationId xmlns:a16="http://schemas.microsoft.com/office/drawing/2014/main" id="{A0BC3CDB-7A13-465F-9F51-87CE695D4C89}"/>
              </a:ext>
            </a:extLst>
          </p:cNvPr>
          <p:cNvSpPr>
            <a:spLocks noGrp="1"/>
          </p:cNvSpPr>
          <p:nvPr>
            <p:ph type="sldNum" sz="quarter" idx="12"/>
          </p:nvPr>
        </p:nvSpPr>
        <p:spPr/>
        <p:txBody>
          <a:bodyPr/>
          <a:lstStyle/>
          <a:p>
            <a:fld id="{9C3ACAB3-CA36-4966-8A1D-076772D39D8D}" type="slidenum">
              <a:rPr/>
              <a:pPr/>
              <a:t>‹#›</a:t>
            </a:fld>
            <a:endParaRPr/>
          </a:p>
        </p:txBody>
      </p:sp>
      <p:sp>
        <p:nvSpPr>
          <p:cNvPr id="16" name="Text Placeholder 15">
            <a:extLst>
              <a:ext uri="{FF2B5EF4-FFF2-40B4-BE49-F238E27FC236}">
                <a16:creationId xmlns:a16="http://schemas.microsoft.com/office/drawing/2014/main" id="{AD17E435-7649-47BA-B3A0-AA4F57BBB179}"/>
              </a:ext>
            </a:extLst>
          </p:cNvPr>
          <p:cNvSpPr>
            <a:spLocks noGrp="1"/>
          </p:cNvSpPr>
          <p:nvPr>
            <p:ph type="body" sz="quarter" idx="13" hasCustomPrompt="1"/>
          </p:nvPr>
        </p:nvSpPr>
        <p:spPr>
          <a:xfrm>
            <a:off x="182879" y="273607"/>
            <a:ext cx="1944810" cy="1428584"/>
          </a:xfrm>
        </p:spPr>
        <p:txBody>
          <a:bodyPr/>
          <a:lstStyle>
            <a:lvl1pPr algn="ctr">
              <a:spcBef>
                <a:spcPts val="0"/>
              </a:spcBef>
              <a:defRPr sz="8000" b="0">
                <a:solidFill>
                  <a:schemeClr val="bg1"/>
                </a:solidFill>
              </a:defRPr>
            </a:lvl1pPr>
          </a:lstStyle>
          <a:p>
            <a:pPr lvl="0"/>
            <a:r>
              <a:t>00</a:t>
            </a:r>
          </a:p>
        </p:txBody>
      </p:sp>
      <p:grpSp>
        <p:nvGrpSpPr>
          <p:cNvPr id="11" name="asurion logo">
            <a:extLst>
              <a:ext uri="{FF2B5EF4-FFF2-40B4-BE49-F238E27FC236}">
                <a16:creationId xmlns:a16="http://schemas.microsoft.com/office/drawing/2014/main" id="{A3635D92-5B65-2244-9F4A-197733B477FC}"/>
              </a:ext>
            </a:extLst>
          </p:cNvPr>
          <p:cNvGrpSpPr>
            <a:grpSpLocks noChangeAspect="1"/>
          </p:cNvGrpSpPr>
          <p:nvPr userDrawn="1"/>
        </p:nvGrpSpPr>
        <p:grpSpPr bwMode="auto">
          <a:xfrm>
            <a:off x="504031" y="6390186"/>
            <a:ext cx="918000" cy="213052"/>
            <a:chOff x="316" y="3952"/>
            <a:chExt cx="586" cy="136"/>
          </a:xfrm>
          <a:solidFill>
            <a:schemeClr val="bg1"/>
          </a:solidFill>
        </p:grpSpPr>
        <p:sp>
          <p:nvSpPr>
            <p:cNvPr id="13" name="Freeform 5">
              <a:extLst>
                <a:ext uri="{FF2B5EF4-FFF2-40B4-BE49-F238E27FC236}">
                  <a16:creationId xmlns:a16="http://schemas.microsoft.com/office/drawing/2014/main" id="{B1F885A6-A84D-B844-8EE9-AD1C600D6FB6}"/>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 name="Freeform 6">
              <a:extLst>
                <a:ext uri="{FF2B5EF4-FFF2-40B4-BE49-F238E27FC236}">
                  <a16:creationId xmlns:a16="http://schemas.microsoft.com/office/drawing/2014/main" id="{C9218EE1-3AC2-944C-A463-34EE6FAF2329}"/>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7">
              <a:extLst>
                <a:ext uri="{FF2B5EF4-FFF2-40B4-BE49-F238E27FC236}">
                  <a16:creationId xmlns:a16="http://schemas.microsoft.com/office/drawing/2014/main" id="{9AAFFDFE-20B9-1A4C-BDD3-7E5C0F475D84}"/>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8">
              <a:extLst>
                <a:ext uri="{FF2B5EF4-FFF2-40B4-BE49-F238E27FC236}">
                  <a16:creationId xmlns:a16="http://schemas.microsoft.com/office/drawing/2014/main" id="{D1C347CB-3AB6-2C40-9358-5826A5285D2E}"/>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9">
              <a:extLst>
                <a:ext uri="{FF2B5EF4-FFF2-40B4-BE49-F238E27FC236}">
                  <a16:creationId xmlns:a16="http://schemas.microsoft.com/office/drawing/2014/main" id="{9CF999C3-DB3C-4440-80E6-A0A67F465DA0}"/>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
              <a:extLst>
                <a:ext uri="{FF2B5EF4-FFF2-40B4-BE49-F238E27FC236}">
                  <a16:creationId xmlns:a16="http://schemas.microsoft.com/office/drawing/2014/main" id="{6B7765C3-5894-2748-B451-75EC0494E724}"/>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1">
              <a:extLst>
                <a:ext uri="{FF2B5EF4-FFF2-40B4-BE49-F238E27FC236}">
                  <a16:creationId xmlns:a16="http://schemas.microsoft.com/office/drawing/2014/main" id="{B723ACE3-78D1-A44F-9535-463CCF9DC8F7}"/>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Tree>
    <p:extLst>
      <p:ext uri="{BB962C8B-B14F-4D97-AF65-F5344CB8AC3E}">
        <p14:creationId xmlns:p14="http://schemas.microsoft.com/office/powerpoint/2010/main" val="20206515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747BD37-3BEA-40D2-8343-2CB995B91822}"/>
              </a:ext>
            </a:extLst>
          </p:cNvPr>
          <p:cNvSpPr/>
          <p:nvPr/>
        </p:nvSpPr>
        <p:spPr>
          <a:xfrm>
            <a:off x="0" y="0"/>
            <a:ext cx="2286000" cy="17811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324C88EA-B1EA-4FA0-8279-C122B539260B}"/>
              </a:ext>
            </a:extLst>
          </p:cNvPr>
          <p:cNvSpPr/>
          <p:nvPr/>
        </p:nvSpPr>
        <p:spPr>
          <a:xfrm>
            <a:off x="0" y="1781175"/>
            <a:ext cx="2286000" cy="50768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itle 1"/>
          <p:cNvSpPr>
            <a:spLocks noGrp="1"/>
          </p:cNvSpPr>
          <p:nvPr>
            <p:ph type="ctrTitle" hasCustomPrompt="1"/>
          </p:nvPr>
        </p:nvSpPr>
        <p:spPr>
          <a:xfrm>
            <a:off x="2781574" y="446744"/>
            <a:ext cx="6298925" cy="2147594"/>
          </a:xfrm>
        </p:spPr>
        <p:txBody>
          <a:bodyPr anchor="t" anchorCtr="0"/>
          <a:lstStyle>
            <a:lvl1pPr algn="l">
              <a:lnSpc>
                <a:spcPct val="90000"/>
              </a:lnSpc>
              <a:defRPr sz="4400" b="0" i="0">
                <a:solidFill>
                  <a:schemeClr val="tx1"/>
                </a:solidFill>
                <a:latin typeface="Calibri Light" panose="020F0302020204030204" pitchFamily="34" charset="0"/>
                <a:cs typeface="Calibri Light" panose="020F0302020204030204" pitchFamily="34" charset="0"/>
              </a:defRPr>
            </a:lvl1pPr>
          </a:lstStyle>
          <a:p>
            <a:r>
              <a:t>Click to edit Master title </a:t>
            </a:r>
            <a:br>
              <a:rPr/>
            </a:br>
            <a:r>
              <a:t>style</a:t>
            </a:r>
          </a:p>
        </p:txBody>
      </p:sp>
      <p:sp>
        <p:nvSpPr>
          <p:cNvPr id="9" name="Subtitle 2"/>
          <p:cNvSpPr>
            <a:spLocks noGrp="1"/>
          </p:cNvSpPr>
          <p:nvPr>
            <p:ph type="subTitle" idx="1"/>
          </p:nvPr>
        </p:nvSpPr>
        <p:spPr>
          <a:xfrm>
            <a:off x="2789057" y="2762591"/>
            <a:ext cx="6291442" cy="674052"/>
          </a:xfrm>
        </p:spPr>
        <p:txBody>
          <a:bodyPr/>
          <a:lstStyle>
            <a:lvl1pPr marL="0" indent="0" algn="l">
              <a:lnSpc>
                <a:spcPct val="100000"/>
              </a:lnSpc>
              <a:spcBef>
                <a:spcPts val="0"/>
              </a:spcBef>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0" name="Footer Placeholder 9">
            <a:extLst>
              <a:ext uri="{FF2B5EF4-FFF2-40B4-BE49-F238E27FC236}">
                <a16:creationId xmlns:a16="http://schemas.microsoft.com/office/drawing/2014/main" id="{4801ECF7-ED14-487E-B2E6-FB13DE50CA02}"/>
              </a:ext>
            </a:extLst>
          </p:cNvPr>
          <p:cNvSpPr>
            <a:spLocks noGrp="1"/>
          </p:cNvSpPr>
          <p:nvPr>
            <p:ph type="ftr" sz="quarter" idx="11"/>
          </p:nvPr>
        </p:nvSpPr>
        <p:spPr/>
        <p:txBody>
          <a:bodyPr/>
          <a:lstStyle/>
          <a:p>
            <a:r>
              <a:t>Asurion Internal Use Only</a:t>
            </a:r>
          </a:p>
        </p:txBody>
      </p:sp>
      <p:sp>
        <p:nvSpPr>
          <p:cNvPr id="12" name="Slide Number Placeholder 11">
            <a:extLst>
              <a:ext uri="{FF2B5EF4-FFF2-40B4-BE49-F238E27FC236}">
                <a16:creationId xmlns:a16="http://schemas.microsoft.com/office/drawing/2014/main" id="{A0BC3CDB-7A13-465F-9F51-87CE695D4C89}"/>
              </a:ext>
            </a:extLst>
          </p:cNvPr>
          <p:cNvSpPr>
            <a:spLocks noGrp="1"/>
          </p:cNvSpPr>
          <p:nvPr>
            <p:ph type="sldNum" sz="quarter" idx="12"/>
          </p:nvPr>
        </p:nvSpPr>
        <p:spPr/>
        <p:txBody>
          <a:bodyPr/>
          <a:lstStyle/>
          <a:p>
            <a:fld id="{9C3ACAB3-CA36-4966-8A1D-076772D39D8D}" type="slidenum">
              <a:rPr/>
              <a:pPr/>
              <a:t>‹#›</a:t>
            </a:fld>
            <a:endParaRPr/>
          </a:p>
        </p:txBody>
      </p:sp>
      <p:sp>
        <p:nvSpPr>
          <p:cNvPr id="16" name="Text Placeholder 15">
            <a:extLst>
              <a:ext uri="{FF2B5EF4-FFF2-40B4-BE49-F238E27FC236}">
                <a16:creationId xmlns:a16="http://schemas.microsoft.com/office/drawing/2014/main" id="{AD17E435-7649-47BA-B3A0-AA4F57BBB179}"/>
              </a:ext>
            </a:extLst>
          </p:cNvPr>
          <p:cNvSpPr>
            <a:spLocks noGrp="1"/>
          </p:cNvSpPr>
          <p:nvPr>
            <p:ph type="body" sz="quarter" idx="13" hasCustomPrompt="1"/>
          </p:nvPr>
        </p:nvSpPr>
        <p:spPr>
          <a:xfrm>
            <a:off x="182879" y="273607"/>
            <a:ext cx="1944810" cy="1428584"/>
          </a:xfrm>
        </p:spPr>
        <p:txBody>
          <a:bodyPr/>
          <a:lstStyle>
            <a:lvl1pPr algn="ctr">
              <a:spcBef>
                <a:spcPts val="0"/>
              </a:spcBef>
              <a:defRPr sz="8000" b="0">
                <a:solidFill>
                  <a:schemeClr val="bg1"/>
                </a:solidFill>
              </a:defRPr>
            </a:lvl1pPr>
          </a:lstStyle>
          <a:p>
            <a:pPr lvl="0"/>
            <a:r>
              <a:t>00</a:t>
            </a:r>
          </a:p>
        </p:txBody>
      </p:sp>
      <p:grpSp>
        <p:nvGrpSpPr>
          <p:cNvPr id="11" name="asurion logo">
            <a:extLst>
              <a:ext uri="{FF2B5EF4-FFF2-40B4-BE49-F238E27FC236}">
                <a16:creationId xmlns:a16="http://schemas.microsoft.com/office/drawing/2014/main" id="{FEC17685-B133-C345-A89F-A29C5966C316}"/>
              </a:ext>
            </a:extLst>
          </p:cNvPr>
          <p:cNvGrpSpPr>
            <a:grpSpLocks noChangeAspect="1"/>
          </p:cNvGrpSpPr>
          <p:nvPr userDrawn="1"/>
        </p:nvGrpSpPr>
        <p:grpSpPr bwMode="auto">
          <a:xfrm>
            <a:off x="504031" y="6390186"/>
            <a:ext cx="918000" cy="213052"/>
            <a:chOff x="316" y="3952"/>
            <a:chExt cx="586" cy="136"/>
          </a:xfrm>
          <a:solidFill>
            <a:schemeClr val="bg1"/>
          </a:solidFill>
        </p:grpSpPr>
        <p:sp>
          <p:nvSpPr>
            <p:cNvPr id="13" name="Freeform 5">
              <a:extLst>
                <a:ext uri="{FF2B5EF4-FFF2-40B4-BE49-F238E27FC236}">
                  <a16:creationId xmlns:a16="http://schemas.microsoft.com/office/drawing/2014/main" id="{1DA59301-3241-F348-BEBD-A6FFEADD1664}"/>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 name="Freeform 6">
              <a:extLst>
                <a:ext uri="{FF2B5EF4-FFF2-40B4-BE49-F238E27FC236}">
                  <a16:creationId xmlns:a16="http://schemas.microsoft.com/office/drawing/2014/main" id="{239CCB2F-6595-5940-8A39-B3E30B1ABE24}"/>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7">
              <a:extLst>
                <a:ext uri="{FF2B5EF4-FFF2-40B4-BE49-F238E27FC236}">
                  <a16:creationId xmlns:a16="http://schemas.microsoft.com/office/drawing/2014/main" id="{86BD6342-63E8-6241-9895-40B3FD18FD0F}"/>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8">
              <a:extLst>
                <a:ext uri="{FF2B5EF4-FFF2-40B4-BE49-F238E27FC236}">
                  <a16:creationId xmlns:a16="http://schemas.microsoft.com/office/drawing/2014/main" id="{FF5FEC08-0FA6-3D4F-A889-0BBFE49D90C0}"/>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9">
              <a:extLst>
                <a:ext uri="{FF2B5EF4-FFF2-40B4-BE49-F238E27FC236}">
                  <a16:creationId xmlns:a16="http://schemas.microsoft.com/office/drawing/2014/main" id="{F318E898-1C1D-3046-88C4-16F050D7F0E2}"/>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
              <a:extLst>
                <a:ext uri="{FF2B5EF4-FFF2-40B4-BE49-F238E27FC236}">
                  <a16:creationId xmlns:a16="http://schemas.microsoft.com/office/drawing/2014/main" id="{9315519C-656E-724D-86B0-E6FFBFDFDBC8}"/>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1">
              <a:extLst>
                <a:ext uri="{FF2B5EF4-FFF2-40B4-BE49-F238E27FC236}">
                  <a16:creationId xmlns:a16="http://schemas.microsoft.com/office/drawing/2014/main" id="{81591244-1087-6E48-A901-C4FA89D203F8}"/>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Tree>
    <p:extLst>
      <p:ext uri="{BB962C8B-B14F-4D97-AF65-F5344CB8AC3E}">
        <p14:creationId xmlns:p14="http://schemas.microsoft.com/office/powerpoint/2010/main" val="30387406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accent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747BD37-3BEA-40D2-8343-2CB995B91822}"/>
              </a:ext>
            </a:extLst>
          </p:cNvPr>
          <p:cNvSpPr/>
          <p:nvPr/>
        </p:nvSpPr>
        <p:spPr>
          <a:xfrm>
            <a:off x="0" y="0"/>
            <a:ext cx="2286000" cy="17811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324C88EA-B1EA-4FA0-8279-C122B539260B}"/>
              </a:ext>
            </a:extLst>
          </p:cNvPr>
          <p:cNvSpPr/>
          <p:nvPr/>
        </p:nvSpPr>
        <p:spPr>
          <a:xfrm>
            <a:off x="0" y="1781175"/>
            <a:ext cx="2286000" cy="50768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itle 1"/>
          <p:cNvSpPr>
            <a:spLocks noGrp="1"/>
          </p:cNvSpPr>
          <p:nvPr>
            <p:ph type="ctrTitle" hasCustomPrompt="1"/>
          </p:nvPr>
        </p:nvSpPr>
        <p:spPr>
          <a:xfrm>
            <a:off x="2781574" y="446744"/>
            <a:ext cx="6298925" cy="2147594"/>
          </a:xfrm>
        </p:spPr>
        <p:txBody>
          <a:bodyPr anchor="t" anchorCtr="0"/>
          <a:lstStyle>
            <a:lvl1pPr algn="l">
              <a:lnSpc>
                <a:spcPct val="90000"/>
              </a:lnSpc>
              <a:defRPr sz="4400" b="0" i="0">
                <a:solidFill>
                  <a:schemeClr val="tx1"/>
                </a:solidFill>
                <a:latin typeface="Calibri Light" panose="020F0302020204030204" pitchFamily="34" charset="0"/>
                <a:cs typeface="Calibri Light" panose="020F0302020204030204" pitchFamily="34" charset="0"/>
              </a:defRPr>
            </a:lvl1pPr>
          </a:lstStyle>
          <a:p>
            <a:r>
              <a:t>Click to edit Master title </a:t>
            </a:r>
            <a:br>
              <a:rPr/>
            </a:br>
            <a:r>
              <a:t>style</a:t>
            </a:r>
          </a:p>
        </p:txBody>
      </p:sp>
      <p:sp>
        <p:nvSpPr>
          <p:cNvPr id="9" name="Subtitle 2"/>
          <p:cNvSpPr>
            <a:spLocks noGrp="1"/>
          </p:cNvSpPr>
          <p:nvPr>
            <p:ph type="subTitle" idx="1"/>
          </p:nvPr>
        </p:nvSpPr>
        <p:spPr>
          <a:xfrm>
            <a:off x="2789057" y="2762591"/>
            <a:ext cx="6291442" cy="674052"/>
          </a:xfrm>
        </p:spPr>
        <p:txBody>
          <a:bodyPr/>
          <a:lstStyle>
            <a:lvl1pPr marL="0" indent="0" algn="l">
              <a:lnSpc>
                <a:spcPct val="100000"/>
              </a:lnSpc>
              <a:spcBef>
                <a:spcPts val="0"/>
              </a:spcBef>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0" name="Footer Placeholder 9">
            <a:extLst>
              <a:ext uri="{FF2B5EF4-FFF2-40B4-BE49-F238E27FC236}">
                <a16:creationId xmlns:a16="http://schemas.microsoft.com/office/drawing/2014/main" id="{4801ECF7-ED14-487E-B2E6-FB13DE50CA02}"/>
              </a:ext>
            </a:extLst>
          </p:cNvPr>
          <p:cNvSpPr>
            <a:spLocks noGrp="1"/>
          </p:cNvSpPr>
          <p:nvPr>
            <p:ph type="ftr" sz="quarter" idx="11"/>
          </p:nvPr>
        </p:nvSpPr>
        <p:spPr/>
        <p:txBody>
          <a:bodyPr/>
          <a:lstStyle/>
          <a:p>
            <a:r>
              <a:t>Asurion Internal Use Only</a:t>
            </a:r>
          </a:p>
        </p:txBody>
      </p:sp>
      <p:sp>
        <p:nvSpPr>
          <p:cNvPr id="12" name="Slide Number Placeholder 11">
            <a:extLst>
              <a:ext uri="{FF2B5EF4-FFF2-40B4-BE49-F238E27FC236}">
                <a16:creationId xmlns:a16="http://schemas.microsoft.com/office/drawing/2014/main" id="{A0BC3CDB-7A13-465F-9F51-87CE695D4C89}"/>
              </a:ext>
            </a:extLst>
          </p:cNvPr>
          <p:cNvSpPr>
            <a:spLocks noGrp="1"/>
          </p:cNvSpPr>
          <p:nvPr>
            <p:ph type="sldNum" sz="quarter" idx="12"/>
          </p:nvPr>
        </p:nvSpPr>
        <p:spPr/>
        <p:txBody>
          <a:bodyPr/>
          <a:lstStyle/>
          <a:p>
            <a:fld id="{9C3ACAB3-CA36-4966-8A1D-076772D39D8D}" type="slidenum">
              <a:rPr/>
              <a:pPr/>
              <a:t>‹#›</a:t>
            </a:fld>
            <a:endParaRPr/>
          </a:p>
        </p:txBody>
      </p:sp>
      <p:sp>
        <p:nvSpPr>
          <p:cNvPr id="16" name="Text Placeholder 15">
            <a:extLst>
              <a:ext uri="{FF2B5EF4-FFF2-40B4-BE49-F238E27FC236}">
                <a16:creationId xmlns:a16="http://schemas.microsoft.com/office/drawing/2014/main" id="{AD17E435-7649-47BA-B3A0-AA4F57BBB179}"/>
              </a:ext>
            </a:extLst>
          </p:cNvPr>
          <p:cNvSpPr>
            <a:spLocks noGrp="1"/>
          </p:cNvSpPr>
          <p:nvPr>
            <p:ph type="body" sz="quarter" idx="13" hasCustomPrompt="1"/>
          </p:nvPr>
        </p:nvSpPr>
        <p:spPr>
          <a:xfrm>
            <a:off x="182879" y="273607"/>
            <a:ext cx="1944810" cy="1428584"/>
          </a:xfrm>
        </p:spPr>
        <p:txBody>
          <a:bodyPr/>
          <a:lstStyle>
            <a:lvl1pPr algn="ctr">
              <a:spcBef>
                <a:spcPts val="0"/>
              </a:spcBef>
              <a:defRPr sz="8000" b="0">
                <a:solidFill>
                  <a:schemeClr val="bg1"/>
                </a:solidFill>
              </a:defRPr>
            </a:lvl1pPr>
          </a:lstStyle>
          <a:p>
            <a:pPr lvl="0"/>
            <a:r>
              <a:t>00</a:t>
            </a:r>
          </a:p>
        </p:txBody>
      </p:sp>
      <p:grpSp>
        <p:nvGrpSpPr>
          <p:cNvPr id="11" name="asurion logo">
            <a:extLst>
              <a:ext uri="{FF2B5EF4-FFF2-40B4-BE49-F238E27FC236}">
                <a16:creationId xmlns:a16="http://schemas.microsoft.com/office/drawing/2014/main" id="{C7358717-6715-9E44-A068-A7FC60CA96D0}"/>
              </a:ext>
            </a:extLst>
          </p:cNvPr>
          <p:cNvGrpSpPr>
            <a:grpSpLocks noChangeAspect="1"/>
          </p:cNvGrpSpPr>
          <p:nvPr userDrawn="1"/>
        </p:nvGrpSpPr>
        <p:grpSpPr bwMode="auto">
          <a:xfrm>
            <a:off x="504031" y="6390186"/>
            <a:ext cx="918000" cy="213052"/>
            <a:chOff x="316" y="3952"/>
            <a:chExt cx="586" cy="136"/>
          </a:xfrm>
          <a:solidFill>
            <a:schemeClr val="tx1"/>
          </a:solidFill>
        </p:grpSpPr>
        <p:sp>
          <p:nvSpPr>
            <p:cNvPr id="13" name="Freeform 5">
              <a:extLst>
                <a:ext uri="{FF2B5EF4-FFF2-40B4-BE49-F238E27FC236}">
                  <a16:creationId xmlns:a16="http://schemas.microsoft.com/office/drawing/2014/main" id="{D3603A01-45DA-5A47-AD42-93373378AD33}"/>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4" name="Freeform 6">
              <a:extLst>
                <a:ext uri="{FF2B5EF4-FFF2-40B4-BE49-F238E27FC236}">
                  <a16:creationId xmlns:a16="http://schemas.microsoft.com/office/drawing/2014/main" id="{AD2FF58D-2A25-9344-B27B-E66EF3E13A53}"/>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7">
              <a:extLst>
                <a:ext uri="{FF2B5EF4-FFF2-40B4-BE49-F238E27FC236}">
                  <a16:creationId xmlns:a16="http://schemas.microsoft.com/office/drawing/2014/main" id="{47B47A3D-A2AE-B44B-9805-F10DDF88ED32}"/>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8">
              <a:extLst>
                <a:ext uri="{FF2B5EF4-FFF2-40B4-BE49-F238E27FC236}">
                  <a16:creationId xmlns:a16="http://schemas.microsoft.com/office/drawing/2014/main" id="{3ABE1799-2661-C346-88AD-D93AF4F49DBE}"/>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9">
              <a:extLst>
                <a:ext uri="{FF2B5EF4-FFF2-40B4-BE49-F238E27FC236}">
                  <a16:creationId xmlns:a16="http://schemas.microsoft.com/office/drawing/2014/main" id="{6DBBDC10-20A7-0643-A02A-86E0D5F83048}"/>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
              <a:extLst>
                <a:ext uri="{FF2B5EF4-FFF2-40B4-BE49-F238E27FC236}">
                  <a16:creationId xmlns:a16="http://schemas.microsoft.com/office/drawing/2014/main" id="{1F1030EA-EEDA-3546-8BC7-FF764C45D499}"/>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1">
              <a:extLst>
                <a:ext uri="{FF2B5EF4-FFF2-40B4-BE49-F238E27FC236}">
                  <a16:creationId xmlns:a16="http://schemas.microsoft.com/office/drawing/2014/main" id="{2CB39BA2-CCB4-7C49-8EBE-81D315322362}"/>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Tree>
    <p:extLst>
      <p:ext uri="{BB962C8B-B14F-4D97-AF65-F5344CB8AC3E}">
        <p14:creationId xmlns:p14="http://schemas.microsoft.com/office/powerpoint/2010/main" val="41009677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Section Header 4">
    <p:bg>
      <p:bgPr>
        <a:solidFill>
          <a:schemeClr val="accent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AA3B2CE-A3B3-4189-8B73-7FEBFEEA5D8E}"/>
              </a:ext>
            </a:extLst>
          </p:cNvPr>
          <p:cNvSpPr>
            <a:spLocks noGrp="1"/>
          </p:cNvSpPr>
          <p:nvPr>
            <p:ph type="pic" sz="quarter" idx="13"/>
          </p:nvPr>
        </p:nvSpPr>
        <p:spPr>
          <a:xfrm>
            <a:off x="4572000" y="0"/>
            <a:ext cx="7620000" cy="6858000"/>
          </a:xfrm>
        </p:spPr>
        <p:txBody>
          <a:bodyPr/>
          <a:lstStyle/>
          <a:p>
            <a:endParaRPr/>
          </a:p>
        </p:txBody>
      </p:sp>
      <p:sp>
        <p:nvSpPr>
          <p:cNvPr id="8" name="Title 1"/>
          <p:cNvSpPr>
            <a:spLocks noGrp="1"/>
          </p:cNvSpPr>
          <p:nvPr>
            <p:ph type="ctrTitle" hasCustomPrompt="1"/>
          </p:nvPr>
        </p:nvSpPr>
        <p:spPr>
          <a:xfrm>
            <a:off x="535141" y="446743"/>
            <a:ext cx="3778097" cy="2690351"/>
          </a:xfrm>
        </p:spPr>
        <p:txBody>
          <a:bodyPr anchor="t" anchorCtr="0"/>
          <a:lstStyle>
            <a:lvl1pPr algn="l">
              <a:lnSpc>
                <a:spcPct val="90000"/>
              </a:lnSpc>
              <a:defRPr sz="4400" b="0" i="0">
                <a:solidFill>
                  <a:schemeClr val="tx1"/>
                </a:solidFill>
                <a:latin typeface="Calibri Light" panose="020F0302020204030204" pitchFamily="34" charset="0"/>
                <a:cs typeface="Calibri Light" panose="020F0302020204030204" pitchFamily="34" charset="0"/>
              </a:defRPr>
            </a:lvl1pPr>
          </a:lstStyle>
          <a:p>
            <a:r>
              <a:t>Click to edit Master title </a:t>
            </a:r>
            <a:br>
              <a:rPr/>
            </a:br>
            <a:r>
              <a:t>style</a:t>
            </a:r>
          </a:p>
        </p:txBody>
      </p:sp>
      <p:sp>
        <p:nvSpPr>
          <p:cNvPr id="9" name="Subtitle 2"/>
          <p:cNvSpPr>
            <a:spLocks noGrp="1"/>
          </p:cNvSpPr>
          <p:nvPr>
            <p:ph type="subTitle" idx="1"/>
          </p:nvPr>
        </p:nvSpPr>
        <p:spPr>
          <a:xfrm>
            <a:off x="542624" y="3436643"/>
            <a:ext cx="3773609" cy="674052"/>
          </a:xfrm>
        </p:spPr>
        <p:txBody>
          <a:bodyPr/>
          <a:lstStyle>
            <a:lvl1pPr marL="0" indent="0" algn="l">
              <a:lnSpc>
                <a:spcPct val="100000"/>
              </a:lnSpc>
              <a:spcBef>
                <a:spcPts val="0"/>
              </a:spcBef>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0" name="Footer Placeholder 9">
            <a:extLst>
              <a:ext uri="{FF2B5EF4-FFF2-40B4-BE49-F238E27FC236}">
                <a16:creationId xmlns:a16="http://schemas.microsoft.com/office/drawing/2014/main" id="{4801ECF7-ED14-487E-B2E6-FB13DE50CA02}"/>
              </a:ext>
            </a:extLst>
          </p:cNvPr>
          <p:cNvSpPr>
            <a:spLocks noGrp="1"/>
          </p:cNvSpPr>
          <p:nvPr>
            <p:ph type="ftr" sz="quarter" idx="11"/>
          </p:nvPr>
        </p:nvSpPr>
        <p:spPr/>
        <p:txBody>
          <a:bodyPr/>
          <a:lstStyle/>
          <a:p>
            <a:r>
              <a:t>Asurion Internal Use Only</a:t>
            </a:r>
          </a:p>
        </p:txBody>
      </p:sp>
      <p:sp>
        <p:nvSpPr>
          <p:cNvPr id="12" name="Slide Number Placeholder 11">
            <a:extLst>
              <a:ext uri="{FF2B5EF4-FFF2-40B4-BE49-F238E27FC236}">
                <a16:creationId xmlns:a16="http://schemas.microsoft.com/office/drawing/2014/main" id="{A0BC3CDB-7A13-465F-9F51-87CE695D4C89}"/>
              </a:ext>
            </a:extLst>
          </p:cNvPr>
          <p:cNvSpPr>
            <a:spLocks noGrp="1"/>
          </p:cNvSpPr>
          <p:nvPr>
            <p:ph type="sldNum" sz="quarter" idx="12"/>
          </p:nvPr>
        </p:nvSpPr>
        <p:spPr/>
        <p:txBody>
          <a:bodyPr/>
          <a:lstStyle/>
          <a:p>
            <a:fld id="{9C3ACAB3-CA36-4966-8A1D-076772D39D8D}" type="slidenum">
              <a:rPr/>
              <a:pPr/>
              <a:t>‹#›</a:t>
            </a:fld>
            <a:endParaRPr/>
          </a:p>
        </p:txBody>
      </p:sp>
      <p:grpSp>
        <p:nvGrpSpPr>
          <p:cNvPr id="11" name="asurion logo">
            <a:extLst>
              <a:ext uri="{FF2B5EF4-FFF2-40B4-BE49-F238E27FC236}">
                <a16:creationId xmlns:a16="http://schemas.microsoft.com/office/drawing/2014/main" id="{E1C5BE53-885F-4140-A2D0-795FBB7C1231}"/>
              </a:ext>
            </a:extLst>
          </p:cNvPr>
          <p:cNvGrpSpPr>
            <a:grpSpLocks noChangeAspect="1"/>
          </p:cNvGrpSpPr>
          <p:nvPr userDrawn="1"/>
        </p:nvGrpSpPr>
        <p:grpSpPr bwMode="auto">
          <a:xfrm>
            <a:off x="504031" y="6390186"/>
            <a:ext cx="918000" cy="213052"/>
            <a:chOff x="316" y="3952"/>
            <a:chExt cx="586" cy="136"/>
          </a:xfrm>
          <a:solidFill>
            <a:schemeClr val="tx1"/>
          </a:solidFill>
        </p:grpSpPr>
        <p:sp>
          <p:nvSpPr>
            <p:cNvPr id="14" name="Freeform 5">
              <a:extLst>
                <a:ext uri="{FF2B5EF4-FFF2-40B4-BE49-F238E27FC236}">
                  <a16:creationId xmlns:a16="http://schemas.microsoft.com/office/drawing/2014/main" id="{188848DB-B87D-B041-A849-970DFD53FD68}"/>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6">
              <a:extLst>
                <a:ext uri="{FF2B5EF4-FFF2-40B4-BE49-F238E27FC236}">
                  <a16:creationId xmlns:a16="http://schemas.microsoft.com/office/drawing/2014/main" id="{DCA25C55-1346-AA4E-B99A-B92DB24C9257}"/>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 name="Freeform 7">
              <a:extLst>
                <a:ext uri="{FF2B5EF4-FFF2-40B4-BE49-F238E27FC236}">
                  <a16:creationId xmlns:a16="http://schemas.microsoft.com/office/drawing/2014/main" id="{624A4990-4E45-BE4E-8F5C-8D885585F352}"/>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8">
              <a:extLst>
                <a:ext uri="{FF2B5EF4-FFF2-40B4-BE49-F238E27FC236}">
                  <a16:creationId xmlns:a16="http://schemas.microsoft.com/office/drawing/2014/main" id="{A0CCF30B-EF01-9241-89DE-6194C640FBA2}"/>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9">
              <a:extLst>
                <a:ext uri="{FF2B5EF4-FFF2-40B4-BE49-F238E27FC236}">
                  <a16:creationId xmlns:a16="http://schemas.microsoft.com/office/drawing/2014/main" id="{69220C85-DAA7-BC4E-818D-2170A0678CF9}"/>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10">
              <a:extLst>
                <a:ext uri="{FF2B5EF4-FFF2-40B4-BE49-F238E27FC236}">
                  <a16:creationId xmlns:a16="http://schemas.microsoft.com/office/drawing/2014/main" id="{56C6BD5A-A22D-1140-84E9-1700B1F47FB3}"/>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11">
              <a:extLst>
                <a:ext uri="{FF2B5EF4-FFF2-40B4-BE49-F238E27FC236}">
                  <a16:creationId xmlns:a16="http://schemas.microsoft.com/office/drawing/2014/main" id="{E4641BA2-7F1D-F94D-A723-FAF1B048BF9A}"/>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Tree>
    <p:extLst>
      <p:ext uri="{BB962C8B-B14F-4D97-AF65-F5344CB8AC3E}">
        <p14:creationId xmlns:p14="http://schemas.microsoft.com/office/powerpoint/2010/main" val="11085091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Header 5">
    <p:bg>
      <p:bgPr>
        <a:solidFill>
          <a:schemeClr val="accent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AA3B2CE-A3B3-4189-8B73-7FEBFEEA5D8E}"/>
              </a:ext>
            </a:extLst>
          </p:cNvPr>
          <p:cNvSpPr>
            <a:spLocks noGrp="1"/>
          </p:cNvSpPr>
          <p:nvPr>
            <p:ph type="pic" sz="quarter" idx="13"/>
          </p:nvPr>
        </p:nvSpPr>
        <p:spPr>
          <a:xfrm>
            <a:off x="4572000" y="0"/>
            <a:ext cx="7620000" cy="6858000"/>
          </a:xfrm>
        </p:spPr>
        <p:txBody>
          <a:bodyPr/>
          <a:lstStyle/>
          <a:p>
            <a:endParaRPr/>
          </a:p>
        </p:txBody>
      </p:sp>
      <p:sp>
        <p:nvSpPr>
          <p:cNvPr id="8" name="Title 1"/>
          <p:cNvSpPr>
            <a:spLocks noGrp="1"/>
          </p:cNvSpPr>
          <p:nvPr>
            <p:ph type="ctrTitle" hasCustomPrompt="1"/>
          </p:nvPr>
        </p:nvSpPr>
        <p:spPr>
          <a:xfrm>
            <a:off x="535141" y="446743"/>
            <a:ext cx="3778097" cy="2690351"/>
          </a:xfrm>
        </p:spPr>
        <p:txBody>
          <a:bodyPr anchor="t" anchorCtr="0"/>
          <a:lstStyle>
            <a:lvl1pPr algn="l">
              <a:lnSpc>
                <a:spcPct val="90000"/>
              </a:lnSpc>
              <a:defRPr sz="4400" b="0" i="0">
                <a:solidFill>
                  <a:schemeClr val="tx1"/>
                </a:solidFill>
                <a:latin typeface="Calibri Light" panose="020F0302020204030204" pitchFamily="34" charset="0"/>
                <a:cs typeface="Calibri Light" panose="020F0302020204030204" pitchFamily="34" charset="0"/>
              </a:defRPr>
            </a:lvl1pPr>
          </a:lstStyle>
          <a:p>
            <a:r>
              <a:t>Click to edit Master title </a:t>
            </a:r>
            <a:br>
              <a:rPr/>
            </a:br>
            <a:r>
              <a:t>style</a:t>
            </a:r>
          </a:p>
        </p:txBody>
      </p:sp>
      <p:sp>
        <p:nvSpPr>
          <p:cNvPr id="9" name="Subtitle 2"/>
          <p:cNvSpPr>
            <a:spLocks noGrp="1"/>
          </p:cNvSpPr>
          <p:nvPr>
            <p:ph type="subTitle" idx="1"/>
          </p:nvPr>
        </p:nvSpPr>
        <p:spPr>
          <a:xfrm>
            <a:off x="542624" y="3436643"/>
            <a:ext cx="3773609" cy="674052"/>
          </a:xfrm>
        </p:spPr>
        <p:txBody>
          <a:bodyPr/>
          <a:lstStyle>
            <a:lvl1pPr marL="0" indent="0" algn="l">
              <a:lnSpc>
                <a:spcPct val="100000"/>
              </a:lnSpc>
              <a:spcBef>
                <a:spcPts val="0"/>
              </a:spcBef>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0" name="Footer Placeholder 9">
            <a:extLst>
              <a:ext uri="{FF2B5EF4-FFF2-40B4-BE49-F238E27FC236}">
                <a16:creationId xmlns:a16="http://schemas.microsoft.com/office/drawing/2014/main" id="{4801ECF7-ED14-487E-B2E6-FB13DE50CA02}"/>
              </a:ext>
            </a:extLst>
          </p:cNvPr>
          <p:cNvSpPr>
            <a:spLocks noGrp="1"/>
          </p:cNvSpPr>
          <p:nvPr>
            <p:ph type="ftr" sz="quarter" idx="11"/>
          </p:nvPr>
        </p:nvSpPr>
        <p:spPr/>
        <p:txBody>
          <a:bodyPr/>
          <a:lstStyle/>
          <a:p>
            <a:r>
              <a:t>Asurion Internal Use Only</a:t>
            </a:r>
          </a:p>
        </p:txBody>
      </p:sp>
      <p:sp>
        <p:nvSpPr>
          <p:cNvPr id="12" name="Slide Number Placeholder 11">
            <a:extLst>
              <a:ext uri="{FF2B5EF4-FFF2-40B4-BE49-F238E27FC236}">
                <a16:creationId xmlns:a16="http://schemas.microsoft.com/office/drawing/2014/main" id="{A0BC3CDB-7A13-465F-9F51-87CE695D4C89}"/>
              </a:ext>
            </a:extLst>
          </p:cNvPr>
          <p:cNvSpPr>
            <a:spLocks noGrp="1"/>
          </p:cNvSpPr>
          <p:nvPr>
            <p:ph type="sldNum" sz="quarter" idx="12"/>
          </p:nvPr>
        </p:nvSpPr>
        <p:spPr/>
        <p:txBody>
          <a:bodyPr/>
          <a:lstStyle/>
          <a:p>
            <a:fld id="{9C3ACAB3-CA36-4966-8A1D-076772D39D8D}" type="slidenum">
              <a:rPr/>
              <a:pPr/>
              <a:t>‹#›</a:t>
            </a:fld>
            <a:endParaRPr/>
          </a:p>
        </p:txBody>
      </p:sp>
      <p:grpSp>
        <p:nvGrpSpPr>
          <p:cNvPr id="13" name="asurion logo">
            <a:extLst>
              <a:ext uri="{FF2B5EF4-FFF2-40B4-BE49-F238E27FC236}">
                <a16:creationId xmlns:a16="http://schemas.microsoft.com/office/drawing/2014/main" id="{BE011928-E47D-2041-8C67-C22638984F3A}"/>
              </a:ext>
            </a:extLst>
          </p:cNvPr>
          <p:cNvGrpSpPr>
            <a:grpSpLocks noChangeAspect="1"/>
          </p:cNvGrpSpPr>
          <p:nvPr userDrawn="1"/>
        </p:nvGrpSpPr>
        <p:grpSpPr bwMode="auto">
          <a:xfrm>
            <a:off x="504031" y="6390186"/>
            <a:ext cx="918000" cy="213052"/>
            <a:chOff x="316" y="3952"/>
            <a:chExt cx="586" cy="136"/>
          </a:xfrm>
          <a:solidFill>
            <a:schemeClr val="tx1"/>
          </a:solidFill>
        </p:grpSpPr>
        <p:sp>
          <p:nvSpPr>
            <p:cNvPr id="14" name="Freeform 5">
              <a:extLst>
                <a:ext uri="{FF2B5EF4-FFF2-40B4-BE49-F238E27FC236}">
                  <a16:creationId xmlns:a16="http://schemas.microsoft.com/office/drawing/2014/main" id="{4CB7B69E-B273-0D48-BFDA-34E192F32134}"/>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5" name="Freeform 6">
              <a:extLst>
                <a:ext uri="{FF2B5EF4-FFF2-40B4-BE49-F238E27FC236}">
                  <a16:creationId xmlns:a16="http://schemas.microsoft.com/office/drawing/2014/main" id="{95280FB1-5A13-EF43-8314-29BF259ABB80}"/>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6" name="Freeform 7">
              <a:extLst>
                <a:ext uri="{FF2B5EF4-FFF2-40B4-BE49-F238E27FC236}">
                  <a16:creationId xmlns:a16="http://schemas.microsoft.com/office/drawing/2014/main" id="{481AAD2C-29B4-EC49-9316-7FAF69725321}"/>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8">
              <a:extLst>
                <a:ext uri="{FF2B5EF4-FFF2-40B4-BE49-F238E27FC236}">
                  <a16:creationId xmlns:a16="http://schemas.microsoft.com/office/drawing/2014/main" id="{27323948-8731-5143-A257-D33E8C0C0891}"/>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9">
              <a:extLst>
                <a:ext uri="{FF2B5EF4-FFF2-40B4-BE49-F238E27FC236}">
                  <a16:creationId xmlns:a16="http://schemas.microsoft.com/office/drawing/2014/main" id="{D78202CB-9C9D-B64F-B9BB-DDB5A81A7DCF}"/>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10">
              <a:extLst>
                <a:ext uri="{FF2B5EF4-FFF2-40B4-BE49-F238E27FC236}">
                  <a16:creationId xmlns:a16="http://schemas.microsoft.com/office/drawing/2014/main" id="{F29FBD53-E2A2-3247-85DE-C8D45F947F71}"/>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11">
              <a:extLst>
                <a:ext uri="{FF2B5EF4-FFF2-40B4-BE49-F238E27FC236}">
                  <a16:creationId xmlns:a16="http://schemas.microsoft.com/office/drawing/2014/main" id="{98F56C5E-7A69-EC45-BF50-0515ECB63AC3}"/>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Tree>
    <p:extLst>
      <p:ext uri="{BB962C8B-B14F-4D97-AF65-F5344CB8AC3E}">
        <p14:creationId xmlns:p14="http://schemas.microsoft.com/office/powerpoint/2010/main" val="32617029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Layouts">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3D20DFA8-C5FE-DB44-9BF9-1274EAD5637C}" type="slidenum">
              <a:rPr/>
              <a:t>‹#›</a:t>
            </a:fld>
            <a:endParaRPr/>
          </a:p>
        </p:txBody>
      </p:sp>
      <p:sp>
        <p:nvSpPr>
          <p:cNvPr id="6" name="Rectangle 5"/>
          <p:cNvSpPr/>
          <p:nvPr/>
        </p:nvSpPr>
        <p:spPr>
          <a:xfrm>
            <a:off x="1" y="0"/>
            <a:ext cx="12192000"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80000"/>
              </a:lnSpc>
            </a:pPr>
            <a:r>
              <a:rPr sz="11500" b="0" i="0" spc="100">
                <a:solidFill>
                  <a:srgbClr val="FFFFFF"/>
                </a:solidFill>
                <a:latin typeface="+mj-lt"/>
              </a:rPr>
              <a:t>CONTENT</a:t>
            </a:r>
            <a:br>
              <a:rPr sz="11500" b="0" i="0" spc="100">
                <a:solidFill>
                  <a:srgbClr val="FFFFFF"/>
                </a:solidFill>
                <a:latin typeface="+mj-lt"/>
              </a:rPr>
            </a:br>
            <a:r>
              <a:rPr sz="11500" b="0" i="0" spc="100">
                <a:solidFill>
                  <a:srgbClr val="FFFFFF"/>
                </a:solidFill>
                <a:latin typeface="+mj-lt"/>
              </a:rPr>
              <a:t>LAYOUTS</a:t>
            </a:r>
          </a:p>
        </p:txBody>
      </p:sp>
      <p:sp>
        <p:nvSpPr>
          <p:cNvPr id="8" name="TextBox 7">
            <a:extLst>
              <a:ext uri="{FF2B5EF4-FFF2-40B4-BE49-F238E27FC236}">
                <a16:creationId xmlns:a16="http://schemas.microsoft.com/office/drawing/2014/main" id="{730C9D3A-9A1A-C140-B0F7-9A8C63C4D4BD}"/>
              </a:ext>
            </a:extLst>
          </p:cNvPr>
          <p:cNvSpPr txBox="1"/>
          <p:nvPr/>
        </p:nvSpPr>
        <p:spPr>
          <a:xfrm>
            <a:off x="2428504" y="6365140"/>
            <a:ext cx="7334995" cy="169277"/>
          </a:xfrm>
          <a:prstGeom prst="rect">
            <a:avLst/>
          </a:prstGeom>
          <a:noFill/>
        </p:spPr>
        <p:txBody>
          <a:bodyPr wrap="square" lIns="0" tIns="0" rIns="0" bIns="0" rtlCol="0">
            <a:spAutoFit/>
          </a:bodyPr>
          <a:lstStyle/>
          <a:p>
            <a:pPr algn="ctr"/>
            <a:r>
              <a:rPr sz="1100" b="0" i="0" kern="1200">
                <a:solidFill>
                  <a:schemeClr val="bg1">
                    <a:lumMod val="85000"/>
                  </a:schemeClr>
                </a:solidFill>
                <a:effectLst/>
                <a:latin typeface="+mn-lt"/>
                <a:ea typeface="+mn-ea"/>
                <a:cs typeface="+mn-cs"/>
              </a:rPr>
              <a:t>Layouts past this point have been inherited from other files and may not be a part of the approved Asurion template.</a:t>
            </a:r>
            <a:endParaRPr sz="1100">
              <a:solidFill>
                <a:schemeClr val="bg1">
                  <a:lumMod val="85000"/>
                </a:schemeClr>
              </a:solidFill>
            </a:endParaRPr>
          </a:p>
        </p:txBody>
      </p:sp>
    </p:spTree>
    <p:extLst>
      <p:ext uri="{BB962C8B-B14F-4D97-AF65-F5344CB8AC3E}">
        <p14:creationId xmlns:p14="http://schemas.microsoft.com/office/powerpoint/2010/main" val="4014613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17775"/>
            <a:ext cx="11191875" cy="337343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9" name="Footer Placeholder 8">
            <a:extLst>
              <a:ext uri="{FF2B5EF4-FFF2-40B4-BE49-F238E27FC236}">
                <a16:creationId xmlns:a16="http://schemas.microsoft.com/office/drawing/2014/main" id="{0B1C1BA4-C831-4BAE-8902-D8B44C11CD26}"/>
              </a:ext>
            </a:extLst>
          </p:cNvPr>
          <p:cNvSpPr>
            <a:spLocks noGrp="1"/>
          </p:cNvSpPr>
          <p:nvPr>
            <p:ph type="ftr" sz="quarter" idx="11"/>
          </p:nvPr>
        </p:nvSpPr>
        <p:spPr/>
        <p:txBody>
          <a:bodyPr/>
          <a:lstStyle/>
          <a:p>
            <a:r>
              <a:t>Asurion Internal Use Only</a:t>
            </a:r>
          </a:p>
        </p:txBody>
      </p:sp>
      <p:sp>
        <p:nvSpPr>
          <p:cNvPr id="10" name="Slide Number Placeholder 9">
            <a:extLst>
              <a:ext uri="{FF2B5EF4-FFF2-40B4-BE49-F238E27FC236}">
                <a16:creationId xmlns:a16="http://schemas.microsoft.com/office/drawing/2014/main" id="{F1BD78D5-7CB0-4BF0-A1E0-CDD845021190}"/>
              </a:ext>
            </a:extLst>
          </p:cNvPr>
          <p:cNvSpPr>
            <a:spLocks noGrp="1"/>
          </p:cNvSpPr>
          <p:nvPr>
            <p:ph type="sldNum" sz="quarter" idx="12"/>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368938908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0951"/>
            <a:ext cx="11191875" cy="3370262"/>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p>
            <a:r>
              <a:rPr>
                <a:solidFill>
                  <a:srgbClr val="231F20"/>
                </a:solidFill>
              </a:rPr>
              <a:t>Asurion Internal Use Only</a:t>
            </a:r>
          </a:p>
        </p:txBody>
      </p:sp>
      <p:sp>
        <p:nvSpPr>
          <p:cNvPr id="6" name="Slide Number Placeholder 5"/>
          <p:cNvSpPr>
            <a:spLocks noGrp="1"/>
          </p:cNvSpPr>
          <p:nvPr>
            <p:ph type="sldNum" sz="quarter" idx="12"/>
          </p:nvPr>
        </p:nvSpPr>
        <p:spPr/>
        <p:txBody>
          <a:bodyPr/>
          <a:lstStyle/>
          <a:p>
            <a:fld id="{9C3ACAB3-CA36-4966-8A1D-076772D39D8D}" type="slidenum">
              <a:rPr>
                <a:solidFill>
                  <a:srgbClr val="231F20"/>
                </a:solidFill>
              </a:rPr>
              <a:pPr/>
              <a:t>‹#›</a:t>
            </a:fld>
            <a:endParaRPr>
              <a:solidFill>
                <a:srgbClr val="231F20"/>
              </a:solidFill>
            </a:endParaRPr>
          </a:p>
        </p:txBody>
      </p:sp>
      <p:sp>
        <p:nvSpPr>
          <p:cNvPr id="9" name="Text Placeholder 2">
            <a:extLst>
              <a:ext uri="{FF2B5EF4-FFF2-40B4-BE49-F238E27FC236}">
                <a16:creationId xmlns:a16="http://schemas.microsoft.com/office/drawing/2014/main" id="{F0639103-1054-48CB-9C4A-BC221A9D4897}"/>
              </a:ext>
            </a:extLst>
          </p:cNvPr>
          <p:cNvSpPr>
            <a:spLocks noGrp="1"/>
          </p:cNvSpPr>
          <p:nvPr>
            <p:ph type="body" idx="13"/>
          </p:nvPr>
        </p:nvSpPr>
        <p:spPr>
          <a:xfrm>
            <a:off x="500063" y="1481655"/>
            <a:ext cx="11191874" cy="786765"/>
          </a:xfrm>
        </p:spPr>
        <p:txBody>
          <a:bodyPr anchor="t" anchorCtr="0"/>
          <a:lstStyle>
            <a:lvl1pPr marL="0" indent="0">
              <a:spcBef>
                <a:spcPts val="0"/>
              </a:spcBef>
              <a:buNone/>
              <a:defRPr sz="18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Tree>
    <p:extLst>
      <p:ext uri="{BB962C8B-B14F-4D97-AF65-F5344CB8AC3E}">
        <p14:creationId xmlns:p14="http://schemas.microsoft.com/office/powerpoint/2010/main" val="122236954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1698625"/>
            <a:ext cx="11191875" cy="41925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p>
            <a:r>
              <a:rPr>
                <a:solidFill>
                  <a:srgbClr val="231F20"/>
                </a:solidFill>
              </a:rPr>
              <a:t>Asurion Internal Use Only</a:t>
            </a:r>
          </a:p>
        </p:txBody>
      </p:sp>
      <p:sp>
        <p:nvSpPr>
          <p:cNvPr id="6" name="Slide Number Placeholder 5"/>
          <p:cNvSpPr>
            <a:spLocks noGrp="1"/>
          </p:cNvSpPr>
          <p:nvPr>
            <p:ph type="sldNum" sz="quarter" idx="12"/>
          </p:nvPr>
        </p:nvSpPr>
        <p:spPr/>
        <p:txBody>
          <a:bodyPr/>
          <a:lstStyle/>
          <a:p>
            <a:fld id="{9C3ACAB3-CA36-4966-8A1D-076772D39D8D}" type="slidenum">
              <a:rPr>
                <a:solidFill>
                  <a:srgbClr val="231F20"/>
                </a:solidFill>
              </a:rPr>
              <a:pPr/>
              <a:t>‹#›</a:t>
            </a:fld>
            <a:endParaRPr>
              <a:solidFill>
                <a:srgbClr val="231F20"/>
              </a:solidFill>
            </a:endParaRPr>
          </a:p>
        </p:txBody>
      </p:sp>
    </p:spTree>
    <p:extLst>
      <p:ext uri="{BB962C8B-B14F-4D97-AF65-F5344CB8AC3E}">
        <p14:creationId xmlns:p14="http://schemas.microsoft.com/office/powerpoint/2010/main" val="130208849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On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0000"/>
            <a:ext cx="55959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p>
            <a:r>
              <a:rPr>
                <a:solidFill>
                  <a:srgbClr val="231F20"/>
                </a:solidFill>
              </a:rPr>
              <a:t>Asurion Internal Use Only</a:t>
            </a:r>
          </a:p>
        </p:txBody>
      </p:sp>
      <p:sp>
        <p:nvSpPr>
          <p:cNvPr id="6" name="Slide Number Placeholder 5"/>
          <p:cNvSpPr>
            <a:spLocks noGrp="1"/>
          </p:cNvSpPr>
          <p:nvPr>
            <p:ph type="sldNum" sz="quarter" idx="12"/>
          </p:nvPr>
        </p:nvSpPr>
        <p:spPr/>
        <p:txBody>
          <a:bodyPr/>
          <a:lstStyle/>
          <a:p>
            <a:fld id="{9C3ACAB3-CA36-4966-8A1D-076772D39D8D}" type="slidenum">
              <a:rPr>
                <a:solidFill>
                  <a:srgbClr val="231F20"/>
                </a:solidFill>
              </a:rPr>
              <a:pPr/>
              <a:t>‹#›</a:t>
            </a:fld>
            <a:endParaRPr>
              <a:solidFill>
                <a:srgbClr val="231F20"/>
              </a:solidFill>
            </a:endParaRPr>
          </a:p>
        </p:txBody>
      </p:sp>
    </p:spTree>
    <p:extLst>
      <p:ext uri="{BB962C8B-B14F-4D97-AF65-F5344CB8AC3E}">
        <p14:creationId xmlns:p14="http://schemas.microsoft.com/office/powerpoint/2010/main" val="399086781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9" name="Content Placeholder 8"/>
          <p:cNvSpPr>
            <a:spLocks noGrp="1"/>
          </p:cNvSpPr>
          <p:nvPr>
            <p:ph sz="quarter" idx="13"/>
          </p:nvPr>
        </p:nvSpPr>
        <p:spPr>
          <a:xfrm>
            <a:off x="500063" y="2517775"/>
            <a:ext cx="5324400" cy="337343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 name="Content Placeholder 8"/>
          <p:cNvSpPr>
            <a:spLocks noGrp="1"/>
          </p:cNvSpPr>
          <p:nvPr>
            <p:ph sz="quarter" idx="14"/>
          </p:nvPr>
        </p:nvSpPr>
        <p:spPr>
          <a:xfrm>
            <a:off x="6367537" y="2517775"/>
            <a:ext cx="5324400" cy="337343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3" name="Footer Placeholder 2">
            <a:extLst>
              <a:ext uri="{FF2B5EF4-FFF2-40B4-BE49-F238E27FC236}">
                <a16:creationId xmlns:a16="http://schemas.microsoft.com/office/drawing/2014/main" id="{3C5FB212-C07C-47E4-B111-95662FEA0438}"/>
              </a:ext>
            </a:extLst>
          </p:cNvPr>
          <p:cNvSpPr>
            <a:spLocks noGrp="1"/>
          </p:cNvSpPr>
          <p:nvPr>
            <p:ph type="ftr" sz="quarter" idx="16"/>
          </p:nvPr>
        </p:nvSpPr>
        <p:spPr/>
        <p:txBody>
          <a:bodyPr/>
          <a:lstStyle/>
          <a:p>
            <a:r>
              <a:t>Asurion Internal Use Only</a:t>
            </a:r>
          </a:p>
        </p:txBody>
      </p:sp>
      <p:sp>
        <p:nvSpPr>
          <p:cNvPr id="4" name="Slide Number Placeholder 3">
            <a:extLst>
              <a:ext uri="{FF2B5EF4-FFF2-40B4-BE49-F238E27FC236}">
                <a16:creationId xmlns:a16="http://schemas.microsoft.com/office/drawing/2014/main" id="{C7F383D8-C510-4C92-8A54-DA05FA7AFFE1}"/>
              </a:ext>
            </a:extLst>
          </p:cNvPr>
          <p:cNvSpPr>
            <a:spLocks noGrp="1"/>
          </p:cNvSpPr>
          <p:nvPr>
            <p:ph type="sldNum" sz="quarter" idx="17"/>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62392301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0000"/>
            <a:ext cx="35893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9" name="Content Placeholder 2">
            <a:extLst>
              <a:ext uri="{FF2B5EF4-FFF2-40B4-BE49-F238E27FC236}">
                <a16:creationId xmlns:a16="http://schemas.microsoft.com/office/drawing/2014/main" id="{C1157396-66F3-4131-832E-DED0E7ABE71E}"/>
              </a:ext>
            </a:extLst>
          </p:cNvPr>
          <p:cNvSpPr>
            <a:spLocks noGrp="1"/>
          </p:cNvSpPr>
          <p:nvPr>
            <p:ph idx="13"/>
          </p:nvPr>
        </p:nvSpPr>
        <p:spPr>
          <a:xfrm>
            <a:off x="4301332" y="2520000"/>
            <a:ext cx="35893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 name="Content Placeholder 2">
            <a:extLst>
              <a:ext uri="{FF2B5EF4-FFF2-40B4-BE49-F238E27FC236}">
                <a16:creationId xmlns:a16="http://schemas.microsoft.com/office/drawing/2014/main" id="{E0226DC9-EE88-4C38-BFC7-8CF1082EDBD4}"/>
              </a:ext>
            </a:extLst>
          </p:cNvPr>
          <p:cNvSpPr>
            <a:spLocks noGrp="1"/>
          </p:cNvSpPr>
          <p:nvPr>
            <p:ph idx="14"/>
          </p:nvPr>
        </p:nvSpPr>
        <p:spPr>
          <a:xfrm>
            <a:off x="8102601" y="2520000"/>
            <a:ext cx="35893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2" name="Footer Placeholder 11">
            <a:extLst>
              <a:ext uri="{FF2B5EF4-FFF2-40B4-BE49-F238E27FC236}">
                <a16:creationId xmlns:a16="http://schemas.microsoft.com/office/drawing/2014/main" id="{0DF938D9-FDBF-4E2E-9864-B9A3DEB81AA7}"/>
              </a:ext>
            </a:extLst>
          </p:cNvPr>
          <p:cNvSpPr>
            <a:spLocks noGrp="1"/>
          </p:cNvSpPr>
          <p:nvPr>
            <p:ph type="ftr" sz="quarter" idx="16"/>
          </p:nvPr>
        </p:nvSpPr>
        <p:spPr/>
        <p:txBody>
          <a:bodyPr/>
          <a:lstStyle/>
          <a:p>
            <a:r>
              <a:t>Asurion Internal Use Only</a:t>
            </a:r>
          </a:p>
        </p:txBody>
      </p:sp>
      <p:sp>
        <p:nvSpPr>
          <p:cNvPr id="13" name="Slide Number Placeholder 12">
            <a:extLst>
              <a:ext uri="{FF2B5EF4-FFF2-40B4-BE49-F238E27FC236}">
                <a16:creationId xmlns:a16="http://schemas.microsoft.com/office/drawing/2014/main" id="{3F92F295-8332-4AF1-945C-EF34A8F3D014}"/>
              </a:ext>
            </a:extLst>
          </p:cNvPr>
          <p:cNvSpPr>
            <a:spLocks noGrp="1"/>
          </p:cNvSpPr>
          <p:nvPr>
            <p:ph type="sldNum" sz="quarter" idx="17"/>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392724526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Four Content">
    <p:spTree>
      <p:nvGrpSpPr>
        <p:cNvPr id="1" name=""/>
        <p:cNvGrpSpPr/>
        <p:nvPr/>
      </p:nvGrpSpPr>
      <p:grpSpPr>
        <a:xfrm>
          <a:off x="0" y="0"/>
          <a:ext cx="0" cy="0"/>
          <a:chOff x="0" y="0"/>
          <a:chExt cx="0" cy="0"/>
        </a:xfrm>
      </p:grpSpPr>
      <p:sp>
        <p:nvSpPr>
          <p:cNvPr id="2" name="Title 1"/>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0000"/>
            <a:ext cx="25860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9" name="Content Placeholder 2">
            <a:extLst>
              <a:ext uri="{FF2B5EF4-FFF2-40B4-BE49-F238E27FC236}">
                <a16:creationId xmlns:a16="http://schemas.microsoft.com/office/drawing/2014/main" id="{C1157396-66F3-4131-832E-DED0E7ABE71E}"/>
              </a:ext>
            </a:extLst>
          </p:cNvPr>
          <p:cNvSpPr>
            <a:spLocks noGrp="1"/>
          </p:cNvSpPr>
          <p:nvPr>
            <p:ph idx="13"/>
          </p:nvPr>
        </p:nvSpPr>
        <p:spPr>
          <a:xfrm>
            <a:off x="3293269" y="2520000"/>
            <a:ext cx="25860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 name="Content Placeholder 2">
            <a:extLst>
              <a:ext uri="{FF2B5EF4-FFF2-40B4-BE49-F238E27FC236}">
                <a16:creationId xmlns:a16="http://schemas.microsoft.com/office/drawing/2014/main" id="{E0226DC9-EE88-4C38-BFC7-8CF1082EDBD4}"/>
              </a:ext>
            </a:extLst>
          </p:cNvPr>
          <p:cNvSpPr>
            <a:spLocks noGrp="1"/>
          </p:cNvSpPr>
          <p:nvPr>
            <p:ph idx="14"/>
          </p:nvPr>
        </p:nvSpPr>
        <p:spPr>
          <a:xfrm>
            <a:off x="6086475" y="2520000"/>
            <a:ext cx="25860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2" name="Footer Placeholder 11">
            <a:extLst>
              <a:ext uri="{FF2B5EF4-FFF2-40B4-BE49-F238E27FC236}">
                <a16:creationId xmlns:a16="http://schemas.microsoft.com/office/drawing/2014/main" id="{0DF938D9-FDBF-4E2E-9864-B9A3DEB81AA7}"/>
              </a:ext>
            </a:extLst>
          </p:cNvPr>
          <p:cNvSpPr>
            <a:spLocks noGrp="1"/>
          </p:cNvSpPr>
          <p:nvPr>
            <p:ph type="ftr" sz="quarter" idx="16"/>
          </p:nvPr>
        </p:nvSpPr>
        <p:spPr/>
        <p:txBody>
          <a:bodyPr/>
          <a:lstStyle/>
          <a:p>
            <a:r>
              <a:t>Asurion Internal Use Only</a:t>
            </a:r>
          </a:p>
        </p:txBody>
      </p:sp>
      <p:sp>
        <p:nvSpPr>
          <p:cNvPr id="13" name="Slide Number Placeholder 12">
            <a:extLst>
              <a:ext uri="{FF2B5EF4-FFF2-40B4-BE49-F238E27FC236}">
                <a16:creationId xmlns:a16="http://schemas.microsoft.com/office/drawing/2014/main" id="{3F92F295-8332-4AF1-945C-EF34A8F3D014}"/>
              </a:ext>
            </a:extLst>
          </p:cNvPr>
          <p:cNvSpPr>
            <a:spLocks noGrp="1"/>
          </p:cNvSpPr>
          <p:nvPr>
            <p:ph type="sldNum" sz="quarter" idx="17"/>
          </p:nvPr>
        </p:nvSpPr>
        <p:spPr/>
        <p:txBody>
          <a:bodyPr/>
          <a:lstStyle/>
          <a:p>
            <a:fld id="{9C3ACAB3-CA36-4966-8A1D-076772D39D8D}" type="slidenum">
              <a:rPr/>
              <a:pPr/>
              <a:t>‹#›</a:t>
            </a:fld>
            <a:endParaRPr/>
          </a:p>
        </p:txBody>
      </p:sp>
      <p:sp>
        <p:nvSpPr>
          <p:cNvPr id="14" name="Content Placeholder 2">
            <a:extLst>
              <a:ext uri="{FF2B5EF4-FFF2-40B4-BE49-F238E27FC236}">
                <a16:creationId xmlns:a16="http://schemas.microsoft.com/office/drawing/2014/main" id="{151B05AA-B42D-4FA0-948C-88C9B0D745DE}"/>
              </a:ext>
            </a:extLst>
          </p:cNvPr>
          <p:cNvSpPr>
            <a:spLocks noGrp="1"/>
          </p:cNvSpPr>
          <p:nvPr>
            <p:ph idx="18"/>
          </p:nvPr>
        </p:nvSpPr>
        <p:spPr>
          <a:xfrm>
            <a:off x="8879681" y="2520000"/>
            <a:ext cx="2586037" cy="3365183"/>
          </a:xfrm>
        </p:spPr>
        <p:txBody>
          <a:bodyPr/>
          <a:lstStyle/>
          <a:p>
            <a:pPr lvl="0"/>
            <a:r>
              <a:t>Click to edit Master text styles</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30338438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One Content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0000"/>
            <a:ext cx="55959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8" name="Footer Placeholder 7">
            <a:extLst>
              <a:ext uri="{FF2B5EF4-FFF2-40B4-BE49-F238E27FC236}">
                <a16:creationId xmlns:a16="http://schemas.microsoft.com/office/drawing/2014/main" id="{65DBBB8B-648D-4197-97B9-AE71487D25C5}"/>
              </a:ext>
            </a:extLst>
          </p:cNvPr>
          <p:cNvSpPr>
            <a:spLocks noGrp="1"/>
          </p:cNvSpPr>
          <p:nvPr>
            <p:ph type="ftr" sz="quarter" idx="11"/>
          </p:nvPr>
        </p:nvSpPr>
        <p:spPr/>
        <p:txBody>
          <a:bodyPr/>
          <a:lstStyle/>
          <a:p>
            <a:r>
              <a:t>Asurion Internal Use Only</a:t>
            </a:r>
          </a:p>
        </p:txBody>
      </p:sp>
      <p:sp>
        <p:nvSpPr>
          <p:cNvPr id="9" name="Slide Number Placeholder 8">
            <a:extLst>
              <a:ext uri="{FF2B5EF4-FFF2-40B4-BE49-F238E27FC236}">
                <a16:creationId xmlns:a16="http://schemas.microsoft.com/office/drawing/2014/main" id="{65924E6F-6328-463D-B419-65509C9FE4B2}"/>
              </a:ext>
            </a:extLst>
          </p:cNvPr>
          <p:cNvSpPr>
            <a:spLocks noGrp="1"/>
          </p:cNvSpPr>
          <p:nvPr>
            <p:ph type="sldNum" sz="quarter" idx="12"/>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40381903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ntent Dark">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9" name="Content Placeholder 8"/>
          <p:cNvSpPr>
            <a:spLocks noGrp="1"/>
          </p:cNvSpPr>
          <p:nvPr>
            <p:ph sz="quarter" idx="13"/>
          </p:nvPr>
        </p:nvSpPr>
        <p:spPr>
          <a:xfrm>
            <a:off x="500063" y="2517775"/>
            <a:ext cx="5324400" cy="337343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 name="Content Placeholder 8"/>
          <p:cNvSpPr>
            <a:spLocks noGrp="1"/>
          </p:cNvSpPr>
          <p:nvPr>
            <p:ph sz="quarter" idx="14"/>
          </p:nvPr>
        </p:nvSpPr>
        <p:spPr>
          <a:xfrm>
            <a:off x="6367537" y="2517775"/>
            <a:ext cx="5324400" cy="337343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3" name="Footer Placeholder 2">
            <a:extLst>
              <a:ext uri="{FF2B5EF4-FFF2-40B4-BE49-F238E27FC236}">
                <a16:creationId xmlns:a16="http://schemas.microsoft.com/office/drawing/2014/main" id="{3C5FB212-C07C-47E4-B111-95662FEA0438}"/>
              </a:ext>
            </a:extLst>
          </p:cNvPr>
          <p:cNvSpPr>
            <a:spLocks noGrp="1"/>
          </p:cNvSpPr>
          <p:nvPr>
            <p:ph type="ftr" sz="quarter" idx="16"/>
          </p:nvPr>
        </p:nvSpPr>
        <p:spPr/>
        <p:txBody>
          <a:bodyPr/>
          <a:lstStyle/>
          <a:p>
            <a:r>
              <a:t>Asurion Internal Use Only</a:t>
            </a:r>
          </a:p>
        </p:txBody>
      </p:sp>
      <p:sp>
        <p:nvSpPr>
          <p:cNvPr id="4" name="Slide Number Placeholder 3">
            <a:extLst>
              <a:ext uri="{FF2B5EF4-FFF2-40B4-BE49-F238E27FC236}">
                <a16:creationId xmlns:a16="http://schemas.microsoft.com/office/drawing/2014/main" id="{C7F383D8-C510-4C92-8A54-DA05FA7AFFE1}"/>
              </a:ext>
            </a:extLst>
          </p:cNvPr>
          <p:cNvSpPr>
            <a:spLocks noGrp="1"/>
          </p:cNvSpPr>
          <p:nvPr>
            <p:ph type="sldNum" sz="quarter" idx="17"/>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35849867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hree Content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0000"/>
            <a:ext cx="35893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9" name="Content Placeholder 2">
            <a:extLst>
              <a:ext uri="{FF2B5EF4-FFF2-40B4-BE49-F238E27FC236}">
                <a16:creationId xmlns:a16="http://schemas.microsoft.com/office/drawing/2014/main" id="{C1157396-66F3-4131-832E-DED0E7ABE71E}"/>
              </a:ext>
            </a:extLst>
          </p:cNvPr>
          <p:cNvSpPr>
            <a:spLocks noGrp="1"/>
          </p:cNvSpPr>
          <p:nvPr>
            <p:ph idx="13"/>
          </p:nvPr>
        </p:nvSpPr>
        <p:spPr>
          <a:xfrm>
            <a:off x="4301332" y="2520000"/>
            <a:ext cx="35893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 name="Content Placeholder 2">
            <a:extLst>
              <a:ext uri="{FF2B5EF4-FFF2-40B4-BE49-F238E27FC236}">
                <a16:creationId xmlns:a16="http://schemas.microsoft.com/office/drawing/2014/main" id="{E0226DC9-EE88-4C38-BFC7-8CF1082EDBD4}"/>
              </a:ext>
            </a:extLst>
          </p:cNvPr>
          <p:cNvSpPr>
            <a:spLocks noGrp="1"/>
          </p:cNvSpPr>
          <p:nvPr>
            <p:ph idx="14"/>
          </p:nvPr>
        </p:nvSpPr>
        <p:spPr>
          <a:xfrm>
            <a:off x="8102601" y="2520000"/>
            <a:ext cx="35893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8" name="Footer Placeholder 7">
            <a:extLst>
              <a:ext uri="{FF2B5EF4-FFF2-40B4-BE49-F238E27FC236}">
                <a16:creationId xmlns:a16="http://schemas.microsoft.com/office/drawing/2014/main" id="{42DF5BAB-DC7D-4C2E-822E-C0828F8BD7FD}"/>
              </a:ext>
            </a:extLst>
          </p:cNvPr>
          <p:cNvSpPr>
            <a:spLocks noGrp="1"/>
          </p:cNvSpPr>
          <p:nvPr>
            <p:ph type="ftr" sz="quarter" idx="16"/>
          </p:nvPr>
        </p:nvSpPr>
        <p:spPr/>
        <p:txBody>
          <a:bodyPr/>
          <a:lstStyle/>
          <a:p>
            <a:r>
              <a:t>Asurion Internal Use Only</a:t>
            </a:r>
          </a:p>
        </p:txBody>
      </p:sp>
      <p:sp>
        <p:nvSpPr>
          <p:cNvPr id="11" name="Slide Number Placeholder 10">
            <a:extLst>
              <a:ext uri="{FF2B5EF4-FFF2-40B4-BE49-F238E27FC236}">
                <a16:creationId xmlns:a16="http://schemas.microsoft.com/office/drawing/2014/main" id="{EC5A2B2A-4207-4088-8306-70D21909D815}"/>
              </a:ext>
            </a:extLst>
          </p:cNvPr>
          <p:cNvSpPr>
            <a:spLocks noGrp="1"/>
          </p:cNvSpPr>
          <p:nvPr>
            <p:ph type="sldNum" sz="quarter" idx="17"/>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77795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Four Content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0000"/>
            <a:ext cx="25860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9" name="Content Placeholder 2">
            <a:extLst>
              <a:ext uri="{FF2B5EF4-FFF2-40B4-BE49-F238E27FC236}">
                <a16:creationId xmlns:a16="http://schemas.microsoft.com/office/drawing/2014/main" id="{C1157396-66F3-4131-832E-DED0E7ABE71E}"/>
              </a:ext>
            </a:extLst>
          </p:cNvPr>
          <p:cNvSpPr>
            <a:spLocks noGrp="1"/>
          </p:cNvSpPr>
          <p:nvPr>
            <p:ph idx="13"/>
          </p:nvPr>
        </p:nvSpPr>
        <p:spPr>
          <a:xfrm>
            <a:off x="3293269" y="2520000"/>
            <a:ext cx="25860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 name="Content Placeholder 2">
            <a:extLst>
              <a:ext uri="{FF2B5EF4-FFF2-40B4-BE49-F238E27FC236}">
                <a16:creationId xmlns:a16="http://schemas.microsoft.com/office/drawing/2014/main" id="{E0226DC9-EE88-4C38-BFC7-8CF1082EDBD4}"/>
              </a:ext>
            </a:extLst>
          </p:cNvPr>
          <p:cNvSpPr>
            <a:spLocks noGrp="1"/>
          </p:cNvSpPr>
          <p:nvPr>
            <p:ph idx="14"/>
          </p:nvPr>
        </p:nvSpPr>
        <p:spPr>
          <a:xfrm>
            <a:off x="6086475" y="2520000"/>
            <a:ext cx="2586037" cy="3365183"/>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2" name="Footer Placeholder 11">
            <a:extLst>
              <a:ext uri="{FF2B5EF4-FFF2-40B4-BE49-F238E27FC236}">
                <a16:creationId xmlns:a16="http://schemas.microsoft.com/office/drawing/2014/main" id="{0DF938D9-FDBF-4E2E-9864-B9A3DEB81AA7}"/>
              </a:ext>
            </a:extLst>
          </p:cNvPr>
          <p:cNvSpPr>
            <a:spLocks noGrp="1"/>
          </p:cNvSpPr>
          <p:nvPr>
            <p:ph type="ftr" sz="quarter" idx="16"/>
          </p:nvPr>
        </p:nvSpPr>
        <p:spPr/>
        <p:txBody>
          <a:bodyPr/>
          <a:lstStyle/>
          <a:p>
            <a:r>
              <a:t>Asurion Internal Use Only</a:t>
            </a:r>
          </a:p>
        </p:txBody>
      </p:sp>
      <p:sp>
        <p:nvSpPr>
          <p:cNvPr id="13" name="Slide Number Placeholder 12">
            <a:extLst>
              <a:ext uri="{FF2B5EF4-FFF2-40B4-BE49-F238E27FC236}">
                <a16:creationId xmlns:a16="http://schemas.microsoft.com/office/drawing/2014/main" id="{3F92F295-8332-4AF1-945C-EF34A8F3D014}"/>
              </a:ext>
            </a:extLst>
          </p:cNvPr>
          <p:cNvSpPr>
            <a:spLocks noGrp="1"/>
          </p:cNvSpPr>
          <p:nvPr>
            <p:ph type="sldNum" sz="quarter" idx="17"/>
          </p:nvPr>
        </p:nvSpPr>
        <p:spPr/>
        <p:txBody>
          <a:bodyPr/>
          <a:lstStyle/>
          <a:p>
            <a:fld id="{9C3ACAB3-CA36-4966-8A1D-076772D39D8D}" type="slidenum">
              <a:rPr/>
              <a:pPr/>
              <a:t>‹#›</a:t>
            </a:fld>
            <a:endParaRPr/>
          </a:p>
        </p:txBody>
      </p:sp>
      <p:sp>
        <p:nvSpPr>
          <p:cNvPr id="14" name="Content Placeholder 2">
            <a:extLst>
              <a:ext uri="{FF2B5EF4-FFF2-40B4-BE49-F238E27FC236}">
                <a16:creationId xmlns:a16="http://schemas.microsoft.com/office/drawing/2014/main" id="{151B05AA-B42D-4FA0-948C-88C9B0D745DE}"/>
              </a:ext>
            </a:extLst>
          </p:cNvPr>
          <p:cNvSpPr>
            <a:spLocks noGrp="1"/>
          </p:cNvSpPr>
          <p:nvPr>
            <p:ph idx="18"/>
          </p:nvPr>
        </p:nvSpPr>
        <p:spPr>
          <a:xfrm>
            <a:off x="8879681" y="2520000"/>
            <a:ext cx="2586037" cy="3365183"/>
          </a:xfrm>
        </p:spPr>
        <p:txBody>
          <a:bodyPr/>
          <a:lstStyle/>
          <a:p>
            <a:pPr lvl="0"/>
            <a:r>
              <a:t>Click to edit Master text styles</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225888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 Content and Char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0A5685-ADC9-4197-AAEB-665323328B34}"/>
              </a:ext>
            </a:extLst>
          </p:cNvPr>
          <p:cNvSpPr/>
          <p:nvPr/>
        </p:nvSpPr>
        <p:spPr>
          <a:xfrm>
            <a:off x="6096000" y="0"/>
            <a:ext cx="6096000" cy="6858000"/>
          </a:xfrm>
          <a:prstGeom prst="rect">
            <a:avLst/>
          </a:prstGeom>
          <a:solidFill>
            <a:srgbClr val="F5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0063" y="440482"/>
            <a:ext cx="50566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3689"/>
            <a:ext cx="5056675" cy="3329423"/>
          </a:xfrm>
        </p:spPr>
        <p:txBody>
          <a:bodyPr spcCol="540000"/>
          <a:lstStyle>
            <a:lvl2pPr>
              <a:spcBef>
                <a:spcPts val="300"/>
              </a:spcBef>
              <a:defRPr/>
            </a:lvl2pPr>
            <a:lvl3pPr>
              <a:spcBef>
                <a:spcPts val="600"/>
              </a:spcBef>
              <a:defRPr/>
            </a:lvl3p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p>
            <a:r>
              <a:rPr>
                <a:solidFill>
                  <a:srgbClr val="231F20"/>
                </a:solidFill>
              </a:rPr>
              <a:t>Asurion Internal Use Only</a:t>
            </a:r>
          </a:p>
        </p:txBody>
      </p:sp>
      <p:sp>
        <p:nvSpPr>
          <p:cNvPr id="6" name="Slide Number Placeholder 5"/>
          <p:cNvSpPr>
            <a:spLocks noGrp="1"/>
          </p:cNvSpPr>
          <p:nvPr>
            <p:ph type="sldNum" sz="quarter" idx="12"/>
          </p:nvPr>
        </p:nvSpPr>
        <p:spPr/>
        <p:txBody>
          <a:bodyPr/>
          <a:lstStyle/>
          <a:p>
            <a:fld id="{9C3ACAB3-CA36-4966-8A1D-076772D39D8D}" type="slidenum">
              <a:rPr>
                <a:solidFill>
                  <a:srgbClr val="231F20"/>
                </a:solidFill>
              </a:rPr>
              <a:pPr/>
              <a:t>‹#›</a:t>
            </a:fld>
            <a:endParaRPr>
              <a:solidFill>
                <a:srgbClr val="231F20"/>
              </a:solidFill>
            </a:endParaRPr>
          </a:p>
        </p:txBody>
      </p:sp>
      <p:sp>
        <p:nvSpPr>
          <p:cNvPr id="9" name="Text Placeholder 2">
            <a:extLst>
              <a:ext uri="{FF2B5EF4-FFF2-40B4-BE49-F238E27FC236}">
                <a16:creationId xmlns:a16="http://schemas.microsoft.com/office/drawing/2014/main" id="{F0639103-1054-48CB-9C4A-BC221A9D4897}"/>
              </a:ext>
            </a:extLst>
          </p:cNvPr>
          <p:cNvSpPr>
            <a:spLocks noGrp="1"/>
          </p:cNvSpPr>
          <p:nvPr>
            <p:ph type="body" idx="13"/>
          </p:nvPr>
        </p:nvSpPr>
        <p:spPr>
          <a:xfrm>
            <a:off x="500063" y="1481655"/>
            <a:ext cx="5056675" cy="786765"/>
          </a:xfrm>
        </p:spPr>
        <p:txBody>
          <a:bodyPr anchor="t" anchorCtr="0"/>
          <a:lstStyle>
            <a:lvl1pPr marL="0" indent="0">
              <a:spcBef>
                <a:spcPts val="0"/>
              </a:spcBef>
              <a:buNone/>
              <a:defRPr sz="18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12" name="Chart Placeholder 11">
            <a:extLst>
              <a:ext uri="{FF2B5EF4-FFF2-40B4-BE49-F238E27FC236}">
                <a16:creationId xmlns:a16="http://schemas.microsoft.com/office/drawing/2014/main" id="{275A3245-01FF-42DD-A6D1-85D456773FFD}"/>
              </a:ext>
            </a:extLst>
          </p:cNvPr>
          <p:cNvSpPr>
            <a:spLocks noGrp="1"/>
          </p:cNvSpPr>
          <p:nvPr>
            <p:ph type="chart" sz="quarter" idx="14"/>
          </p:nvPr>
        </p:nvSpPr>
        <p:spPr>
          <a:xfrm>
            <a:off x="6499225" y="1041400"/>
            <a:ext cx="5192713" cy="4849813"/>
          </a:xfrm>
        </p:spPr>
        <p:txBody>
          <a:bodyPr/>
          <a:lstStyle/>
          <a:p>
            <a:endParaRPr/>
          </a:p>
        </p:txBody>
      </p:sp>
    </p:spTree>
    <p:extLst>
      <p:ext uri="{BB962C8B-B14F-4D97-AF65-F5344CB8AC3E}">
        <p14:creationId xmlns:p14="http://schemas.microsoft.com/office/powerpoint/2010/main" val="414557971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 Content and Chart Dar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0A5685-ADC9-4197-AAEB-665323328B34}"/>
              </a:ext>
            </a:extLst>
          </p:cNvPr>
          <p:cNvSpPr/>
          <p:nvPr/>
        </p:nvSpPr>
        <p:spPr>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0063" y="440482"/>
            <a:ext cx="50566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3689"/>
            <a:ext cx="5056675" cy="3329423"/>
          </a:xfrm>
        </p:spPr>
        <p:txBody>
          <a:bodyPr numCol="1" spcCol="540000"/>
          <a:lstStyle>
            <a:lvl2pPr>
              <a:spcBef>
                <a:spcPts val="300"/>
              </a:spcBef>
              <a:defRPr/>
            </a:lvl2pPr>
            <a:lvl3pPr>
              <a:spcBef>
                <a:spcPts val="600"/>
              </a:spcBef>
              <a:defRPr/>
            </a:lvl3p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lvl1pPr>
              <a:defRPr>
                <a:solidFill>
                  <a:schemeClr val="bg1"/>
                </a:solidFill>
              </a:defRPr>
            </a:lvl1pPr>
          </a:lstStyle>
          <a:p>
            <a:r>
              <a:t>Asurion Internal Use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C3ACAB3-CA36-4966-8A1D-076772D39D8D}" type="slidenum">
              <a:rPr/>
              <a:pPr/>
              <a:t>‹#›</a:t>
            </a:fld>
            <a:endParaRPr/>
          </a:p>
        </p:txBody>
      </p:sp>
      <p:sp>
        <p:nvSpPr>
          <p:cNvPr id="9" name="Text Placeholder 2">
            <a:extLst>
              <a:ext uri="{FF2B5EF4-FFF2-40B4-BE49-F238E27FC236}">
                <a16:creationId xmlns:a16="http://schemas.microsoft.com/office/drawing/2014/main" id="{F0639103-1054-48CB-9C4A-BC221A9D4897}"/>
              </a:ext>
            </a:extLst>
          </p:cNvPr>
          <p:cNvSpPr>
            <a:spLocks noGrp="1"/>
          </p:cNvSpPr>
          <p:nvPr>
            <p:ph type="body" idx="13"/>
          </p:nvPr>
        </p:nvSpPr>
        <p:spPr>
          <a:xfrm>
            <a:off x="500063" y="1481655"/>
            <a:ext cx="5056675" cy="786765"/>
          </a:xfrm>
        </p:spPr>
        <p:txBody>
          <a:bodyPr anchor="t" anchorCtr="0"/>
          <a:lstStyle>
            <a:lvl1pPr marL="0" indent="0">
              <a:spcBef>
                <a:spcPts val="0"/>
              </a:spcBef>
              <a:buNone/>
              <a:defRPr sz="18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12" name="Chart Placeholder 11">
            <a:extLst>
              <a:ext uri="{FF2B5EF4-FFF2-40B4-BE49-F238E27FC236}">
                <a16:creationId xmlns:a16="http://schemas.microsoft.com/office/drawing/2014/main" id="{275A3245-01FF-42DD-A6D1-85D456773FFD}"/>
              </a:ext>
            </a:extLst>
          </p:cNvPr>
          <p:cNvSpPr>
            <a:spLocks noGrp="1"/>
          </p:cNvSpPr>
          <p:nvPr>
            <p:ph type="chart" sz="quarter" idx="14"/>
          </p:nvPr>
        </p:nvSpPr>
        <p:spPr>
          <a:xfrm>
            <a:off x="6499225" y="1041400"/>
            <a:ext cx="5192713" cy="4849813"/>
          </a:xfrm>
        </p:spPr>
        <p:txBody>
          <a:bodyPr/>
          <a:lstStyle>
            <a:lvl1pPr>
              <a:defRPr>
                <a:solidFill>
                  <a:schemeClr val="bg1"/>
                </a:solidFill>
              </a:defRPr>
            </a:lvl1pPr>
          </a:lstStyle>
          <a:p>
            <a:endParaRPr/>
          </a:p>
        </p:txBody>
      </p:sp>
    </p:spTree>
    <p:extLst>
      <p:ext uri="{BB962C8B-B14F-4D97-AF65-F5344CB8AC3E}">
        <p14:creationId xmlns:p14="http://schemas.microsoft.com/office/powerpoint/2010/main" val="176976670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 Content and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3800CAF-8C92-4417-9180-874FBE367E03}"/>
              </a:ext>
            </a:extLst>
          </p:cNvPr>
          <p:cNvSpPr>
            <a:spLocks noGrp="1"/>
          </p:cNvSpPr>
          <p:nvPr>
            <p:ph type="pic" sz="quarter" idx="14" hasCustomPrompt="1"/>
          </p:nvPr>
        </p:nvSpPr>
        <p:spPr>
          <a:xfrm>
            <a:off x="6096000" y="0"/>
            <a:ext cx="6096000" cy="6858000"/>
          </a:xfrm>
        </p:spPr>
        <p:txBody>
          <a:bodyPr anchor="ctr"/>
          <a:lstStyle/>
          <a:p>
            <a:r>
              <a:rPr lang="en-US"/>
              <a:t>Click to add image&gt;</a:t>
            </a:r>
            <a:endParaRPr/>
          </a:p>
        </p:txBody>
      </p:sp>
      <p:sp>
        <p:nvSpPr>
          <p:cNvPr id="2" name="Title 1"/>
          <p:cNvSpPr>
            <a:spLocks noGrp="1"/>
          </p:cNvSpPr>
          <p:nvPr>
            <p:ph type="title"/>
          </p:nvPr>
        </p:nvSpPr>
        <p:spPr>
          <a:xfrm>
            <a:off x="500063" y="440482"/>
            <a:ext cx="5056675" cy="1080135"/>
          </a:xfrm>
        </p:spPr>
        <p:txBody>
          <a:bodyPr/>
          <a:lstStyle>
            <a:lvl1pPr>
              <a:defRPr sz="3200"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3689"/>
            <a:ext cx="5056675" cy="3329423"/>
          </a:xfrm>
        </p:spPr>
        <p:txBody>
          <a:bodyPr spcCol="540000"/>
          <a:lstStyle>
            <a:lvl2pPr>
              <a:spcBef>
                <a:spcPts val="300"/>
              </a:spcBef>
              <a:defRPr/>
            </a:lvl2pPr>
            <a:lvl3pPr>
              <a:spcBef>
                <a:spcPts val="600"/>
              </a:spcBef>
              <a:defRPr/>
            </a:lvl3pPr>
          </a:lstStyle>
          <a:p>
            <a:pPr lvl="0"/>
            <a:r>
              <a:t>Click to edit Master text styles</a:t>
            </a:r>
          </a:p>
          <a:p>
            <a:pPr lvl="1"/>
            <a:r>
              <a:t>Second level</a:t>
            </a:r>
          </a:p>
          <a:p>
            <a:pPr lvl="2"/>
            <a:r>
              <a:t>Third level</a:t>
            </a:r>
          </a:p>
          <a:p>
            <a:pPr lvl="3"/>
            <a:r>
              <a:t>Fourth level</a:t>
            </a:r>
          </a:p>
          <a:p>
            <a:pPr lvl="4"/>
            <a:r>
              <a:t>Fifth level</a:t>
            </a:r>
          </a:p>
        </p:txBody>
      </p:sp>
      <p:sp>
        <p:nvSpPr>
          <p:cNvPr id="9" name="Text Placeholder 2">
            <a:extLst>
              <a:ext uri="{FF2B5EF4-FFF2-40B4-BE49-F238E27FC236}">
                <a16:creationId xmlns:a16="http://schemas.microsoft.com/office/drawing/2014/main" id="{F0639103-1054-48CB-9C4A-BC221A9D4897}"/>
              </a:ext>
            </a:extLst>
          </p:cNvPr>
          <p:cNvSpPr>
            <a:spLocks noGrp="1"/>
          </p:cNvSpPr>
          <p:nvPr>
            <p:ph type="body" idx="13"/>
          </p:nvPr>
        </p:nvSpPr>
        <p:spPr>
          <a:xfrm>
            <a:off x="500063" y="1481655"/>
            <a:ext cx="5056675" cy="786765"/>
          </a:xfrm>
        </p:spPr>
        <p:txBody>
          <a:bodyPr anchor="t" anchorCtr="0"/>
          <a:lstStyle>
            <a:lvl1pPr marL="0" indent="0">
              <a:spcBef>
                <a:spcPts val="0"/>
              </a:spcBef>
              <a:buNone/>
              <a:defRPr sz="18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10" name="Footer Placeholder 9">
            <a:extLst>
              <a:ext uri="{FF2B5EF4-FFF2-40B4-BE49-F238E27FC236}">
                <a16:creationId xmlns:a16="http://schemas.microsoft.com/office/drawing/2014/main" id="{706CD7DF-C4F2-B049-BE3C-8BD9236EDF67}"/>
              </a:ext>
            </a:extLst>
          </p:cNvPr>
          <p:cNvSpPr>
            <a:spLocks noGrp="1"/>
          </p:cNvSpPr>
          <p:nvPr>
            <p:ph type="ftr" sz="quarter" idx="16"/>
          </p:nvPr>
        </p:nvSpPr>
        <p:spPr/>
        <p:txBody>
          <a:bodyPr/>
          <a:lstStyle/>
          <a:p>
            <a:r>
              <a:t>Asurion Internal Use Only</a:t>
            </a:r>
          </a:p>
        </p:txBody>
      </p:sp>
      <p:sp>
        <p:nvSpPr>
          <p:cNvPr id="11" name="Slide Number Placeholder 10">
            <a:extLst>
              <a:ext uri="{FF2B5EF4-FFF2-40B4-BE49-F238E27FC236}">
                <a16:creationId xmlns:a16="http://schemas.microsoft.com/office/drawing/2014/main" id="{86B3E6E2-23A9-4B4F-A714-771A9FF980FF}"/>
              </a:ext>
            </a:extLst>
          </p:cNvPr>
          <p:cNvSpPr>
            <a:spLocks noGrp="1"/>
          </p:cNvSpPr>
          <p:nvPr>
            <p:ph type="sldNum" sz="quarter" idx="17"/>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347183246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Images with Text">
    <p:spTree>
      <p:nvGrpSpPr>
        <p:cNvPr id="1" name=""/>
        <p:cNvGrpSpPr/>
        <p:nvPr/>
      </p:nvGrpSpPr>
      <p:grpSpPr>
        <a:xfrm>
          <a:off x="0" y="0"/>
          <a:ext cx="0" cy="0"/>
          <a:chOff x="0" y="0"/>
          <a:chExt cx="0" cy="0"/>
        </a:xfrm>
      </p:grpSpPr>
      <p:sp>
        <p:nvSpPr>
          <p:cNvPr id="8" name="Title 7"/>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cxnSp>
        <p:nvCxnSpPr>
          <p:cNvPr id="12" name="Straight Connector 11">
            <a:extLst>
              <a:ext uri="{FF2B5EF4-FFF2-40B4-BE49-F238E27FC236}">
                <a16:creationId xmlns:a16="http://schemas.microsoft.com/office/drawing/2014/main" id="{7053720D-9F4D-4684-9327-5523A748B8A3}"/>
              </a:ext>
            </a:extLst>
          </p:cNvPr>
          <p:cNvCxnSpPr/>
          <p:nvPr/>
        </p:nvCxnSpPr>
        <p:spPr>
          <a:xfrm>
            <a:off x="500062" y="4316231"/>
            <a:ext cx="5472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BDE24C3-99CC-479E-BF50-328B4BB36E5D}"/>
              </a:ext>
            </a:extLst>
          </p:cNvPr>
          <p:cNvCxnSpPr/>
          <p:nvPr/>
        </p:nvCxnSpPr>
        <p:spPr>
          <a:xfrm>
            <a:off x="6223001" y="4316231"/>
            <a:ext cx="547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15">
            <a:extLst>
              <a:ext uri="{FF2B5EF4-FFF2-40B4-BE49-F238E27FC236}">
                <a16:creationId xmlns:a16="http://schemas.microsoft.com/office/drawing/2014/main" id="{567A20FC-53DE-40AE-9086-6CA177CE7A0D}"/>
              </a:ext>
            </a:extLst>
          </p:cNvPr>
          <p:cNvSpPr>
            <a:spLocks noGrp="1"/>
          </p:cNvSpPr>
          <p:nvPr>
            <p:ph type="pic" sz="quarter" idx="16"/>
          </p:nvPr>
        </p:nvSpPr>
        <p:spPr>
          <a:xfrm>
            <a:off x="500062" y="1788962"/>
            <a:ext cx="5472000" cy="2340000"/>
          </a:xfrm>
        </p:spPr>
        <p:txBody>
          <a:bodyPr/>
          <a:lstStyle/>
          <a:p>
            <a:endParaRPr/>
          </a:p>
        </p:txBody>
      </p:sp>
      <p:sp>
        <p:nvSpPr>
          <p:cNvPr id="17" name="Picture Placeholder 15">
            <a:extLst>
              <a:ext uri="{FF2B5EF4-FFF2-40B4-BE49-F238E27FC236}">
                <a16:creationId xmlns:a16="http://schemas.microsoft.com/office/drawing/2014/main" id="{44F5ED6C-5729-4BCA-B641-0DE3EA8059E0}"/>
              </a:ext>
            </a:extLst>
          </p:cNvPr>
          <p:cNvSpPr>
            <a:spLocks noGrp="1"/>
          </p:cNvSpPr>
          <p:nvPr>
            <p:ph type="pic" sz="quarter" idx="17"/>
          </p:nvPr>
        </p:nvSpPr>
        <p:spPr>
          <a:xfrm>
            <a:off x="6223001" y="1788962"/>
            <a:ext cx="5472000" cy="2340000"/>
          </a:xfrm>
        </p:spPr>
        <p:txBody>
          <a:bodyPr/>
          <a:lstStyle/>
          <a:p>
            <a:endParaRPr/>
          </a:p>
        </p:txBody>
      </p:sp>
      <p:sp>
        <p:nvSpPr>
          <p:cNvPr id="3" name="Footer Placeholder 2">
            <a:extLst>
              <a:ext uri="{FF2B5EF4-FFF2-40B4-BE49-F238E27FC236}">
                <a16:creationId xmlns:a16="http://schemas.microsoft.com/office/drawing/2014/main" id="{4ED5707C-19B8-4344-919E-79F1D3BD71A6}"/>
              </a:ext>
            </a:extLst>
          </p:cNvPr>
          <p:cNvSpPr>
            <a:spLocks noGrp="1"/>
          </p:cNvSpPr>
          <p:nvPr>
            <p:ph type="ftr" sz="quarter" idx="19"/>
          </p:nvPr>
        </p:nvSpPr>
        <p:spPr/>
        <p:txBody>
          <a:bodyPr/>
          <a:lstStyle/>
          <a:p>
            <a:r>
              <a:t>Asurion Internal Use Only</a:t>
            </a:r>
          </a:p>
        </p:txBody>
      </p:sp>
      <p:sp>
        <p:nvSpPr>
          <p:cNvPr id="4" name="Slide Number Placeholder 3">
            <a:extLst>
              <a:ext uri="{FF2B5EF4-FFF2-40B4-BE49-F238E27FC236}">
                <a16:creationId xmlns:a16="http://schemas.microsoft.com/office/drawing/2014/main" id="{C36308FA-1900-4A15-B816-41EE190CD430}"/>
              </a:ext>
            </a:extLst>
          </p:cNvPr>
          <p:cNvSpPr>
            <a:spLocks noGrp="1"/>
          </p:cNvSpPr>
          <p:nvPr>
            <p:ph type="sldNum" sz="quarter" idx="20"/>
          </p:nvPr>
        </p:nvSpPr>
        <p:spPr/>
        <p:txBody>
          <a:bodyPr/>
          <a:lstStyle/>
          <a:p>
            <a:fld id="{9C3ACAB3-CA36-4966-8A1D-076772D39D8D}" type="slidenum">
              <a:rPr/>
              <a:pPr/>
              <a:t>‹#›</a:t>
            </a:fld>
            <a:endParaRPr/>
          </a:p>
        </p:txBody>
      </p:sp>
      <p:sp>
        <p:nvSpPr>
          <p:cNvPr id="7" name="Text Placeholder 6">
            <a:extLst>
              <a:ext uri="{FF2B5EF4-FFF2-40B4-BE49-F238E27FC236}">
                <a16:creationId xmlns:a16="http://schemas.microsoft.com/office/drawing/2014/main" id="{3523BD6D-CC29-4E45-990E-0D516E8F9C2B}"/>
              </a:ext>
            </a:extLst>
          </p:cNvPr>
          <p:cNvSpPr>
            <a:spLocks noGrp="1"/>
          </p:cNvSpPr>
          <p:nvPr>
            <p:ph type="body" sz="quarter" idx="21"/>
          </p:nvPr>
        </p:nvSpPr>
        <p:spPr>
          <a:xfrm>
            <a:off x="500063" y="4419255"/>
            <a:ext cx="5471999" cy="1462432"/>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8" name="Text Placeholder 6">
            <a:extLst>
              <a:ext uri="{FF2B5EF4-FFF2-40B4-BE49-F238E27FC236}">
                <a16:creationId xmlns:a16="http://schemas.microsoft.com/office/drawing/2014/main" id="{61DABEC5-ADD1-4364-9B7B-AEB94D1E0774}"/>
              </a:ext>
            </a:extLst>
          </p:cNvPr>
          <p:cNvSpPr>
            <a:spLocks noGrp="1"/>
          </p:cNvSpPr>
          <p:nvPr>
            <p:ph type="body" sz="quarter" idx="22"/>
          </p:nvPr>
        </p:nvSpPr>
        <p:spPr>
          <a:xfrm>
            <a:off x="6223001" y="4419255"/>
            <a:ext cx="5471999" cy="1462432"/>
          </a:xfrm>
        </p:spPr>
        <p:txBody>
          <a:bodyPr/>
          <a:lstStyle/>
          <a:p>
            <a:pPr lvl="0"/>
            <a:r>
              <a:t>Click to edit Master text styles</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312759719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Images with Text">
    <p:spTree>
      <p:nvGrpSpPr>
        <p:cNvPr id="1" name=""/>
        <p:cNvGrpSpPr/>
        <p:nvPr/>
      </p:nvGrpSpPr>
      <p:grpSpPr>
        <a:xfrm>
          <a:off x="0" y="0"/>
          <a:ext cx="0" cy="0"/>
          <a:chOff x="0" y="0"/>
          <a:chExt cx="0" cy="0"/>
        </a:xfrm>
      </p:grpSpPr>
      <p:sp>
        <p:nvSpPr>
          <p:cNvPr id="8" name="Title 7"/>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cxnSp>
        <p:nvCxnSpPr>
          <p:cNvPr id="12" name="Straight Connector 11">
            <a:extLst>
              <a:ext uri="{FF2B5EF4-FFF2-40B4-BE49-F238E27FC236}">
                <a16:creationId xmlns:a16="http://schemas.microsoft.com/office/drawing/2014/main" id="{7053720D-9F4D-4684-9327-5523A748B8A3}"/>
              </a:ext>
            </a:extLst>
          </p:cNvPr>
          <p:cNvCxnSpPr/>
          <p:nvPr/>
        </p:nvCxnSpPr>
        <p:spPr>
          <a:xfrm>
            <a:off x="500063" y="4316231"/>
            <a:ext cx="3562351"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BDE24C3-99CC-479E-BF50-328B4BB36E5D}"/>
              </a:ext>
            </a:extLst>
          </p:cNvPr>
          <p:cNvCxnSpPr/>
          <p:nvPr/>
        </p:nvCxnSpPr>
        <p:spPr>
          <a:xfrm>
            <a:off x="4314825" y="4316231"/>
            <a:ext cx="3562351"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07E561-4A26-4F9F-8A63-FD201FA0C0FD}"/>
              </a:ext>
            </a:extLst>
          </p:cNvPr>
          <p:cNvCxnSpPr/>
          <p:nvPr/>
        </p:nvCxnSpPr>
        <p:spPr>
          <a:xfrm>
            <a:off x="8129587" y="4316231"/>
            <a:ext cx="356235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Picture Placeholder 15">
            <a:extLst>
              <a:ext uri="{FF2B5EF4-FFF2-40B4-BE49-F238E27FC236}">
                <a16:creationId xmlns:a16="http://schemas.microsoft.com/office/drawing/2014/main" id="{567A20FC-53DE-40AE-9086-6CA177CE7A0D}"/>
              </a:ext>
            </a:extLst>
          </p:cNvPr>
          <p:cNvSpPr>
            <a:spLocks noGrp="1"/>
          </p:cNvSpPr>
          <p:nvPr>
            <p:ph type="pic" sz="quarter" idx="16"/>
          </p:nvPr>
        </p:nvSpPr>
        <p:spPr>
          <a:xfrm>
            <a:off x="500063" y="1788962"/>
            <a:ext cx="3562350" cy="2340000"/>
          </a:xfrm>
        </p:spPr>
        <p:txBody>
          <a:bodyPr/>
          <a:lstStyle/>
          <a:p>
            <a:endParaRPr/>
          </a:p>
        </p:txBody>
      </p:sp>
      <p:sp>
        <p:nvSpPr>
          <p:cNvPr id="17" name="Picture Placeholder 15">
            <a:extLst>
              <a:ext uri="{FF2B5EF4-FFF2-40B4-BE49-F238E27FC236}">
                <a16:creationId xmlns:a16="http://schemas.microsoft.com/office/drawing/2014/main" id="{44F5ED6C-5729-4BCA-B641-0DE3EA8059E0}"/>
              </a:ext>
            </a:extLst>
          </p:cNvPr>
          <p:cNvSpPr>
            <a:spLocks noGrp="1"/>
          </p:cNvSpPr>
          <p:nvPr>
            <p:ph type="pic" sz="quarter" idx="17"/>
          </p:nvPr>
        </p:nvSpPr>
        <p:spPr>
          <a:xfrm>
            <a:off x="4314826" y="1788962"/>
            <a:ext cx="3562350" cy="2340000"/>
          </a:xfrm>
        </p:spPr>
        <p:txBody>
          <a:bodyPr/>
          <a:lstStyle/>
          <a:p>
            <a:endParaRPr/>
          </a:p>
        </p:txBody>
      </p:sp>
      <p:sp>
        <p:nvSpPr>
          <p:cNvPr id="18" name="Picture Placeholder 15">
            <a:extLst>
              <a:ext uri="{FF2B5EF4-FFF2-40B4-BE49-F238E27FC236}">
                <a16:creationId xmlns:a16="http://schemas.microsoft.com/office/drawing/2014/main" id="{669F2190-4991-4ABB-B5C1-8535467AFA56}"/>
              </a:ext>
            </a:extLst>
          </p:cNvPr>
          <p:cNvSpPr>
            <a:spLocks noGrp="1"/>
          </p:cNvSpPr>
          <p:nvPr>
            <p:ph type="pic" sz="quarter" idx="18"/>
          </p:nvPr>
        </p:nvSpPr>
        <p:spPr>
          <a:xfrm>
            <a:off x="8129588" y="1788962"/>
            <a:ext cx="3562350" cy="2340000"/>
          </a:xfrm>
        </p:spPr>
        <p:txBody>
          <a:bodyPr/>
          <a:lstStyle/>
          <a:p>
            <a:endParaRPr/>
          </a:p>
        </p:txBody>
      </p:sp>
      <p:sp>
        <p:nvSpPr>
          <p:cNvPr id="20" name="Footer Placeholder 19">
            <a:extLst>
              <a:ext uri="{FF2B5EF4-FFF2-40B4-BE49-F238E27FC236}">
                <a16:creationId xmlns:a16="http://schemas.microsoft.com/office/drawing/2014/main" id="{22F74907-9901-41D8-B02E-D5156ACAC596}"/>
              </a:ext>
            </a:extLst>
          </p:cNvPr>
          <p:cNvSpPr>
            <a:spLocks noGrp="1"/>
          </p:cNvSpPr>
          <p:nvPr>
            <p:ph type="ftr" sz="quarter" idx="20"/>
          </p:nvPr>
        </p:nvSpPr>
        <p:spPr/>
        <p:txBody>
          <a:bodyPr/>
          <a:lstStyle/>
          <a:p>
            <a:r>
              <a:t>Asurion Internal Use Only</a:t>
            </a:r>
          </a:p>
        </p:txBody>
      </p:sp>
      <p:sp>
        <p:nvSpPr>
          <p:cNvPr id="21" name="Slide Number Placeholder 20">
            <a:extLst>
              <a:ext uri="{FF2B5EF4-FFF2-40B4-BE49-F238E27FC236}">
                <a16:creationId xmlns:a16="http://schemas.microsoft.com/office/drawing/2014/main" id="{1CD76F14-B7C1-4783-A9BB-4763BFA88751}"/>
              </a:ext>
            </a:extLst>
          </p:cNvPr>
          <p:cNvSpPr>
            <a:spLocks noGrp="1"/>
          </p:cNvSpPr>
          <p:nvPr>
            <p:ph type="sldNum" sz="quarter" idx="21"/>
          </p:nvPr>
        </p:nvSpPr>
        <p:spPr/>
        <p:txBody>
          <a:bodyPr/>
          <a:lstStyle/>
          <a:p>
            <a:fld id="{9C3ACAB3-CA36-4966-8A1D-076772D39D8D}" type="slidenum">
              <a:rPr/>
              <a:pPr/>
              <a:t>‹#›</a:t>
            </a:fld>
            <a:endParaRPr/>
          </a:p>
        </p:txBody>
      </p:sp>
      <p:sp>
        <p:nvSpPr>
          <p:cNvPr id="3" name="Text Placeholder 2">
            <a:extLst>
              <a:ext uri="{FF2B5EF4-FFF2-40B4-BE49-F238E27FC236}">
                <a16:creationId xmlns:a16="http://schemas.microsoft.com/office/drawing/2014/main" id="{6FD65ED8-5F56-41D5-B431-89361D00D6EC}"/>
              </a:ext>
            </a:extLst>
          </p:cNvPr>
          <p:cNvSpPr>
            <a:spLocks noGrp="1"/>
          </p:cNvSpPr>
          <p:nvPr>
            <p:ph type="body" sz="quarter" idx="22"/>
          </p:nvPr>
        </p:nvSpPr>
        <p:spPr>
          <a:xfrm>
            <a:off x="500064" y="4419255"/>
            <a:ext cx="3600000" cy="1462432"/>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22" name="Text Placeholder 2">
            <a:extLst>
              <a:ext uri="{FF2B5EF4-FFF2-40B4-BE49-F238E27FC236}">
                <a16:creationId xmlns:a16="http://schemas.microsoft.com/office/drawing/2014/main" id="{4799D4C9-22E1-4D31-B1A1-BDD184F710E8}"/>
              </a:ext>
            </a:extLst>
          </p:cNvPr>
          <p:cNvSpPr>
            <a:spLocks noGrp="1"/>
          </p:cNvSpPr>
          <p:nvPr>
            <p:ph type="body" sz="quarter" idx="23"/>
          </p:nvPr>
        </p:nvSpPr>
        <p:spPr>
          <a:xfrm>
            <a:off x="4314826" y="4419255"/>
            <a:ext cx="3600000" cy="1462432"/>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23" name="Text Placeholder 2">
            <a:extLst>
              <a:ext uri="{FF2B5EF4-FFF2-40B4-BE49-F238E27FC236}">
                <a16:creationId xmlns:a16="http://schemas.microsoft.com/office/drawing/2014/main" id="{1E8CE649-5034-45B6-93BA-28668391D8E8}"/>
              </a:ext>
            </a:extLst>
          </p:cNvPr>
          <p:cNvSpPr>
            <a:spLocks noGrp="1"/>
          </p:cNvSpPr>
          <p:nvPr>
            <p:ph type="body" sz="quarter" idx="24"/>
          </p:nvPr>
        </p:nvSpPr>
        <p:spPr>
          <a:xfrm>
            <a:off x="8129589" y="4419255"/>
            <a:ext cx="3600000" cy="1462432"/>
          </a:xfrm>
        </p:spPr>
        <p:txBody>
          <a:bodyPr/>
          <a:lstStyle/>
          <a:p>
            <a:pPr lvl="0"/>
            <a:r>
              <a:t>Click to edit Master text styles</a:t>
            </a:r>
          </a:p>
          <a:p>
            <a:pPr lvl="1"/>
            <a:r>
              <a:t>Second level</a:t>
            </a:r>
          </a:p>
          <a:p>
            <a:pPr lvl="2"/>
            <a:r>
              <a:t>Third level</a:t>
            </a:r>
          </a:p>
          <a:p>
            <a:pPr lvl="3"/>
            <a:r>
              <a:t>Fourth level</a:t>
            </a:r>
          </a:p>
          <a:p>
            <a:pPr lvl="4"/>
            <a:r>
              <a:t>Fifth level</a:t>
            </a:r>
          </a:p>
        </p:txBody>
      </p:sp>
    </p:spTree>
    <p:extLst>
      <p:ext uri="{BB962C8B-B14F-4D97-AF65-F5344CB8AC3E}">
        <p14:creationId xmlns:p14="http://schemas.microsoft.com/office/powerpoint/2010/main" val="207903876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Charts with Text">
    <p:spTree>
      <p:nvGrpSpPr>
        <p:cNvPr id="1" name=""/>
        <p:cNvGrpSpPr/>
        <p:nvPr/>
      </p:nvGrpSpPr>
      <p:grpSpPr>
        <a:xfrm>
          <a:off x="0" y="0"/>
          <a:ext cx="0" cy="0"/>
          <a:chOff x="0" y="0"/>
          <a:chExt cx="0" cy="0"/>
        </a:xfrm>
      </p:grpSpPr>
      <p:sp>
        <p:nvSpPr>
          <p:cNvPr id="8" name="Title 7"/>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20" name="Footer Placeholder 19">
            <a:extLst>
              <a:ext uri="{FF2B5EF4-FFF2-40B4-BE49-F238E27FC236}">
                <a16:creationId xmlns:a16="http://schemas.microsoft.com/office/drawing/2014/main" id="{22F74907-9901-41D8-B02E-D5156ACAC596}"/>
              </a:ext>
            </a:extLst>
          </p:cNvPr>
          <p:cNvSpPr>
            <a:spLocks noGrp="1"/>
          </p:cNvSpPr>
          <p:nvPr>
            <p:ph type="ftr" sz="quarter" idx="20"/>
          </p:nvPr>
        </p:nvSpPr>
        <p:spPr/>
        <p:txBody>
          <a:bodyPr/>
          <a:lstStyle/>
          <a:p>
            <a:r>
              <a:t>Asurion Internal Use Only</a:t>
            </a:r>
          </a:p>
        </p:txBody>
      </p:sp>
      <p:sp>
        <p:nvSpPr>
          <p:cNvPr id="21" name="Slide Number Placeholder 20">
            <a:extLst>
              <a:ext uri="{FF2B5EF4-FFF2-40B4-BE49-F238E27FC236}">
                <a16:creationId xmlns:a16="http://schemas.microsoft.com/office/drawing/2014/main" id="{1CD76F14-B7C1-4783-A9BB-4763BFA88751}"/>
              </a:ext>
            </a:extLst>
          </p:cNvPr>
          <p:cNvSpPr>
            <a:spLocks noGrp="1"/>
          </p:cNvSpPr>
          <p:nvPr>
            <p:ph type="sldNum" sz="quarter" idx="21"/>
          </p:nvPr>
        </p:nvSpPr>
        <p:spPr/>
        <p:txBody>
          <a:bodyPr/>
          <a:lstStyle/>
          <a:p>
            <a:fld id="{9C3ACAB3-CA36-4966-8A1D-076772D39D8D}" type="slidenum">
              <a:rPr/>
              <a:pPr/>
              <a:t>‹#›</a:t>
            </a:fld>
            <a:endParaRPr/>
          </a:p>
        </p:txBody>
      </p:sp>
      <p:sp>
        <p:nvSpPr>
          <p:cNvPr id="22" name="Text Placeholder 2">
            <a:extLst>
              <a:ext uri="{FF2B5EF4-FFF2-40B4-BE49-F238E27FC236}">
                <a16:creationId xmlns:a16="http://schemas.microsoft.com/office/drawing/2014/main" id="{86DF79B9-639E-4799-815D-476F130D30D5}"/>
              </a:ext>
            </a:extLst>
          </p:cNvPr>
          <p:cNvSpPr>
            <a:spLocks noGrp="1"/>
          </p:cNvSpPr>
          <p:nvPr>
            <p:ph type="body" idx="22"/>
          </p:nvPr>
        </p:nvSpPr>
        <p:spPr>
          <a:xfrm>
            <a:off x="500063" y="1481655"/>
            <a:ext cx="5056675" cy="786765"/>
          </a:xfrm>
        </p:spPr>
        <p:txBody>
          <a:bodyPr anchor="t" anchorCtr="0"/>
          <a:lstStyle>
            <a:lvl1pPr marL="0" indent="0">
              <a:spcBef>
                <a:spcPts val="0"/>
              </a:spcBef>
              <a:buNone/>
              <a:defRPr sz="18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5" name="Chart Placeholder 4">
            <a:extLst>
              <a:ext uri="{FF2B5EF4-FFF2-40B4-BE49-F238E27FC236}">
                <a16:creationId xmlns:a16="http://schemas.microsoft.com/office/drawing/2014/main" id="{24C50ECB-AA26-4399-9645-112A108CA439}"/>
              </a:ext>
            </a:extLst>
          </p:cNvPr>
          <p:cNvSpPr>
            <a:spLocks noGrp="1"/>
          </p:cNvSpPr>
          <p:nvPr>
            <p:ph type="chart" sz="quarter" idx="23"/>
          </p:nvPr>
        </p:nvSpPr>
        <p:spPr>
          <a:xfrm>
            <a:off x="500063" y="2658741"/>
            <a:ext cx="2635250" cy="2127572"/>
          </a:xfrm>
        </p:spPr>
        <p:txBody>
          <a:bodyPr/>
          <a:lstStyle/>
          <a:p>
            <a:endParaRPr/>
          </a:p>
        </p:txBody>
      </p:sp>
      <p:sp>
        <p:nvSpPr>
          <p:cNvPr id="24" name="Chart Placeholder 4">
            <a:extLst>
              <a:ext uri="{FF2B5EF4-FFF2-40B4-BE49-F238E27FC236}">
                <a16:creationId xmlns:a16="http://schemas.microsoft.com/office/drawing/2014/main" id="{5F3EB2C3-AC8E-4242-A032-7D9830F6FEBA}"/>
              </a:ext>
            </a:extLst>
          </p:cNvPr>
          <p:cNvSpPr>
            <a:spLocks noGrp="1"/>
          </p:cNvSpPr>
          <p:nvPr>
            <p:ph type="chart" sz="quarter" idx="25"/>
          </p:nvPr>
        </p:nvSpPr>
        <p:spPr>
          <a:xfrm>
            <a:off x="3280586" y="2658741"/>
            <a:ext cx="2635250" cy="2127572"/>
          </a:xfrm>
        </p:spPr>
        <p:txBody>
          <a:bodyPr/>
          <a:lstStyle/>
          <a:p>
            <a:endParaRPr/>
          </a:p>
        </p:txBody>
      </p:sp>
      <p:sp>
        <p:nvSpPr>
          <p:cNvPr id="26" name="Chart Placeholder 4">
            <a:extLst>
              <a:ext uri="{FF2B5EF4-FFF2-40B4-BE49-F238E27FC236}">
                <a16:creationId xmlns:a16="http://schemas.microsoft.com/office/drawing/2014/main" id="{766F0A22-4D5D-4D16-9178-1D5760AEA8C0}"/>
              </a:ext>
            </a:extLst>
          </p:cNvPr>
          <p:cNvSpPr>
            <a:spLocks noGrp="1"/>
          </p:cNvSpPr>
          <p:nvPr>
            <p:ph type="chart" sz="quarter" idx="27"/>
          </p:nvPr>
        </p:nvSpPr>
        <p:spPr>
          <a:xfrm>
            <a:off x="6089101" y="2658741"/>
            <a:ext cx="2635250" cy="2127572"/>
          </a:xfrm>
        </p:spPr>
        <p:txBody>
          <a:bodyPr/>
          <a:lstStyle/>
          <a:p>
            <a:endParaRPr/>
          </a:p>
        </p:txBody>
      </p:sp>
      <p:sp>
        <p:nvSpPr>
          <p:cNvPr id="28" name="Chart Placeholder 4">
            <a:extLst>
              <a:ext uri="{FF2B5EF4-FFF2-40B4-BE49-F238E27FC236}">
                <a16:creationId xmlns:a16="http://schemas.microsoft.com/office/drawing/2014/main" id="{398AB6F5-E5DE-4AB5-9469-650F5C7BC02F}"/>
              </a:ext>
            </a:extLst>
          </p:cNvPr>
          <p:cNvSpPr>
            <a:spLocks noGrp="1"/>
          </p:cNvSpPr>
          <p:nvPr>
            <p:ph type="chart" sz="quarter" idx="29"/>
          </p:nvPr>
        </p:nvSpPr>
        <p:spPr>
          <a:xfrm>
            <a:off x="8897615" y="2658741"/>
            <a:ext cx="2635250" cy="2127572"/>
          </a:xfrm>
        </p:spPr>
        <p:txBody>
          <a:bodyPr/>
          <a:lstStyle/>
          <a:p>
            <a:endParaRPr/>
          </a:p>
        </p:txBody>
      </p:sp>
      <p:sp>
        <p:nvSpPr>
          <p:cNvPr id="4" name="Text Placeholder 3">
            <a:extLst>
              <a:ext uri="{FF2B5EF4-FFF2-40B4-BE49-F238E27FC236}">
                <a16:creationId xmlns:a16="http://schemas.microsoft.com/office/drawing/2014/main" id="{54A20137-9C0C-4DA4-BD4C-2707DA746733}"/>
              </a:ext>
            </a:extLst>
          </p:cNvPr>
          <p:cNvSpPr>
            <a:spLocks noGrp="1"/>
          </p:cNvSpPr>
          <p:nvPr>
            <p:ph type="body" sz="quarter" idx="30"/>
          </p:nvPr>
        </p:nvSpPr>
        <p:spPr>
          <a:xfrm>
            <a:off x="500064" y="4861249"/>
            <a:ext cx="2635021" cy="1020438"/>
          </a:xfrm>
        </p:spPr>
        <p:txBody>
          <a:bodyPr/>
          <a:lstStyle/>
          <a:p>
            <a:pPr lvl="0"/>
            <a:r>
              <a:t>Click to edit Master text styles</a:t>
            </a:r>
          </a:p>
          <a:p>
            <a:pPr lvl="1"/>
            <a:r>
              <a:t>Second level</a:t>
            </a:r>
          </a:p>
          <a:p>
            <a:pPr lvl="2"/>
            <a:r>
              <a:t>Third level</a:t>
            </a:r>
          </a:p>
          <a:p>
            <a:pPr lvl="3"/>
            <a:r>
              <a:t>Fourth level</a:t>
            </a:r>
          </a:p>
        </p:txBody>
      </p:sp>
      <p:sp>
        <p:nvSpPr>
          <p:cNvPr id="18" name="Text Placeholder 3">
            <a:extLst>
              <a:ext uri="{FF2B5EF4-FFF2-40B4-BE49-F238E27FC236}">
                <a16:creationId xmlns:a16="http://schemas.microsoft.com/office/drawing/2014/main" id="{0AFBC60B-11E0-4694-8DBF-0DD62EDB6B41}"/>
              </a:ext>
            </a:extLst>
          </p:cNvPr>
          <p:cNvSpPr>
            <a:spLocks noGrp="1"/>
          </p:cNvSpPr>
          <p:nvPr>
            <p:ph type="body" sz="quarter" idx="31"/>
          </p:nvPr>
        </p:nvSpPr>
        <p:spPr>
          <a:xfrm>
            <a:off x="3280587" y="4861249"/>
            <a:ext cx="2635021" cy="1020438"/>
          </a:xfrm>
        </p:spPr>
        <p:txBody>
          <a:bodyPr/>
          <a:lstStyle/>
          <a:p>
            <a:pPr lvl="0"/>
            <a:r>
              <a:t>Click to edit Master text styles</a:t>
            </a:r>
          </a:p>
          <a:p>
            <a:pPr lvl="1"/>
            <a:r>
              <a:t>Second level</a:t>
            </a:r>
          </a:p>
          <a:p>
            <a:pPr lvl="2"/>
            <a:r>
              <a:t>Third level</a:t>
            </a:r>
          </a:p>
          <a:p>
            <a:pPr lvl="3"/>
            <a:r>
              <a:t>Fourth level</a:t>
            </a:r>
          </a:p>
        </p:txBody>
      </p:sp>
      <p:sp>
        <p:nvSpPr>
          <p:cNvPr id="29" name="Text Placeholder 3">
            <a:extLst>
              <a:ext uri="{FF2B5EF4-FFF2-40B4-BE49-F238E27FC236}">
                <a16:creationId xmlns:a16="http://schemas.microsoft.com/office/drawing/2014/main" id="{FEF1E8D3-913B-4B30-9DFE-B66976F583F3}"/>
              </a:ext>
            </a:extLst>
          </p:cNvPr>
          <p:cNvSpPr>
            <a:spLocks noGrp="1"/>
          </p:cNvSpPr>
          <p:nvPr>
            <p:ph type="body" sz="quarter" idx="32"/>
          </p:nvPr>
        </p:nvSpPr>
        <p:spPr>
          <a:xfrm>
            <a:off x="6089101" y="4861249"/>
            <a:ext cx="2635021" cy="1020438"/>
          </a:xfrm>
        </p:spPr>
        <p:txBody>
          <a:bodyPr/>
          <a:lstStyle/>
          <a:p>
            <a:pPr lvl="0"/>
            <a:r>
              <a:t>Click to edit Master text styles</a:t>
            </a:r>
          </a:p>
          <a:p>
            <a:pPr lvl="1"/>
            <a:r>
              <a:t>Second level</a:t>
            </a:r>
          </a:p>
          <a:p>
            <a:pPr lvl="2"/>
            <a:r>
              <a:t>Third level</a:t>
            </a:r>
          </a:p>
          <a:p>
            <a:pPr lvl="3"/>
            <a:r>
              <a:t>Fourth level</a:t>
            </a:r>
          </a:p>
        </p:txBody>
      </p:sp>
      <p:sp>
        <p:nvSpPr>
          <p:cNvPr id="30" name="Text Placeholder 3">
            <a:extLst>
              <a:ext uri="{FF2B5EF4-FFF2-40B4-BE49-F238E27FC236}">
                <a16:creationId xmlns:a16="http://schemas.microsoft.com/office/drawing/2014/main" id="{7643B64F-FD95-47DA-A080-4E4F73C9AFED}"/>
              </a:ext>
            </a:extLst>
          </p:cNvPr>
          <p:cNvSpPr>
            <a:spLocks noGrp="1"/>
          </p:cNvSpPr>
          <p:nvPr>
            <p:ph type="body" sz="quarter" idx="33"/>
          </p:nvPr>
        </p:nvSpPr>
        <p:spPr>
          <a:xfrm>
            <a:off x="8897616" y="4861249"/>
            <a:ext cx="2635021" cy="1020438"/>
          </a:xfrm>
        </p:spPr>
        <p:txBody>
          <a:bodyPr/>
          <a:lstStyle/>
          <a:p>
            <a:pPr lvl="0"/>
            <a:r>
              <a:t>Click to edit Master text styles</a:t>
            </a:r>
          </a:p>
          <a:p>
            <a:pPr lvl="1"/>
            <a:r>
              <a:t>Second level</a:t>
            </a:r>
          </a:p>
          <a:p>
            <a:pPr lvl="2"/>
            <a:r>
              <a:t>Third level</a:t>
            </a:r>
          </a:p>
          <a:p>
            <a:pPr lvl="3"/>
            <a:r>
              <a:t>Fourth level</a:t>
            </a:r>
          </a:p>
        </p:txBody>
      </p:sp>
    </p:spTree>
    <p:extLst>
      <p:ext uri="{BB962C8B-B14F-4D97-AF65-F5344CB8AC3E}">
        <p14:creationId xmlns:p14="http://schemas.microsoft.com/office/powerpoint/2010/main" val="126945839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11" name="Text Placeholder 2"/>
          <p:cNvSpPr>
            <a:spLocks noGrp="1"/>
          </p:cNvSpPr>
          <p:nvPr>
            <p:ph type="body" idx="13"/>
          </p:nvPr>
        </p:nvSpPr>
        <p:spPr>
          <a:xfrm>
            <a:off x="500063" y="1483200"/>
            <a:ext cx="5470526" cy="786765"/>
          </a:xfrm>
        </p:spPr>
        <p:txBody>
          <a:bodyPr anchor="t" anchorCtr="0"/>
          <a:lstStyle>
            <a:lvl1pPr marL="0" indent="0">
              <a:buNone/>
              <a:defRPr sz="18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12" name="Content Placeholder 8"/>
          <p:cNvSpPr>
            <a:spLocks noGrp="1"/>
          </p:cNvSpPr>
          <p:nvPr>
            <p:ph sz="quarter" idx="14"/>
          </p:nvPr>
        </p:nvSpPr>
        <p:spPr>
          <a:xfrm>
            <a:off x="500063" y="2520950"/>
            <a:ext cx="5470525" cy="3370263"/>
          </a:xfrm>
        </p:spPr>
        <p:txBody>
          <a:bodyPr/>
          <a:lstStyle>
            <a:lvl1pPr>
              <a:lnSpc>
                <a:spcPct val="100000"/>
              </a:lnSpc>
              <a:spcBef>
                <a:spcPts val="300"/>
              </a:spcBef>
              <a:defRPr/>
            </a:lvl1pPr>
            <a:lvl2pPr>
              <a:lnSpc>
                <a:spcPct val="100000"/>
              </a:lnSpc>
              <a:spcBef>
                <a:spcPts val="300"/>
              </a:spcBef>
              <a:defRPr/>
            </a:lvl2pPr>
            <a:lvl3pPr>
              <a:lnSpc>
                <a:spcPct val="100000"/>
              </a:lnSpc>
              <a:spcBef>
                <a:spcPts val="600"/>
              </a:spcBef>
              <a:defRPr/>
            </a:lvl3pPr>
            <a:lvl4pPr>
              <a:lnSpc>
                <a:spcPct val="100000"/>
              </a:lnSpc>
              <a:spcBef>
                <a:spcPts val="0"/>
              </a:spcBef>
              <a:defRPr/>
            </a:lvl4pPr>
            <a:lvl5pPr>
              <a:lnSpc>
                <a:spcPct val="100000"/>
              </a:lnSpc>
              <a:spcBef>
                <a:spcPts val="0"/>
              </a:spcBef>
              <a:defRPr/>
            </a:lvl5pPr>
          </a:lstStyle>
          <a:p>
            <a:pPr lvl="0"/>
            <a:r>
              <a:t>Click to edit Master text styles</a:t>
            </a:r>
          </a:p>
          <a:p>
            <a:pPr lvl="1"/>
            <a:r>
              <a:t>Second level</a:t>
            </a:r>
          </a:p>
          <a:p>
            <a:pPr lvl="2"/>
            <a:r>
              <a:t>Third level</a:t>
            </a:r>
          </a:p>
          <a:p>
            <a:pPr lvl="3"/>
            <a:r>
              <a:t>Fourth level</a:t>
            </a:r>
          </a:p>
          <a:p>
            <a:pPr lvl="4"/>
            <a:r>
              <a:t>Fifth level</a:t>
            </a:r>
          </a:p>
        </p:txBody>
      </p:sp>
      <p:sp>
        <p:nvSpPr>
          <p:cNvPr id="13" name="Content Placeholder 8"/>
          <p:cNvSpPr>
            <a:spLocks noGrp="1"/>
          </p:cNvSpPr>
          <p:nvPr>
            <p:ph sz="quarter" idx="15"/>
          </p:nvPr>
        </p:nvSpPr>
        <p:spPr>
          <a:xfrm>
            <a:off x="6221414" y="2520950"/>
            <a:ext cx="5471476" cy="3370263"/>
          </a:xfrm>
        </p:spPr>
        <p:txBody>
          <a:bodyPr/>
          <a:lstStyle>
            <a:lvl1pPr>
              <a:lnSpc>
                <a:spcPct val="100000"/>
              </a:lnSpc>
              <a:spcBef>
                <a:spcPts val="300"/>
              </a:spcBef>
              <a:defRPr/>
            </a:lvl1pPr>
            <a:lvl2pPr>
              <a:lnSpc>
                <a:spcPct val="100000"/>
              </a:lnSpc>
              <a:spcBef>
                <a:spcPts val="300"/>
              </a:spcBef>
              <a:defRPr/>
            </a:lvl2pPr>
            <a:lvl3pPr>
              <a:lnSpc>
                <a:spcPct val="100000"/>
              </a:lnSpc>
              <a:spcBef>
                <a:spcPts val="600"/>
              </a:spcBef>
              <a:defRPr/>
            </a:lvl3pPr>
            <a:lvl4pPr>
              <a:lnSpc>
                <a:spcPct val="100000"/>
              </a:lnSpc>
              <a:spcBef>
                <a:spcPts val="0"/>
              </a:spcBef>
              <a:defRPr/>
            </a:lvl4pPr>
            <a:lvl5pPr>
              <a:lnSpc>
                <a:spcPct val="100000"/>
              </a:lnSpc>
              <a:spcBef>
                <a:spcPts val="0"/>
              </a:spcBef>
              <a:defRPr/>
            </a:lvl5pPr>
          </a:lstStyle>
          <a:p>
            <a:pPr lvl="0"/>
            <a:r>
              <a:t>Click to edit Master text styles</a:t>
            </a:r>
          </a:p>
          <a:p>
            <a:pPr lvl="1"/>
            <a:r>
              <a:t>Second level</a:t>
            </a:r>
          </a:p>
          <a:p>
            <a:pPr lvl="2"/>
            <a:r>
              <a:t>Third level</a:t>
            </a:r>
          </a:p>
          <a:p>
            <a:pPr lvl="3"/>
            <a:r>
              <a:t>Fourth level</a:t>
            </a:r>
          </a:p>
          <a:p>
            <a:pPr lvl="4"/>
            <a:r>
              <a:t>Fifth level</a:t>
            </a:r>
          </a:p>
        </p:txBody>
      </p:sp>
      <p:sp>
        <p:nvSpPr>
          <p:cNvPr id="14" name="Text Placeholder 2">
            <a:extLst>
              <a:ext uri="{FF2B5EF4-FFF2-40B4-BE49-F238E27FC236}">
                <a16:creationId xmlns:a16="http://schemas.microsoft.com/office/drawing/2014/main" id="{CF1517A8-590F-479B-8350-B8C027A8A9C5}"/>
              </a:ext>
            </a:extLst>
          </p:cNvPr>
          <p:cNvSpPr>
            <a:spLocks noGrp="1"/>
          </p:cNvSpPr>
          <p:nvPr>
            <p:ph type="body" idx="16"/>
          </p:nvPr>
        </p:nvSpPr>
        <p:spPr>
          <a:xfrm>
            <a:off x="6221412" y="1483200"/>
            <a:ext cx="5471477" cy="786765"/>
          </a:xfrm>
        </p:spPr>
        <p:txBody>
          <a:bodyPr anchor="t" anchorCtr="0"/>
          <a:lstStyle>
            <a:lvl1pPr marL="0" indent="0">
              <a:buNone/>
              <a:defRPr sz="18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3" name="Footer Placeholder 2">
            <a:extLst>
              <a:ext uri="{FF2B5EF4-FFF2-40B4-BE49-F238E27FC236}">
                <a16:creationId xmlns:a16="http://schemas.microsoft.com/office/drawing/2014/main" id="{726FA19B-A4D4-453E-A2F4-59F228B33EC0}"/>
              </a:ext>
            </a:extLst>
          </p:cNvPr>
          <p:cNvSpPr>
            <a:spLocks noGrp="1"/>
          </p:cNvSpPr>
          <p:nvPr>
            <p:ph type="ftr" sz="quarter" idx="18"/>
          </p:nvPr>
        </p:nvSpPr>
        <p:spPr/>
        <p:txBody>
          <a:bodyPr/>
          <a:lstStyle/>
          <a:p>
            <a:r>
              <a:t>Asurion Internal Use Only</a:t>
            </a:r>
          </a:p>
        </p:txBody>
      </p:sp>
      <p:sp>
        <p:nvSpPr>
          <p:cNvPr id="4" name="Slide Number Placeholder 3">
            <a:extLst>
              <a:ext uri="{FF2B5EF4-FFF2-40B4-BE49-F238E27FC236}">
                <a16:creationId xmlns:a16="http://schemas.microsoft.com/office/drawing/2014/main" id="{721EE0A0-3F25-4EDE-BBFD-3C1C36E0BBA1}"/>
              </a:ext>
            </a:extLst>
          </p:cNvPr>
          <p:cNvSpPr>
            <a:spLocks noGrp="1"/>
          </p:cNvSpPr>
          <p:nvPr>
            <p:ph type="sldNum" sz="quarter" idx="19"/>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326842606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and Qua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C235105-E2BB-B241-872E-8B764C2735C7}"/>
              </a:ext>
            </a:extLst>
          </p:cNvPr>
          <p:cNvSpPr/>
          <p:nvPr/>
        </p:nvSpPr>
        <p:spPr>
          <a:xfrm>
            <a:off x="6096000" y="0"/>
            <a:ext cx="3050607"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98EFCE1D-E624-4B47-B86B-57779E9F52FC}"/>
              </a:ext>
            </a:extLst>
          </p:cNvPr>
          <p:cNvSpPr/>
          <p:nvPr/>
        </p:nvSpPr>
        <p:spPr>
          <a:xfrm>
            <a:off x="9141393" y="0"/>
            <a:ext cx="3050607"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19400735-3BA6-1C44-B9F2-D8576A3F811D}"/>
              </a:ext>
            </a:extLst>
          </p:cNvPr>
          <p:cNvSpPr/>
          <p:nvPr/>
        </p:nvSpPr>
        <p:spPr>
          <a:xfrm>
            <a:off x="6096000" y="3429000"/>
            <a:ext cx="3050607"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63CAFAB7-8E16-754B-90EC-4F2AF27FB0CC}"/>
              </a:ext>
            </a:extLst>
          </p:cNvPr>
          <p:cNvSpPr/>
          <p:nvPr/>
        </p:nvSpPr>
        <p:spPr>
          <a:xfrm>
            <a:off x="9141393" y="3429000"/>
            <a:ext cx="3050607"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0063" y="440482"/>
            <a:ext cx="50566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3689"/>
            <a:ext cx="5056675" cy="3329423"/>
          </a:xfrm>
        </p:spPr>
        <p:txBody>
          <a:bodyPr spcCol="540000"/>
          <a:lstStyle>
            <a:lvl1pPr>
              <a:lnSpc>
                <a:spcPct val="100000"/>
              </a:lnSpc>
              <a:defRPr/>
            </a:lvl1pPr>
            <a:lvl2pPr>
              <a:lnSpc>
                <a:spcPct val="100000"/>
              </a:lnSpc>
              <a:spcBef>
                <a:spcPts val="300"/>
              </a:spcBef>
              <a:defRPr/>
            </a:lvl2pPr>
            <a:lvl3pPr>
              <a:lnSpc>
                <a:spcPct val="100000"/>
              </a:lnSpc>
              <a:spcBef>
                <a:spcPts val="600"/>
              </a:spcBef>
              <a:defRPr/>
            </a:lvl3pPr>
            <a:lvl4pPr>
              <a:lnSpc>
                <a:spcPct val="100000"/>
              </a:lnSpc>
              <a:defRPr/>
            </a:lvl4pPr>
            <a:lvl5pPr>
              <a:lnSpc>
                <a:spcPct val="100000"/>
              </a:lnSpc>
              <a:defRPr/>
            </a:lvl5p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lvl1pPr>
              <a:defRPr>
                <a:solidFill>
                  <a:schemeClr val="bg1"/>
                </a:solidFill>
              </a:defRPr>
            </a:lvl1pPr>
          </a:lstStyle>
          <a:p>
            <a:r>
              <a:t>Asurion Internal Use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C3ACAB3-CA36-4966-8A1D-076772D39D8D}" type="slidenum">
              <a:rPr/>
              <a:pPr/>
              <a:t>‹#›</a:t>
            </a:fld>
            <a:endParaRPr/>
          </a:p>
        </p:txBody>
      </p:sp>
      <p:sp>
        <p:nvSpPr>
          <p:cNvPr id="19" name="Text Placeholder 10">
            <a:extLst>
              <a:ext uri="{FF2B5EF4-FFF2-40B4-BE49-F238E27FC236}">
                <a16:creationId xmlns:a16="http://schemas.microsoft.com/office/drawing/2014/main" id="{046C3961-C530-D643-976B-752E6A3E6D37}"/>
              </a:ext>
            </a:extLst>
          </p:cNvPr>
          <p:cNvSpPr>
            <a:spLocks noGrp="1"/>
          </p:cNvSpPr>
          <p:nvPr>
            <p:ph type="body" sz="quarter" idx="24"/>
          </p:nvPr>
        </p:nvSpPr>
        <p:spPr>
          <a:xfrm>
            <a:off x="6443361" y="2144693"/>
            <a:ext cx="2355884" cy="599796"/>
          </a:xfrm>
        </p:spPr>
        <p:txBody>
          <a:bodyPr/>
          <a:lstStyle>
            <a:lvl1pPr algn="ctr">
              <a:lnSpc>
                <a:spcPct val="100000"/>
              </a:lnSpc>
              <a:spcBef>
                <a:spcPts val="300"/>
              </a:spcBef>
              <a:spcAft>
                <a:spcPts val="0"/>
              </a:spcAft>
              <a:defRPr sz="1400">
                <a:solidFill>
                  <a:schemeClr val="bg1"/>
                </a:solidFill>
              </a:defRPr>
            </a:lvl1pPr>
            <a:lvl2pPr algn="ctr">
              <a:lnSpc>
                <a:spcPct val="100000"/>
              </a:lnSpc>
              <a:spcBef>
                <a:spcPts val="300"/>
              </a:spcBef>
              <a:spcAft>
                <a:spcPts val="0"/>
              </a:spcAft>
              <a:defRPr sz="1200">
                <a:solidFill>
                  <a:schemeClr val="bg1"/>
                </a:solidFill>
              </a:defRPr>
            </a:lvl2pPr>
          </a:lstStyle>
          <a:p>
            <a:pPr lvl="0"/>
            <a:r>
              <a:t>Click to edit Master </a:t>
            </a:r>
          </a:p>
          <a:p>
            <a:pPr lvl="1"/>
            <a:r>
              <a:t>Second level</a:t>
            </a:r>
          </a:p>
        </p:txBody>
      </p:sp>
      <p:sp>
        <p:nvSpPr>
          <p:cNvPr id="21" name="Text Placeholder 10">
            <a:extLst>
              <a:ext uri="{FF2B5EF4-FFF2-40B4-BE49-F238E27FC236}">
                <a16:creationId xmlns:a16="http://schemas.microsoft.com/office/drawing/2014/main" id="{E06E42E7-38E9-9445-A365-51FFE7037354}"/>
              </a:ext>
            </a:extLst>
          </p:cNvPr>
          <p:cNvSpPr>
            <a:spLocks noGrp="1"/>
          </p:cNvSpPr>
          <p:nvPr>
            <p:ph type="body" sz="quarter" idx="26"/>
          </p:nvPr>
        </p:nvSpPr>
        <p:spPr>
          <a:xfrm>
            <a:off x="6443361" y="5395158"/>
            <a:ext cx="2355884" cy="599796"/>
          </a:xfrm>
        </p:spPr>
        <p:txBody>
          <a:bodyPr/>
          <a:lstStyle>
            <a:lvl1pPr algn="ctr">
              <a:lnSpc>
                <a:spcPct val="100000"/>
              </a:lnSpc>
              <a:spcBef>
                <a:spcPts val="300"/>
              </a:spcBef>
              <a:spcAft>
                <a:spcPts val="0"/>
              </a:spcAft>
              <a:defRPr sz="1400">
                <a:solidFill>
                  <a:schemeClr val="tx1"/>
                </a:solidFill>
              </a:defRPr>
            </a:lvl1pPr>
            <a:lvl2pPr algn="ctr">
              <a:lnSpc>
                <a:spcPct val="100000"/>
              </a:lnSpc>
              <a:spcBef>
                <a:spcPts val="300"/>
              </a:spcBef>
              <a:spcAft>
                <a:spcPts val="0"/>
              </a:spcAft>
              <a:defRPr sz="1200">
                <a:solidFill>
                  <a:schemeClr val="tx1"/>
                </a:solidFill>
              </a:defRPr>
            </a:lvl2pPr>
          </a:lstStyle>
          <a:p>
            <a:pPr lvl="0"/>
            <a:r>
              <a:t>Click to edit Master </a:t>
            </a:r>
          </a:p>
          <a:p>
            <a:pPr lvl="1"/>
            <a:r>
              <a:t>Second level</a:t>
            </a:r>
          </a:p>
        </p:txBody>
      </p:sp>
      <p:sp>
        <p:nvSpPr>
          <p:cNvPr id="23" name="Text Placeholder 10">
            <a:extLst>
              <a:ext uri="{FF2B5EF4-FFF2-40B4-BE49-F238E27FC236}">
                <a16:creationId xmlns:a16="http://schemas.microsoft.com/office/drawing/2014/main" id="{ECAB8C3D-C645-6B4F-8943-0C2FBE84B98D}"/>
              </a:ext>
            </a:extLst>
          </p:cNvPr>
          <p:cNvSpPr>
            <a:spLocks noGrp="1"/>
          </p:cNvSpPr>
          <p:nvPr>
            <p:ph type="body" sz="quarter" idx="28"/>
          </p:nvPr>
        </p:nvSpPr>
        <p:spPr>
          <a:xfrm>
            <a:off x="9488754" y="2144693"/>
            <a:ext cx="2355884" cy="599796"/>
          </a:xfrm>
        </p:spPr>
        <p:txBody>
          <a:bodyPr/>
          <a:lstStyle>
            <a:lvl1pPr algn="ctr">
              <a:lnSpc>
                <a:spcPct val="100000"/>
              </a:lnSpc>
              <a:spcBef>
                <a:spcPts val="300"/>
              </a:spcBef>
              <a:spcAft>
                <a:spcPts val="0"/>
              </a:spcAft>
              <a:defRPr sz="1400">
                <a:solidFill>
                  <a:schemeClr val="bg1"/>
                </a:solidFill>
              </a:defRPr>
            </a:lvl1pPr>
            <a:lvl2pPr algn="ctr">
              <a:lnSpc>
                <a:spcPct val="100000"/>
              </a:lnSpc>
              <a:spcBef>
                <a:spcPts val="300"/>
              </a:spcBef>
              <a:spcAft>
                <a:spcPts val="0"/>
              </a:spcAft>
              <a:defRPr sz="1200">
                <a:solidFill>
                  <a:schemeClr val="bg1"/>
                </a:solidFill>
              </a:defRPr>
            </a:lvl2pPr>
          </a:lstStyle>
          <a:p>
            <a:pPr lvl="0"/>
            <a:r>
              <a:t>Click to edit Master </a:t>
            </a:r>
          </a:p>
          <a:p>
            <a:pPr lvl="1"/>
            <a:r>
              <a:t>Second level</a:t>
            </a:r>
          </a:p>
        </p:txBody>
      </p:sp>
      <p:sp>
        <p:nvSpPr>
          <p:cNvPr id="25" name="Text Placeholder 10">
            <a:extLst>
              <a:ext uri="{FF2B5EF4-FFF2-40B4-BE49-F238E27FC236}">
                <a16:creationId xmlns:a16="http://schemas.microsoft.com/office/drawing/2014/main" id="{3601AE7F-A10B-EB41-8F5A-F2B00DA6B658}"/>
              </a:ext>
            </a:extLst>
          </p:cNvPr>
          <p:cNvSpPr>
            <a:spLocks noGrp="1"/>
          </p:cNvSpPr>
          <p:nvPr>
            <p:ph type="body" sz="quarter" idx="30"/>
          </p:nvPr>
        </p:nvSpPr>
        <p:spPr>
          <a:xfrm>
            <a:off x="9488754" y="5395158"/>
            <a:ext cx="2355884" cy="599796"/>
          </a:xfrm>
        </p:spPr>
        <p:txBody>
          <a:bodyPr/>
          <a:lstStyle>
            <a:lvl1pPr algn="ctr">
              <a:lnSpc>
                <a:spcPct val="100000"/>
              </a:lnSpc>
              <a:spcBef>
                <a:spcPts val="300"/>
              </a:spcBef>
              <a:spcAft>
                <a:spcPts val="0"/>
              </a:spcAft>
              <a:defRPr sz="1400">
                <a:solidFill>
                  <a:schemeClr val="bg1"/>
                </a:solidFill>
              </a:defRPr>
            </a:lvl1pPr>
            <a:lvl2pPr algn="ctr">
              <a:lnSpc>
                <a:spcPct val="100000"/>
              </a:lnSpc>
              <a:spcBef>
                <a:spcPts val="300"/>
              </a:spcBef>
              <a:spcAft>
                <a:spcPts val="0"/>
              </a:spcAft>
              <a:defRPr sz="1200">
                <a:solidFill>
                  <a:schemeClr val="bg1"/>
                </a:solidFill>
              </a:defRPr>
            </a:lvl2pPr>
          </a:lstStyle>
          <a:p>
            <a:pPr lvl="0"/>
            <a:r>
              <a:t>Click to edit Master </a:t>
            </a:r>
          </a:p>
          <a:p>
            <a:pPr lvl="1"/>
            <a:r>
              <a:t>Second level</a:t>
            </a:r>
          </a:p>
        </p:txBody>
      </p:sp>
      <p:sp>
        <p:nvSpPr>
          <p:cNvPr id="27" name="Content Placeholder 3">
            <a:extLst>
              <a:ext uri="{FF2B5EF4-FFF2-40B4-BE49-F238E27FC236}">
                <a16:creationId xmlns:a16="http://schemas.microsoft.com/office/drawing/2014/main" id="{FD3E78BC-709E-E147-87C2-021736A7535D}"/>
              </a:ext>
            </a:extLst>
          </p:cNvPr>
          <p:cNvSpPr>
            <a:spLocks noGrp="1"/>
          </p:cNvSpPr>
          <p:nvPr>
            <p:ph sz="quarter" idx="31" hasCustomPrompt="1"/>
          </p:nvPr>
        </p:nvSpPr>
        <p:spPr>
          <a:xfrm>
            <a:off x="6801042" y="466344"/>
            <a:ext cx="1640752" cy="1495306"/>
          </a:xfrm>
        </p:spPr>
        <p:txBody>
          <a:bodyPr/>
          <a:lstStyle>
            <a:lvl1pPr>
              <a:defRPr sz="1400" b="0">
                <a:solidFill>
                  <a:schemeClr val="bg1"/>
                </a:solidFill>
              </a:defRPr>
            </a:lvl1pPr>
          </a:lstStyle>
          <a:p>
            <a:pPr lvl="0"/>
            <a:r>
              <a:t>Content</a:t>
            </a:r>
          </a:p>
        </p:txBody>
      </p:sp>
      <p:sp>
        <p:nvSpPr>
          <p:cNvPr id="28" name="Content Placeholder 3">
            <a:extLst>
              <a:ext uri="{FF2B5EF4-FFF2-40B4-BE49-F238E27FC236}">
                <a16:creationId xmlns:a16="http://schemas.microsoft.com/office/drawing/2014/main" id="{ED8ABA53-CD5D-5D4A-8042-B0835E310760}"/>
              </a:ext>
            </a:extLst>
          </p:cNvPr>
          <p:cNvSpPr>
            <a:spLocks noGrp="1"/>
          </p:cNvSpPr>
          <p:nvPr>
            <p:ph sz="quarter" idx="32" hasCustomPrompt="1"/>
          </p:nvPr>
        </p:nvSpPr>
        <p:spPr>
          <a:xfrm>
            <a:off x="9851649" y="466344"/>
            <a:ext cx="1640752" cy="1495306"/>
          </a:xfrm>
        </p:spPr>
        <p:txBody>
          <a:bodyPr/>
          <a:lstStyle>
            <a:lvl1pPr>
              <a:defRPr sz="1400" b="0">
                <a:solidFill>
                  <a:schemeClr val="bg1"/>
                </a:solidFill>
              </a:defRPr>
            </a:lvl1pPr>
          </a:lstStyle>
          <a:p>
            <a:pPr lvl="0"/>
            <a:r>
              <a:t>Content</a:t>
            </a:r>
          </a:p>
        </p:txBody>
      </p:sp>
      <p:sp>
        <p:nvSpPr>
          <p:cNvPr id="29" name="Content Placeholder 3">
            <a:extLst>
              <a:ext uri="{FF2B5EF4-FFF2-40B4-BE49-F238E27FC236}">
                <a16:creationId xmlns:a16="http://schemas.microsoft.com/office/drawing/2014/main" id="{745E06A9-602E-0A44-84B6-62D407BE4F57}"/>
              </a:ext>
            </a:extLst>
          </p:cNvPr>
          <p:cNvSpPr>
            <a:spLocks noGrp="1"/>
          </p:cNvSpPr>
          <p:nvPr>
            <p:ph sz="quarter" idx="33" hasCustomPrompt="1"/>
          </p:nvPr>
        </p:nvSpPr>
        <p:spPr>
          <a:xfrm>
            <a:off x="6801042" y="3716809"/>
            <a:ext cx="1640752" cy="1495306"/>
          </a:xfrm>
        </p:spPr>
        <p:txBody>
          <a:bodyPr/>
          <a:lstStyle>
            <a:lvl1pPr>
              <a:defRPr sz="1400" b="0">
                <a:solidFill>
                  <a:schemeClr val="bg1"/>
                </a:solidFill>
              </a:defRPr>
            </a:lvl1pPr>
          </a:lstStyle>
          <a:p>
            <a:pPr lvl="0"/>
            <a:r>
              <a:t>Content</a:t>
            </a:r>
          </a:p>
        </p:txBody>
      </p:sp>
      <p:sp>
        <p:nvSpPr>
          <p:cNvPr id="30" name="Content Placeholder 3">
            <a:extLst>
              <a:ext uri="{FF2B5EF4-FFF2-40B4-BE49-F238E27FC236}">
                <a16:creationId xmlns:a16="http://schemas.microsoft.com/office/drawing/2014/main" id="{D79F0669-4F9E-E646-A67C-2FCEBFA523D4}"/>
              </a:ext>
            </a:extLst>
          </p:cNvPr>
          <p:cNvSpPr>
            <a:spLocks noGrp="1"/>
          </p:cNvSpPr>
          <p:nvPr>
            <p:ph sz="quarter" idx="34" hasCustomPrompt="1"/>
          </p:nvPr>
        </p:nvSpPr>
        <p:spPr>
          <a:xfrm>
            <a:off x="9851649" y="3716809"/>
            <a:ext cx="1640752" cy="1495306"/>
          </a:xfrm>
        </p:spPr>
        <p:txBody>
          <a:bodyPr/>
          <a:lstStyle>
            <a:lvl1pPr>
              <a:defRPr sz="1400" b="0">
                <a:solidFill>
                  <a:schemeClr val="bg1"/>
                </a:solidFill>
              </a:defRPr>
            </a:lvl1pPr>
          </a:lstStyle>
          <a:p>
            <a:pPr lvl="0"/>
            <a:r>
              <a:t>Content</a:t>
            </a:r>
          </a:p>
        </p:txBody>
      </p:sp>
    </p:spTree>
    <p:extLst>
      <p:ext uri="{BB962C8B-B14F-4D97-AF65-F5344CB8AC3E}">
        <p14:creationId xmlns:p14="http://schemas.microsoft.com/office/powerpoint/2010/main" val="319598814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Content and Quad">
    <p:spTree>
      <p:nvGrpSpPr>
        <p:cNvPr id="1" name=""/>
        <p:cNvGrpSpPr/>
        <p:nvPr/>
      </p:nvGrpSpPr>
      <p:grpSpPr>
        <a:xfrm>
          <a:off x="0" y="0"/>
          <a:ext cx="0" cy="0"/>
          <a:chOff x="0" y="0"/>
          <a:chExt cx="0" cy="0"/>
        </a:xfrm>
      </p:grpSpPr>
      <p:sp>
        <p:nvSpPr>
          <p:cNvPr id="2" name="Title 1"/>
          <p:cNvSpPr>
            <a:spLocks noGrp="1"/>
          </p:cNvSpPr>
          <p:nvPr>
            <p:ph type="title"/>
          </p:nvPr>
        </p:nvSpPr>
        <p:spPr>
          <a:xfrm>
            <a:off x="500063" y="440482"/>
            <a:ext cx="50566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3689"/>
            <a:ext cx="5056675" cy="3329423"/>
          </a:xfrm>
        </p:spPr>
        <p:txBody>
          <a:bodyPr spcCol="540000"/>
          <a:lstStyle>
            <a:lvl1pPr>
              <a:lnSpc>
                <a:spcPct val="100000"/>
              </a:lnSpc>
              <a:defRPr/>
            </a:lvl1pPr>
            <a:lvl2pPr>
              <a:lnSpc>
                <a:spcPct val="100000"/>
              </a:lnSpc>
              <a:spcBef>
                <a:spcPts val="300"/>
              </a:spcBef>
              <a:defRPr/>
            </a:lvl2pPr>
            <a:lvl3pPr>
              <a:lnSpc>
                <a:spcPct val="100000"/>
              </a:lnSpc>
              <a:spcBef>
                <a:spcPts val="600"/>
              </a:spcBef>
              <a:defRPr/>
            </a:lvl3pPr>
            <a:lvl4pPr>
              <a:lnSpc>
                <a:spcPct val="100000"/>
              </a:lnSpc>
              <a:defRPr/>
            </a:lvl4pPr>
            <a:lvl5pPr>
              <a:lnSpc>
                <a:spcPct val="100000"/>
              </a:lnSpc>
              <a:defRPr/>
            </a:lvl5p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lvl1pPr>
              <a:defRPr>
                <a:solidFill>
                  <a:schemeClr val="bg1"/>
                </a:solidFill>
              </a:defRPr>
            </a:lvl1pPr>
          </a:lstStyle>
          <a:p>
            <a:r>
              <a:t>Asurion Internal Use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C3ACAB3-CA36-4966-8A1D-076772D39D8D}" type="slidenum">
              <a:rPr/>
              <a:pPr/>
              <a:t>‹#›</a:t>
            </a:fld>
            <a:endParaRPr/>
          </a:p>
        </p:txBody>
      </p:sp>
      <p:sp>
        <p:nvSpPr>
          <p:cNvPr id="7" name="Picture Placeholder 6">
            <a:extLst>
              <a:ext uri="{FF2B5EF4-FFF2-40B4-BE49-F238E27FC236}">
                <a16:creationId xmlns:a16="http://schemas.microsoft.com/office/drawing/2014/main" id="{A4F72CA0-107F-4A4A-862E-98C88AC732F2}"/>
              </a:ext>
            </a:extLst>
          </p:cNvPr>
          <p:cNvSpPr>
            <a:spLocks noGrp="1"/>
          </p:cNvSpPr>
          <p:nvPr>
            <p:ph type="pic" sz="quarter" idx="13"/>
          </p:nvPr>
        </p:nvSpPr>
        <p:spPr>
          <a:xfrm>
            <a:off x="6096000" y="0"/>
            <a:ext cx="3044825" cy="3429000"/>
          </a:xfrm>
        </p:spPr>
        <p:txBody>
          <a:bodyPr/>
          <a:lstStyle/>
          <a:p>
            <a:endParaRPr lang="en-US"/>
          </a:p>
        </p:txBody>
      </p:sp>
      <p:sp>
        <p:nvSpPr>
          <p:cNvPr id="20" name="Picture Placeholder 6">
            <a:extLst>
              <a:ext uri="{FF2B5EF4-FFF2-40B4-BE49-F238E27FC236}">
                <a16:creationId xmlns:a16="http://schemas.microsoft.com/office/drawing/2014/main" id="{687F16B1-C282-434C-AD8F-D67D33B93EDA}"/>
              </a:ext>
            </a:extLst>
          </p:cNvPr>
          <p:cNvSpPr>
            <a:spLocks noGrp="1"/>
          </p:cNvSpPr>
          <p:nvPr>
            <p:ph type="pic" sz="quarter" idx="14"/>
          </p:nvPr>
        </p:nvSpPr>
        <p:spPr>
          <a:xfrm>
            <a:off x="9147175" y="0"/>
            <a:ext cx="3044825" cy="3429000"/>
          </a:xfrm>
        </p:spPr>
        <p:txBody>
          <a:bodyPr/>
          <a:lstStyle/>
          <a:p>
            <a:endParaRPr lang="en-US"/>
          </a:p>
        </p:txBody>
      </p:sp>
      <p:sp>
        <p:nvSpPr>
          <p:cNvPr id="22" name="Picture Placeholder 6">
            <a:extLst>
              <a:ext uri="{FF2B5EF4-FFF2-40B4-BE49-F238E27FC236}">
                <a16:creationId xmlns:a16="http://schemas.microsoft.com/office/drawing/2014/main" id="{674F1A84-A715-1642-9A6D-724C0D4B3CFA}"/>
              </a:ext>
            </a:extLst>
          </p:cNvPr>
          <p:cNvSpPr>
            <a:spLocks noGrp="1"/>
          </p:cNvSpPr>
          <p:nvPr>
            <p:ph type="pic" sz="quarter" idx="15"/>
          </p:nvPr>
        </p:nvSpPr>
        <p:spPr>
          <a:xfrm>
            <a:off x="6096000" y="3429000"/>
            <a:ext cx="3044825" cy="3429000"/>
          </a:xfrm>
        </p:spPr>
        <p:txBody>
          <a:bodyPr/>
          <a:lstStyle/>
          <a:p>
            <a:endParaRPr lang="en-US"/>
          </a:p>
        </p:txBody>
      </p:sp>
      <p:sp>
        <p:nvSpPr>
          <p:cNvPr id="24" name="Picture Placeholder 6">
            <a:extLst>
              <a:ext uri="{FF2B5EF4-FFF2-40B4-BE49-F238E27FC236}">
                <a16:creationId xmlns:a16="http://schemas.microsoft.com/office/drawing/2014/main" id="{22454BBB-552C-1443-823A-2C496CBE510E}"/>
              </a:ext>
            </a:extLst>
          </p:cNvPr>
          <p:cNvSpPr>
            <a:spLocks noGrp="1"/>
          </p:cNvSpPr>
          <p:nvPr>
            <p:ph type="pic" sz="quarter" idx="16"/>
          </p:nvPr>
        </p:nvSpPr>
        <p:spPr>
          <a:xfrm>
            <a:off x="9147175" y="3429000"/>
            <a:ext cx="3044825" cy="3429000"/>
          </a:xfrm>
        </p:spPr>
        <p:txBody>
          <a:bodyPr/>
          <a:lstStyle/>
          <a:p>
            <a:endParaRPr lang="en-US"/>
          </a:p>
        </p:txBody>
      </p:sp>
    </p:spTree>
    <p:extLst>
      <p:ext uri="{BB962C8B-B14F-4D97-AF65-F5344CB8AC3E}">
        <p14:creationId xmlns:p14="http://schemas.microsoft.com/office/powerpoint/2010/main" val="271685073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7" name="Footer Placeholder 6">
            <a:extLst>
              <a:ext uri="{FF2B5EF4-FFF2-40B4-BE49-F238E27FC236}">
                <a16:creationId xmlns:a16="http://schemas.microsoft.com/office/drawing/2014/main" id="{94C8F12B-D471-4524-A21D-E2E0C4A3A5EF}"/>
              </a:ext>
            </a:extLst>
          </p:cNvPr>
          <p:cNvSpPr>
            <a:spLocks noGrp="1"/>
          </p:cNvSpPr>
          <p:nvPr>
            <p:ph type="ftr" sz="quarter" idx="11"/>
          </p:nvPr>
        </p:nvSpPr>
        <p:spPr/>
        <p:txBody>
          <a:bodyPr/>
          <a:lstStyle/>
          <a:p>
            <a:r>
              <a:t>Asurion Internal Use Only</a:t>
            </a:r>
          </a:p>
        </p:txBody>
      </p:sp>
      <p:sp>
        <p:nvSpPr>
          <p:cNvPr id="8" name="Slide Number Placeholder 7">
            <a:extLst>
              <a:ext uri="{FF2B5EF4-FFF2-40B4-BE49-F238E27FC236}">
                <a16:creationId xmlns:a16="http://schemas.microsoft.com/office/drawing/2014/main" id="{8D203B0C-11E9-4FDC-A004-C78D9EB13280}"/>
              </a:ext>
            </a:extLst>
          </p:cNvPr>
          <p:cNvSpPr>
            <a:spLocks noGrp="1"/>
          </p:cNvSpPr>
          <p:nvPr>
            <p:ph type="sldNum" sz="quarter" idx="12"/>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275248926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8" name="Footer Placeholder 7">
            <a:extLst>
              <a:ext uri="{FF2B5EF4-FFF2-40B4-BE49-F238E27FC236}">
                <a16:creationId xmlns:a16="http://schemas.microsoft.com/office/drawing/2014/main" id="{65DBBB8B-648D-4197-97B9-AE71487D25C5}"/>
              </a:ext>
            </a:extLst>
          </p:cNvPr>
          <p:cNvSpPr>
            <a:spLocks noGrp="1"/>
          </p:cNvSpPr>
          <p:nvPr>
            <p:ph type="ftr" sz="quarter" idx="11"/>
          </p:nvPr>
        </p:nvSpPr>
        <p:spPr/>
        <p:txBody>
          <a:bodyPr/>
          <a:lstStyle/>
          <a:p>
            <a:r>
              <a:t>Asurion Internal Use Only</a:t>
            </a:r>
          </a:p>
        </p:txBody>
      </p:sp>
      <p:sp>
        <p:nvSpPr>
          <p:cNvPr id="9" name="Slide Number Placeholder 8">
            <a:extLst>
              <a:ext uri="{FF2B5EF4-FFF2-40B4-BE49-F238E27FC236}">
                <a16:creationId xmlns:a16="http://schemas.microsoft.com/office/drawing/2014/main" id="{65924E6F-6328-463D-B419-65509C9FE4B2}"/>
              </a:ext>
            </a:extLst>
          </p:cNvPr>
          <p:cNvSpPr>
            <a:spLocks noGrp="1"/>
          </p:cNvSpPr>
          <p:nvPr>
            <p:ph type="sldNum" sz="quarter" idx="12"/>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18399813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B598678-86C0-48BA-A39A-FF8C08834EF4}"/>
              </a:ext>
            </a:extLst>
          </p:cNvPr>
          <p:cNvSpPr>
            <a:spLocks noGrp="1"/>
          </p:cNvSpPr>
          <p:nvPr>
            <p:ph type="ftr" sz="quarter" idx="11"/>
          </p:nvPr>
        </p:nvSpPr>
        <p:spPr/>
        <p:txBody>
          <a:bodyPr/>
          <a:lstStyle/>
          <a:p>
            <a:r>
              <a:t>Asurion Internal Use Only</a:t>
            </a:r>
          </a:p>
        </p:txBody>
      </p:sp>
      <p:sp>
        <p:nvSpPr>
          <p:cNvPr id="7" name="Slide Number Placeholder 6">
            <a:extLst>
              <a:ext uri="{FF2B5EF4-FFF2-40B4-BE49-F238E27FC236}">
                <a16:creationId xmlns:a16="http://schemas.microsoft.com/office/drawing/2014/main" id="{B81E9215-17E8-49B1-A387-1E2239FBC9E7}"/>
              </a:ext>
            </a:extLst>
          </p:cNvPr>
          <p:cNvSpPr>
            <a:spLocks noGrp="1"/>
          </p:cNvSpPr>
          <p:nvPr>
            <p:ph type="sldNum" sz="quarter" idx="12"/>
          </p:nvPr>
        </p:nvSpPr>
        <p:spPr/>
        <p:txBody>
          <a:bodyPr/>
          <a:lstStyle/>
          <a:p>
            <a:fld id="{9C3ACAB3-CA36-4966-8A1D-076772D39D8D}" type="slidenum">
              <a:rPr/>
              <a:pPr/>
              <a:t>‹#›</a:t>
            </a:fld>
            <a:endParaRPr/>
          </a:p>
        </p:txBody>
      </p:sp>
    </p:spTree>
    <p:extLst>
      <p:ext uri="{BB962C8B-B14F-4D97-AF65-F5344CB8AC3E}">
        <p14:creationId xmlns:p14="http://schemas.microsoft.com/office/powerpoint/2010/main" val="68517184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hree Content with iPhones">
    <p:spTree>
      <p:nvGrpSpPr>
        <p:cNvPr id="1" name=""/>
        <p:cNvGrpSpPr/>
        <p:nvPr/>
      </p:nvGrpSpPr>
      <p:grpSpPr>
        <a:xfrm>
          <a:off x="0" y="0"/>
          <a:ext cx="0" cy="0"/>
          <a:chOff x="0" y="0"/>
          <a:chExt cx="0" cy="0"/>
        </a:xfrm>
      </p:grpSpPr>
      <p:pic>
        <p:nvPicPr>
          <p:cNvPr id="7" name="Picture 6" descr="A picture containing monitor&#10;&#10;Description automatically generated">
            <a:extLst>
              <a:ext uri="{FF2B5EF4-FFF2-40B4-BE49-F238E27FC236}">
                <a16:creationId xmlns:a16="http://schemas.microsoft.com/office/drawing/2014/main" id="{7128FF66-3EA6-42D2-A583-39E18B57E9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914" y="1095375"/>
            <a:ext cx="2962122" cy="4536000"/>
          </a:xfrm>
          <a:prstGeom prst="rect">
            <a:avLst/>
          </a:prstGeom>
        </p:spPr>
      </p:pic>
      <p:sp>
        <p:nvSpPr>
          <p:cNvPr id="8" name="Title 7"/>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9" name="Content Placeholder 8"/>
          <p:cNvSpPr>
            <a:spLocks noGrp="1"/>
          </p:cNvSpPr>
          <p:nvPr>
            <p:ph sz="quarter" idx="13"/>
          </p:nvPr>
        </p:nvSpPr>
        <p:spPr>
          <a:xfrm>
            <a:off x="500064" y="5288239"/>
            <a:ext cx="3600000" cy="783091"/>
          </a:xfrm>
        </p:spPr>
        <p:txBody>
          <a:bodyPr/>
          <a:lstStyle>
            <a:lvl1pPr>
              <a:lnSpc>
                <a:spcPct val="100000"/>
              </a:lnSpc>
              <a:spcBef>
                <a:spcPts val="300"/>
              </a:spcBef>
              <a:defRPr/>
            </a:lvl1pPr>
            <a:lvl2pPr>
              <a:lnSpc>
                <a:spcPct val="100000"/>
              </a:lnSpc>
              <a:spcBef>
                <a:spcPts val="300"/>
              </a:spcBef>
              <a:defRPr/>
            </a:lvl2pPr>
            <a:lvl3pPr>
              <a:lnSpc>
                <a:spcPct val="100000"/>
              </a:lnSpc>
              <a:spcBef>
                <a:spcPts val="300"/>
              </a:spcBef>
              <a:defRPr/>
            </a:lvl3pPr>
          </a:lstStyle>
          <a:p>
            <a:pPr lvl="0"/>
            <a:r>
              <a:t>Click to edit Master text styles</a:t>
            </a:r>
          </a:p>
          <a:p>
            <a:pPr lvl="1"/>
            <a:r>
              <a:t>Second level</a:t>
            </a:r>
          </a:p>
          <a:p>
            <a:pPr lvl="2"/>
            <a:endParaRPr/>
          </a:p>
        </p:txBody>
      </p:sp>
      <p:sp>
        <p:nvSpPr>
          <p:cNvPr id="10" name="Content Placeholder 8"/>
          <p:cNvSpPr>
            <a:spLocks noGrp="1"/>
          </p:cNvSpPr>
          <p:nvPr>
            <p:ph sz="quarter" idx="14"/>
          </p:nvPr>
        </p:nvSpPr>
        <p:spPr>
          <a:xfrm>
            <a:off x="4314826" y="5288239"/>
            <a:ext cx="3600000" cy="783091"/>
          </a:xfrm>
        </p:spPr>
        <p:txBody>
          <a:bodyPr/>
          <a:lstStyle>
            <a:lvl1pPr>
              <a:lnSpc>
                <a:spcPct val="100000"/>
              </a:lnSpc>
              <a:spcBef>
                <a:spcPts val="300"/>
              </a:spcBef>
              <a:defRPr/>
            </a:lvl1pPr>
            <a:lvl2pPr>
              <a:lnSpc>
                <a:spcPct val="100000"/>
              </a:lnSpc>
              <a:spcBef>
                <a:spcPts val="300"/>
              </a:spcBef>
              <a:defRPr/>
            </a:lvl2pPr>
          </a:lstStyle>
          <a:p>
            <a:pPr lvl="0"/>
            <a:r>
              <a:t>Click to edit Master text styles</a:t>
            </a:r>
          </a:p>
          <a:p>
            <a:pPr lvl="1"/>
            <a:r>
              <a:t>Second level</a:t>
            </a:r>
          </a:p>
        </p:txBody>
      </p:sp>
      <p:sp>
        <p:nvSpPr>
          <p:cNvPr id="11" name="Content Placeholder 8">
            <a:extLst>
              <a:ext uri="{FF2B5EF4-FFF2-40B4-BE49-F238E27FC236}">
                <a16:creationId xmlns:a16="http://schemas.microsoft.com/office/drawing/2014/main" id="{1ECDB9F2-27F4-42DB-89BF-A79294975B4C}"/>
              </a:ext>
            </a:extLst>
          </p:cNvPr>
          <p:cNvSpPr>
            <a:spLocks noGrp="1"/>
          </p:cNvSpPr>
          <p:nvPr>
            <p:ph sz="quarter" idx="15"/>
          </p:nvPr>
        </p:nvSpPr>
        <p:spPr>
          <a:xfrm>
            <a:off x="8129588" y="5288239"/>
            <a:ext cx="3600000" cy="783091"/>
          </a:xfrm>
        </p:spPr>
        <p:txBody>
          <a:bodyPr/>
          <a:lstStyle>
            <a:lvl1pPr>
              <a:lnSpc>
                <a:spcPct val="100000"/>
              </a:lnSpc>
              <a:spcBef>
                <a:spcPts val="300"/>
              </a:spcBef>
              <a:defRPr/>
            </a:lvl1pPr>
            <a:lvl2pPr>
              <a:lnSpc>
                <a:spcPct val="100000"/>
              </a:lnSpc>
              <a:spcBef>
                <a:spcPts val="300"/>
              </a:spcBef>
              <a:defRPr/>
            </a:lvl2pPr>
          </a:lstStyle>
          <a:p>
            <a:pPr lvl="0"/>
            <a:r>
              <a:t>Click to edit Master text styles</a:t>
            </a:r>
          </a:p>
          <a:p>
            <a:pPr lvl="1"/>
            <a:r>
              <a:t>Second level</a:t>
            </a:r>
          </a:p>
        </p:txBody>
      </p:sp>
      <p:sp>
        <p:nvSpPr>
          <p:cNvPr id="26" name="Picture Placeholder 25">
            <a:extLst>
              <a:ext uri="{FF2B5EF4-FFF2-40B4-BE49-F238E27FC236}">
                <a16:creationId xmlns:a16="http://schemas.microsoft.com/office/drawing/2014/main" id="{5179A366-3852-4680-B35F-C5CAF0ED3157}"/>
              </a:ext>
            </a:extLst>
          </p:cNvPr>
          <p:cNvSpPr>
            <a:spLocks noGrp="1"/>
          </p:cNvSpPr>
          <p:nvPr>
            <p:ph type="pic" sz="quarter" idx="16"/>
          </p:nvPr>
        </p:nvSpPr>
        <p:spPr>
          <a:xfrm>
            <a:off x="1465109" y="1810291"/>
            <a:ext cx="1452882" cy="3088800"/>
          </a:xfrm>
          <a:custGeom>
            <a:avLst/>
            <a:gdLst>
              <a:gd name="connsiteX0" fmla="*/ 202870 w 1452882"/>
              <a:gd name="connsiteY0" fmla="*/ 0 h 3088800"/>
              <a:gd name="connsiteX1" fmla="*/ 307352 w 1452882"/>
              <a:gd name="connsiteY1" fmla="*/ 0 h 3088800"/>
              <a:gd name="connsiteX2" fmla="*/ 321573 w 1452882"/>
              <a:gd name="connsiteY2" fmla="*/ 16508 h 3088800"/>
              <a:gd name="connsiteX3" fmla="*/ 363366 w 1452882"/>
              <a:gd name="connsiteY3" fmla="*/ 98181 h 3088800"/>
              <a:gd name="connsiteX4" fmla="*/ 416768 w 1452882"/>
              <a:gd name="connsiteY4" fmla="*/ 106580 h 3088800"/>
              <a:gd name="connsiteX5" fmla="*/ 1056431 w 1452882"/>
              <a:gd name="connsiteY5" fmla="*/ 106580 h 3088800"/>
              <a:gd name="connsiteX6" fmla="*/ 1095902 w 1452882"/>
              <a:gd name="connsiteY6" fmla="*/ 87755 h 3088800"/>
              <a:gd name="connsiteX7" fmla="*/ 1130439 w 1452882"/>
              <a:gd name="connsiteY7" fmla="*/ 9847 h 3088800"/>
              <a:gd name="connsiteX8" fmla="*/ 1147562 w 1452882"/>
              <a:gd name="connsiteY8" fmla="*/ 579 h 3088800"/>
              <a:gd name="connsiteX9" fmla="*/ 1262202 w 1452882"/>
              <a:gd name="connsiteY9" fmla="*/ 579 h 3088800"/>
              <a:gd name="connsiteX10" fmla="*/ 1389032 w 1452882"/>
              <a:gd name="connsiteY10" fmla="*/ 62558 h 3088800"/>
              <a:gd name="connsiteX11" fmla="*/ 1440112 w 1452882"/>
              <a:gd name="connsiteY11" fmla="*/ 140466 h 3088800"/>
              <a:gd name="connsiteX12" fmla="*/ 1452882 w 1452882"/>
              <a:gd name="connsiteY12" fmla="*/ 200128 h 3088800"/>
              <a:gd name="connsiteX13" fmla="*/ 1452882 w 1452882"/>
              <a:gd name="connsiteY13" fmla="*/ 2893886 h 3088800"/>
              <a:gd name="connsiteX14" fmla="*/ 1400061 w 1452882"/>
              <a:gd name="connsiteY14" fmla="*/ 3015816 h 3088800"/>
              <a:gd name="connsiteX15" fmla="*/ 1327794 w 1452882"/>
              <a:gd name="connsiteY15" fmla="*/ 3069396 h 3088800"/>
              <a:gd name="connsiteX16" fmla="*/ 1250013 w 1452882"/>
              <a:gd name="connsiteY16" fmla="*/ 3088800 h 3088800"/>
              <a:gd name="connsiteX17" fmla="*/ 195904 w 1452882"/>
              <a:gd name="connsiteY17" fmla="*/ 3088800 h 3088800"/>
              <a:gd name="connsiteX18" fmla="*/ 120445 w 1452882"/>
              <a:gd name="connsiteY18" fmla="*/ 3067368 h 3088800"/>
              <a:gd name="connsiteX19" fmla="*/ 48178 w 1452882"/>
              <a:gd name="connsiteY19" fmla="*/ 3008865 h 3088800"/>
              <a:gd name="connsiteX20" fmla="*/ 0 w 1452882"/>
              <a:gd name="connsiteY20" fmla="*/ 2877957 h 3088800"/>
              <a:gd name="connsiteX21" fmla="*/ 871 w 1452882"/>
              <a:gd name="connsiteY21" fmla="*/ 204472 h 3088800"/>
              <a:gd name="connsiteX22" fmla="*/ 17704 w 1452882"/>
              <a:gd name="connsiteY22" fmla="*/ 126854 h 3088800"/>
              <a:gd name="connsiteX23" fmla="*/ 68784 w 1452882"/>
              <a:gd name="connsiteY23" fmla="*/ 58503 h 3088800"/>
              <a:gd name="connsiteX24" fmla="*/ 202870 w 1452882"/>
              <a:gd name="connsiteY24" fmla="*/ 0 h 308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52882" h="3088800">
                <a:moveTo>
                  <a:pt x="202870" y="0"/>
                </a:moveTo>
                <a:cubicBezTo>
                  <a:pt x="307352" y="0"/>
                  <a:pt x="307352" y="0"/>
                  <a:pt x="307352" y="0"/>
                </a:cubicBezTo>
                <a:cubicBezTo>
                  <a:pt x="307352" y="0"/>
                  <a:pt x="317220" y="2896"/>
                  <a:pt x="321573" y="16508"/>
                </a:cubicBezTo>
                <a:cubicBezTo>
                  <a:pt x="325926" y="30121"/>
                  <a:pt x="339567" y="82542"/>
                  <a:pt x="363366" y="98181"/>
                </a:cubicBezTo>
                <a:cubicBezTo>
                  <a:pt x="382231" y="110345"/>
                  <a:pt x="416768" y="106580"/>
                  <a:pt x="416768" y="106580"/>
                </a:cubicBezTo>
                <a:cubicBezTo>
                  <a:pt x="1056431" y="106580"/>
                  <a:pt x="1056431" y="106580"/>
                  <a:pt x="1056431" y="106580"/>
                </a:cubicBezTo>
                <a:cubicBezTo>
                  <a:pt x="1056431" y="106580"/>
                  <a:pt x="1080229" y="107739"/>
                  <a:pt x="1095902" y="87755"/>
                </a:cubicBezTo>
                <a:cubicBezTo>
                  <a:pt x="1111574" y="68061"/>
                  <a:pt x="1130439" y="9847"/>
                  <a:pt x="1130439" y="9847"/>
                </a:cubicBezTo>
                <a:cubicBezTo>
                  <a:pt x="1130439" y="9847"/>
                  <a:pt x="1133051" y="579"/>
                  <a:pt x="1147562" y="579"/>
                </a:cubicBezTo>
                <a:cubicBezTo>
                  <a:pt x="1162364" y="579"/>
                  <a:pt x="1255237" y="579"/>
                  <a:pt x="1262202" y="579"/>
                </a:cubicBezTo>
                <a:cubicBezTo>
                  <a:pt x="1265395" y="579"/>
                  <a:pt x="1344337" y="15060"/>
                  <a:pt x="1389032" y="62558"/>
                </a:cubicBezTo>
                <a:cubicBezTo>
                  <a:pt x="1411089" y="86017"/>
                  <a:pt x="1431115" y="114400"/>
                  <a:pt x="1440112" y="140466"/>
                </a:cubicBezTo>
                <a:cubicBezTo>
                  <a:pt x="1451431" y="172324"/>
                  <a:pt x="1452882" y="200128"/>
                  <a:pt x="1452882" y="200128"/>
                </a:cubicBezTo>
                <a:cubicBezTo>
                  <a:pt x="1452882" y="2893886"/>
                  <a:pt x="1452882" y="2893886"/>
                  <a:pt x="1452882" y="2893886"/>
                </a:cubicBezTo>
                <a:cubicBezTo>
                  <a:pt x="1452882" y="2893886"/>
                  <a:pt x="1443305" y="2974690"/>
                  <a:pt x="1400061" y="3015816"/>
                </a:cubicBezTo>
                <a:cubicBezTo>
                  <a:pt x="1373360" y="3041302"/>
                  <a:pt x="1353334" y="3058100"/>
                  <a:pt x="1327794" y="3069396"/>
                </a:cubicBezTo>
                <a:cubicBezTo>
                  <a:pt x="1287742" y="3087352"/>
                  <a:pt x="1250013" y="3088800"/>
                  <a:pt x="1250013" y="3088800"/>
                </a:cubicBezTo>
                <a:cubicBezTo>
                  <a:pt x="195904" y="3088800"/>
                  <a:pt x="195904" y="3088800"/>
                  <a:pt x="195904" y="3088800"/>
                </a:cubicBezTo>
                <a:cubicBezTo>
                  <a:pt x="195904" y="3088800"/>
                  <a:pt x="157013" y="3084456"/>
                  <a:pt x="120445" y="3067368"/>
                </a:cubicBezTo>
                <a:cubicBezTo>
                  <a:pt x="85908" y="3051439"/>
                  <a:pt x="72267" y="3034641"/>
                  <a:pt x="48178" y="3008865"/>
                </a:cubicBezTo>
                <a:cubicBezTo>
                  <a:pt x="581" y="2957602"/>
                  <a:pt x="0" y="2877957"/>
                  <a:pt x="0" y="2877957"/>
                </a:cubicBezTo>
                <a:lnTo>
                  <a:pt x="871" y="204472"/>
                </a:lnTo>
                <a:cubicBezTo>
                  <a:pt x="871" y="204472"/>
                  <a:pt x="1161" y="167111"/>
                  <a:pt x="17704" y="126854"/>
                </a:cubicBezTo>
                <a:cubicBezTo>
                  <a:pt x="27572" y="102815"/>
                  <a:pt x="49049" y="78198"/>
                  <a:pt x="68784" y="58503"/>
                </a:cubicBezTo>
                <a:cubicBezTo>
                  <a:pt x="117252" y="9268"/>
                  <a:pt x="202870" y="0"/>
                  <a:pt x="202870" y="0"/>
                </a:cubicBezTo>
                <a:close/>
              </a:path>
            </a:pathLst>
          </a:custGeom>
        </p:spPr>
        <p:txBody>
          <a:bodyPr wrap="square" anchor="ctr" anchorCtr="0">
            <a:noAutofit/>
          </a:bodyPr>
          <a:lstStyle>
            <a:lvl1pPr algn="ctr">
              <a:defRPr/>
            </a:lvl1pPr>
          </a:lstStyle>
          <a:p>
            <a:endParaRPr/>
          </a:p>
        </p:txBody>
      </p:sp>
      <p:sp>
        <p:nvSpPr>
          <p:cNvPr id="20" name="Footer Placeholder 19">
            <a:extLst>
              <a:ext uri="{FF2B5EF4-FFF2-40B4-BE49-F238E27FC236}">
                <a16:creationId xmlns:a16="http://schemas.microsoft.com/office/drawing/2014/main" id="{22F74907-9901-41D8-B02E-D5156ACAC596}"/>
              </a:ext>
            </a:extLst>
          </p:cNvPr>
          <p:cNvSpPr>
            <a:spLocks noGrp="1"/>
          </p:cNvSpPr>
          <p:nvPr>
            <p:ph type="ftr" sz="quarter" idx="20"/>
          </p:nvPr>
        </p:nvSpPr>
        <p:spPr/>
        <p:txBody>
          <a:bodyPr/>
          <a:lstStyle/>
          <a:p>
            <a:r>
              <a:t>Asurion Internal Use Only</a:t>
            </a:r>
          </a:p>
        </p:txBody>
      </p:sp>
      <p:sp>
        <p:nvSpPr>
          <p:cNvPr id="21" name="Slide Number Placeholder 20">
            <a:extLst>
              <a:ext uri="{FF2B5EF4-FFF2-40B4-BE49-F238E27FC236}">
                <a16:creationId xmlns:a16="http://schemas.microsoft.com/office/drawing/2014/main" id="{1CD76F14-B7C1-4783-A9BB-4763BFA88751}"/>
              </a:ext>
            </a:extLst>
          </p:cNvPr>
          <p:cNvSpPr>
            <a:spLocks noGrp="1"/>
          </p:cNvSpPr>
          <p:nvPr>
            <p:ph type="sldNum" sz="quarter" idx="21"/>
          </p:nvPr>
        </p:nvSpPr>
        <p:spPr/>
        <p:txBody>
          <a:bodyPr/>
          <a:lstStyle/>
          <a:p>
            <a:fld id="{9C3ACAB3-CA36-4966-8A1D-076772D39D8D}" type="slidenum">
              <a:rPr/>
              <a:pPr/>
              <a:t>‹#›</a:t>
            </a:fld>
            <a:endParaRPr/>
          </a:p>
        </p:txBody>
      </p:sp>
      <p:pic>
        <p:nvPicPr>
          <p:cNvPr id="27" name="Picture 26" descr="A picture containing monitor&#10;&#10;Description automatically generated">
            <a:extLst>
              <a:ext uri="{FF2B5EF4-FFF2-40B4-BE49-F238E27FC236}">
                <a16:creationId xmlns:a16="http://schemas.microsoft.com/office/drawing/2014/main" id="{154FF016-7F02-472C-B9A6-FD4F50DF3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3824" y="1095375"/>
            <a:ext cx="2962122" cy="4536000"/>
          </a:xfrm>
          <a:prstGeom prst="rect">
            <a:avLst/>
          </a:prstGeom>
        </p:spPr>
      </p:pic>
      <p:sp>
        <p:nvSpPr>
          <p:cNvPr id="28" name="Picture Placeholder 27">
            <a:extLst>
              <a:ext uri="{FF2B5EF4-FFF2-40B4-BE49-F238E27FC236}">
                <a16:creationId xmlns:a16="http://schemas.microsoft.com/office/drawing/2014/main" id="{2EEBB07D-0B9A-4E6E-8341-D43B950E589D}"/>
              </a:ext>
            </a:extLst>
          </p:cNvPr>
          <p:cNvSpPr>
            <a:spLocks noGrp="1"/>
          </p:cNvSpPr>
          <p:nvPr>
            <p:ph type="pic" sz="quarter" idx="22"/>
          </p:nvPr>
        </p:nvSpPr>
        <p:spPr>
          <a:xfrm>
            <a:off x="5317019" y="1810291"/>
            <a:ext cx="1452882" cy="3088800"/>
          </a:xfrm>
          <a:custGeom>
            <a:avLst/>
            <a:gdLst>
              <a:gd name="connsiteX0" fmla="*/ 202870 w 1452882"/>
              <a:gd name="connsiteY0" fmla="*/ 0 h 3088800"/>
              <a:gd name="connsiteX1" fmla="*/ 307352 w 1452882"/>
              <a:gd name="connsiteY1" fmla="*/ 0 h 3088800"/>
              <a:gd name="connsiteX2" fmla="*/ 321573 w 1452882"/>
              <a:gd name="connsiteY2" fmla="*/ 16508 h 3088800"/>
              <a:gd name="connsiteX3" fmla="*/ 363366 w 1452882"/>
              <a:gd name="connsiteY3" fmla="*/ 98181 h 3088800"/>
              <a:gd name="connsiteX4" fmla="*/ 416768 w 1452882"/>
              <a:gd name="connsiteY4" fmla="*/ 106580 h 3088800"/>
              <a:gd name="connsiteX5" fmla="*/ 1056431 w 1452882"/>
              <a:gd name="connsiteY5" fmla="*/ 106580 h 3088800"/>
              <a:gd name="connsiteX6" fmla="*/ 1095902 w 1452882"/>
              <a:gd name="connsiteY6" fmla="*/ 87755 h 3088800"/>
              <a:gd name="connsiteX7" fmla="*/ 1130439 w 1452882"/>
              <a:gd name="connsiteY7" fmla="*/ 9847 h 3088800"/>
              <a:gd name="connsiteX8" fmla="*/ 1147562 w 1452882"/>
              <a:gd name="connsiteY8" fmla="*/ 579 h 3088800"/>
              <a:gd name="connsiteX9" fmla="*/ 1262202 w 1452882"/>
              <a:gd name="connsiteY9" fmla="*/ 579 h 3088800"/>
              <a:gd name="connsiteX10" fmla="*/ 1389032 w 1452882"/>
              <a:gd name="connsiteY10" fmla="*/ 62558 h 3088800"/>
              <a:gd name="connsiteX11" fmla="*/ 1440112 w 1452882"/>
              <a:gd name="connsiteY11" fmla="*/ 140466 h 3088800"/>
              <a:gd name="connsiteX12" fmla="*/ 1452882 w 1452882"/>
              <a:gd name="connsiteY12" fmla="*/ 200128 h 3088800"/>
              <a:gd name="connsiteX13" fmla="*/ 1452882 w 1452882"/>
              <a:gd name="connsiteY13" fmla="*/ 2893886 h 3088800"/>
              <a:gd name="connsiteX14" fmla="*/ 1400061 w 1452882"/>
              <a:gd name="connsiteY14" fmla="*/ 3015816 h 3088800"/>
              <a:gd name="connsiteX15" fmla="*/ 1327794 w 1452882"/>
              <a:gd name="connsiteY15" fmla="*/ 3069396 h 3088800"/>
              <a:gd name="connsiteX16" fmla="*/ 1250013 w 1452882"/>
              <a:gd name="connsiteY16" fmla="*/ 3088800 h 3088800"/>
              <a:gd name="connsiteX17" fmla="*/ 195904 w 1452882"/>
              <a:gd name="connsiteY17" fmla="*/ 3088800 h 3088800"/>
              <a:gd name="connsiteX18" fmla="*/ 120445 w 1452882"/>
              <a:gd name="connsiteY18" fmla="*/ 3067368 h 3088800"/>
              <a:gd name="connsiteX19" fmla="*/ 48178 w 1452882"/>
              <a:gd name="connsiteY19" fmla="*/ 3008865 h 3088800"/>
              <a:gd name="connsiteX20" fmla="*/ 0 w 1452882"/>
              <a:gd name="connsiteY20" fmla="*/ 2877957 h 3088800"/>
              <a:gd name="connsiteX21" fmla="*/ 871 w 1452882"/>
              <a:gd name="connsiteY21" fmla="*/ 204472 h 3088800"/>
              <a:gd name="connsiteX22" fmla="*/ 17704 w 1452882"/>
              <a:gd name="connsiteY22" fmla="*/ 126854 h 3088800"/>
              <a:gd name="connsiteX23" fmla="*/ 68784 w 1452882"/>
              <a:gd name="connsiteY23" fmla="*/ 58503 h 3088800"/>
              <a:gd name="connsiteX24" fmla="*/ 202870 w 1452882"/>
              <a:gd name="connsiteY24" fmla="*/ 0 h 308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52882" h="3088800">
                <a:moveTo>
                  <a:pt x="202870" y="0"/>
                </a:moveTo>
                <a:cubicBezTo>
                  <a:pt x="307352" y="0"/>
                  <a:pt x="307352" y="0"/>
                  <a:pt x="307352" y="0"/>
                </a:cubicBezTo>
                <a:cubicBezTo>
                  <a:pt x="307352" y="0"/>
                  <a:pt x="317220" y="2896"/>
                  <a:pt x="321573" y="16508"/>
                </a:cubicBezTo>
                <a:cubicBezTo>
                  <a:pt x="325926" y="30121"/>
                  <a:pt x="339567" y="82542"/>
                  <a:pt x="363366" y="98181"/>
                </a:cubicBezTo>
                <a:cubicBezTo>
                  <a:pt x="382231" y="110345"/>
                  <a:pt x="416768" y="106580"/>
                  <a:pt x="416768" y="106580"/>
                </a:cubicBezTo>
                <a:cubicBezTo>
                  <a:pt x="1056431" y="106580"/>
                  <a:pt x="1056431" y="106580"/>
                  <a:pt x="1056431" y="106580"/>
                </a:cubicBezTo>
                <a:cubicBezTo>
                  <a:pt x="1056431" y="106580"/>
                  <a:pt x="1080229" y="107739"/>
                  <a:pt x="1095902" y="87755"/>
                </a:cubicBezTo>
                <a:cubicBezTo>
                  <a:pt x="1111574" y="68061"/>
                  <a:pt x="1130439" y="9847"/>
                  <a:pt x="1130439" y="9847"/>
                </a:cubicBezTo>
                <a:cubicBezTo>
                  <a:pt x="1130439" y="9847"/>
                  <a:pt x="1133051" y="579"/>
                  <a:pt x="1147562" y="579"/>
                </a:cubicBezTo>
                <a:cubicBezTo>
                  <a:pt x="1162364" y="579"/>
                  <a:pt x="1255237" y="579"/>
                  <a:pt x="1262202" y="579"/>
                </a:cubicBezTo>
                <a:cubicBezTo>
                  <a:pt x="1265395" y="579"/>
                  <a:pt x="1344337" y="15060"/>
                  <a:pt x="1389032" y="62558"/>
                </a:cubicBezTo>
                <a:cubicBezTo>
                  <a:pt x="1411089" y="86017"/>
                  <a:pt x="1431115" y="114400"/>
                  <a:pt x="1440112" y="140466"/>
                </a:cubicBezTo>
                <a:cubicBezTo>
                  <a:pt x="1451431" y="172324"/>
                  <a:pt x="1452882" y="200128"/>
                  <a:pt x="1452882" y="200128"/>
                </a:cubicBezTo>
                <a:cubicBezTo>
                  <a:pt x="1452882" y="2893886"/>
                  <a:pt x="1452882" y="2893886"/>
                  <a:pt x="1452882" y="2893886"/>
                </a:cubicBezTo>
                <a:cubicBezTo>
                  <a:pt x="1452882" y="2893886"/>
                  <a:pt x="1443305" y="2974690"/>
                  <a:pt x="1400061" y="3015816"/>
                </a:cubicBezTo>
                <a:cubicBezTo>
                  <a:pt x="1373360" y="3041302"/>
                  <a:pt x="1353334" y="3058100"/>
                  <a:pt x="1327794" y="3069396"/>
                </a:cubicBezTo>
                <a:cubicBezTo>
                  <a:pt x="1287742" y="3087352"/>
                  <a:pt x="1250013" y="3088800"/>
                  <a:pt x="1250013" y="3088800"/>
                </a:cubicBezTo>
                <a:cubicBezTo>
                  <a:pt x="195904" y="3088800"/>
                  <a:pt x="195904" y="3088800"/>
                  <a:pt x="195904" y="3088800"/>
                </a:cubicBezTo>
                <a:cubicBezTo>
                  <a:pt x="195904" y="3088800"/>
                  <a:pt x="157013" y="3084456"/>
                  <a:pt x="120445" y="3067368"/>
                </a:cubicBezTo>
                <a:cubicBezTo>
                  <a:pt x="85908" y="3051439"/>
                  <a:pt x="72267" y="3034641"/>
                  <a:pt x="48178" y="3008865"/>
                </a:cubicBezTo>
                <a:cubicBezTo>
                  <a:pt x="581" y="2957602"/>
                  <a:pt x="0" y="2877957"/>
                  <a:pt x="0" y="2877957"/>
                </a:cubicBezTo>
                <a:lnTo>
                  <a:pt x="871" y="204472"/>
                </a:lnTo>
                <a:cubicBezTo>
                  <a:pt x="871" y="204472"/>
                  <a:pt x="1161" y="167111"/>
                  <a:pt x="17704" y="126854"/>
                </a:cubicBezTo>
                <a:cubicBezTo>
                  <a:pt x="27572" y="102815"/>
                  <a:pt x="49049" y="78198"/>
                  <a:pt x="68784" y="58503"/>
                </a:cubicBezTo>
                <a:cubicBezTo>
                  <a:pt x="117252" y="9268"/>
                  <a:pt x="202870" y="0"/>
                  <a:pt x="202870" y="0"/>
                </a:cubicBezTo>
                <a:close/>
              </a:path>
            </a:pathLst>
          </a:custGeom>
        </p:spPr>
        <p:txBody>
          <a:bodyPr wrap="square" anchor="ctr" anchorCtr="0">
            <a:noAutofit/>
          </a:bodyPr>
          <a:lstStyle>
            <a:lvl1pPr algn="ctr">
              <a:defRPr/>
            </a:lvl1pPr>
          </a:lstStyle>
          <a:p>
            <a:endParaRPr/>
          </a:p>
        </p:txBody>
      </p:sp>
      <p:pic>
        <p:nvPicPr>
          <p:cNvPr id="29" name="Picture 28" descr="A picture containing monitor&#10;&#10;Description automatically generated">
            <a:extLst>
              <a:ext uri="{FF2B5EF4-FFF2-40B4-BE49-F238E27FC236}">
                <a16:creationId xmlns:a16="http://schemas.microsoft.com/office/drawing/2014/main" id="{A70AE4C1-4526-4D22-9301-A6F93E38D7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7164" y="1095375"/>
            <a:ext cx="2962122" cy="4536000"/>
          </a:xfrm>
          <a:prstGeom prst="rect">
            <a:avLst/>
          </a:prstGeom>
        </p:spPr>
      </p:pic>
      <p:sp>
        <p:nvSpPr>
          <p:cNvPr id="30" name="Picture Placeholder 29">
            <a:extLst>
              <a:ext uri="{FF2B5EF4-FFF2-40B4-BE49-F238E27FC236}">
                <a16:creationId xmlns:a16="http://schemas.microsoft.com/office/drawing/2014/main" id="{2681D62F-4793-4C2E-8783-7DAF67F9AF3D}"/>
              </a:ext>
            </a:extLst>
          </p:cNvPr>
          <p:cNvSpPr>
            <a:spLocks noGrp="1"/>
          </p:cNvSpPr>
          <p:nvPr>
            <p:ph type="pic" sz="quarter" idx="23"/>
          </p:nvPr>
        </p:nvSpPr>
        <p:spPr>
          <a:xfrm>
            <a:off x="9180359" y="1810291"/>
            <a:ext cx="1452882" cy="3088800"/>
          </a:xfrm>
          <a:custGeom>
            <a:avLst/>
            <a:gdLst>
              <a:gd name="connsiteX0" fmla="*/ 202870 w 1452882"/>
              <a:gd name="connsiteY0" fmla="*/ 0 h 3088800"/>
              <a:gd name="connsiteX1" fmla="*/ 307352 w 1452882"/>
              <a:gd name="connsiteY1" fmla="*/ 0 h 3088800"/>
              <a:gd name="connsiteX2" fmla="*/ 321573 w 1452882"/>
              <a:gd name="connsiteY2" fmla="*/ 16508 h 3088800"/>
              <a:gd name="connsiteX3" fmla="*/ 363366 w 1452882"/>
              <a:gd name="connsiteY3" fmla="*/ 98181 h 3088800"/>
              <a:gd name="connsiteX4" fmla="*/ 416768 w 1452882"/>
              <a:gd name="connsiteY4" fmla="*/ 106580 h 3088800"/>
              <a:gd name="connsiteX5" fmla="*/ 1056431 w 1452882"/>
              <a:gd name="connsiteY5" fmla="*/ 106580 h 3088800"/>
              <a:gd name="connsiteX6" fmla="*/ 1095902 w 1452882"/>
              <a:gd name="connsiteY6" fmla="*/ 87755 h 3088800"/>
              <a:gd name="connsiteX7" fmla="*/ 1130439 w 1452882"/>
              <a:gd name="connsiteY7" fmla="*/ 9847 h 3088800"/>
              <a:gd name="connsiteX8" fmla="*/ 1147562 w 1452882"/>
              <a:gd name="connsiteY8" fmla="*/ 579 h 3088800"/>
              <a:gd name="connsiteX9" fmla="*/ 1262202 w 1452882"/>
              <a:gd name="connsiteY9" fmla="*/ 579 h 3088800"/>
              <a:gd name="connsiteX10" fmla="*/ 1389032 w 1452882"/>
              <a:gd name="connsiteY10" fmla="*/ 62558 h 3088800"/>
              <a:gd name="connsiteX11" fmla="*/ 1440112 w 1452882"/>
              <a:gd name="connsiteY11" fmla="*/ 140466 h 3088800"/>
              <a:gd name="connsiteX12" fmla="*/ 1452882 w 1452882"/>
              <a:gd name="connsiteY12" fmla="*/ 200128 h 3088800"/>
              <a:gd name="connsiteX13" fmla="*/ 1452882 w 1452882"/>
              <a:gd name="connsiteY13" fmla="*/ 2893886 h 3088800"/>
              <a:gd name="connsiteX14" fmla="*/ 1400061 w 1452882"/>
              <a:gd name="connsiteY14" fmla="*/ 3015816 h 3088800"/>
              <a:gd name="connsiteX15" fmla="*/ 1327794 w 1452882"/>
              <a:gd name="connsiteY15" fmla="*/ 3069396 h 3088800"/>
              <a:gd name="connsiteX16" fmla="*/ 1250013 w 1452882"/>
              <a:gd name="connsiteY16" fmla="*/ 3088800 h 3088800"/>
              <a:gd name="connsiteX17" fmla="*/ 195904 w 1452882"/>
              <a:gd name="connsiteY17" fmla="*/ 3088800 h 3088800"/>
              <a:gd name="connsiteX18" fmla="*/ 120445 w 1452882"/>
              <a:gd name="connsiteY18" fmla="*/ 3067368 h 3088800"/>
              <a:gd name="connsiteX19" fmla="*/ 48178 w 1452882"/>
              <a:gd name="connsiteY19" fmla="*/ 3008865 h 3088800"/>
              <a:gd name="connsiteX20" fmla="*/ 0 w 1452882"/>
              <a:gd name="connsiteY20" fmla="*/ 2877957 h 3088800"/>
              <a:gd name="connsiteX21" fmla="*/ 871 w 1452882"/>
              <a:gd name="connsiteY21" fmla="*/ 204472 h 3088800"/>
              <a:gd name="connsiteX22" fmla="*/ 17704 w 1452882"/>
              <a:gd name="connsiteY22" fmla="*/ 126854 h 3088800"/>
              <a:gd name="connsiteX23" fmla="*/ 68784 w 1452882"/>
              <a:gd name="connsiteY23" fmla="*/ 58503 h 3088800"/>
              <a:gd name="connsiteX24" fmla="*/ 202870 w 1452882"/>
              <a:gd name="connsiteY24" fmla="*/ 0 h 308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52882" h="3088800">
                <a:moveTo>
                  <a:pt x="202870" y="0"/>
                </a:moveTo>
                <a:cubicBezTo>
                  <a:pt x="307352" y="0"/>
                  <a:pt x="307352" y="0"/>
                  <a:pt x="307352" y="0"/>
                </a:cubicBezTo>
                <a:cubicBezTo>
                  <a:pt x="307352" y="0"/>
                  <a:pt x="317220" y="2896"/>
                  <a:pt x="321573" y="16508"/>
                </a:cubicBezTo>
                <a:cubicBezTo>
                  <a:pt x="325926" y="30121"/>
                  <a:pt x="339567" y="82542"/>
                  <a:pt x="363366" y="98181"/>
                </a:cubicBezTo>
                <a:cubicBezTo>
                  <a:pt x="382231" y="110345"/>
                  <a:pt x="416768" y="106580"/>
                  <a:pt x="416768" y="106580"/>
                </a:cubicBezTo>
                <a:cubicBezTo>
                  <a:pt x="1056431" y="106580"/>
                  <a:pt x="1056431" y="106580"/>
                  <a:pt x="1056431" y="106580"/>
                </a:cubicBezTo>
                <a:cubicBezTo>
                  <a:pt x="1056431" y="106580"/>
                  <a:pt x="1080229" y="107739"/>
                  <a:pt x="1095902" y="87755"/>
                </a:cubicBezTo>
                <a:cubicBezTo>
                  <a:pt x="1111574" y="68061"/>
                  <a:pt x="1130439" y="9847"/>
                  <a:pt x="1130439" y="9847"/>
                </a:cubicBezTo>
                <a:cubicBezTo>
                  <a:pt x="1130439" y="9847"/>
                  <a:pt x="1133051" y="579"/>
                  <a:pt x="1147562" y="579"/>
                </a:cubicBezTo>
                <a:cubicBezTo>
                  <a:pt x="1162364" y="579"/>
                  <a:pt x="1255237" y="579"/>
                  <a:pt x="1262202" y="579"/>
                </a:cubicBezTo>
                <a:cubicBezTo>
                  <a:pt x="1265395" y="579"/>
                  <a:pt x="1344337" y="15060"/>
                  <a:pt x="1389032" y="62558"/>
                </a:cubicBezTo>
                <a:cubicBezTo>
                  <a:pt x="1411089" y="86017"/>
                  <a:pt x="1431115" y="114400"/>
                  <a:pt x="1440112" y="140466"/>
                </a:cubicBezTo>
                <a:cubicBezTo>
                  <a:pt x="1451431" y="172324"/>
                  <a:pt x="1452882" y="200128"/>
                  <a:pt x="1452882" y="200128"/>
                </a:cubicBezTo>
                <a:cubicBezTo>
                  <a:pt x="1452882" y="2893886"/>
                  <a:pt x="1452882" y="2893886"/>
                  <a:pt x="1452882" y="2893886"/>
                </a:cubicBezTo>
                <a:cubicBezTo>
                  <a:pt x="1452882" y="2893886"/>
                  <a:pt x="1443305" y="2974690"/>
                  <a:pt x="1400061" y="3015816"/>
                </a:cubicBezTo>
                <a:cubicBezTo>
                  <a:pt x="1373360" y="3041302"/>
                  <a:pt x="1353334" y="3058100"/>
                  <a:pt x="1327794" y="3069396"/>
                </a:cubicBezTo>
                <a:cubicBezTo>
                  <a:pt x="1287742" y="3087352"/>
                  <a:pt x="1250013" y="3088800"/>
                  <a:pt x="1250013" y="3088800"/>
                </a:cubicBezTo>
                <a:cubicBezTo>
                  <a:pt x="195904" y="3088800"/>
                  <a:pt x="195904" y="3088800"/>
                  <a:pt x="195904" y="3088800"/>
                </a:cubicBezTo>
                <a:cubicBezTo>
                  <a:pt x="195904" y="3088800"/>
                  <a:pt x="157013" y="3084456"/>
                  <a:pt x="120445" y="3067368"/>
                </a:cubicBezTo>
                <a:cubicBezTo>
                  <a:pt x="85908" y="3051439"/>
                  <a:pt x="72267" y="3034641"/>
                  <a:pt x="48178" y="3008865"/>
                </a:cubicBezTo>
                <a:cubicBezTo>
                  <a:pt x="581" y="2957602"/>
                  <a:pt x="0" y="2877957"/>
                  <a:pt x="0" y="2877957"/>
                </a:cubicBezTo>
                <a:lnTo>
                  <a:pt x="871" y="204472"/>
                </a:lnTo>
                <a:cubicBezTo>
                  <a:pt x="871" y="204472"/>
                  <a:pt x="1161" y="167111"/>
                  <a:pt x="17704" y="126854"/>
                </a:cubicBezTo>
                <a:cubicBezTo>
                  <a:pt x="27572" y="102815"/>
                  <a:pt x="49049" y="78198"/>
                  <a:pt x="68784" y="58503"/>
                </a:cubicBezTo>
                <a:cubicBezTo>
                  <a:pt x="117252" y="9268"/>
                  <a:pt x="202870" y="0"/>
                  <a:pt x="202870" y="0"/>
                </a:cubicBezTo>
                <a:close/>
              </a:path>
            </a:pathLst>
          </a:custGeom>
        </p:spPr>
        <p:txBody>
          <a:bodyPr wrap="square" anchor="ctr" anchorCtr="0">
            <a:noAutofit/>
          </a:bodyPr>
          <a:lstStyle>
            <a:lvl1pPr algn="ctr">
              <a:defRPr/>
            </a:lvl1pPr>
          </a:lstStyle>
          <a:p>
            <a:endParaRPr/>
          </a:p>
        </p:txBody>
      </p:sp>
    </p:spTree>
    <p:extLst>
      <p:ext uri="{BB962C8B-B14F-4D97-AF65-F5344CB8AC3E}">
        <p14:creationId xmlns:p14="http://schemas.microsoft.com/office/powerpoint/2010/main" val="319779552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Three Content with iPhones">
    <p:spTree>
      <p:nvGrpSpPr>
        <p:cNvPr id="1" name=""/>
        <p:cNvGrpSpPr/>
        <p:nvPr/>
      </p:nvGrpSpPr>
      <p:grpSpPr>
        <a:xfrm>
          <a:off x="0" y="0"/>
          <a:ext cx="0" cy="0"/>
          <a:chOff x="0" y="0"/>
          <a:chExt cx="0" cy="0"/>
        </a:xfrm>
      </p:grpSpPr>
      <p:sp>
        <p:nvSpPr>
          <p:cNvPr id="8" name="Title 7"/>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9" name="Content Placeholder 8"/>
          <p:cNvSpPr>
            <a:spLocks noGrp="1"/>
          </p:cNvSpPr>
          <p:nvPr>
            <p:ph sz="quarter" idx="13"/>
          </p:nvPr>
        </p:nvSpPr>
        <p:spPr>
          <a:xfrm>
            <a:off x="500064" y="5288239"/>
            <a:ext cx="3600000" cy="783091"/>
          </a:xfrm>
        </p:spPr>
        <p:txBody>
          <a:bodyPr/>
          <a:lstStyle>
            <a:lvl1pPr>
              <a:lnSpc>
                <a:spcPct val="100000"/>
              </a:lnSpc>
              <a:spcBef>
                <a:spcPts val="300"/>
              </a:spcBef>
              <a:defRPr/>
            </a:lvl1pPr>
            <a:lvl2pPr>
              <a:lnSpc>
                <a:spcPct val="100000"/>
              </a:lnSpc>
              <a:spcBef>
                <a:spcPts val="300"/>
              </a:spcBef>
              <a:defRPr/>
            </a:lvl2pPr>
            <a:lvl3pPr>
              <a:lnSpc>
                <a:spcPct val="100000"/>
              </a:lnSpc>
              <a:spcBef>
                <a:spcPts val="300"/>
              </a:spcBef>
              <a:defRPr/>
            </a:lvl3pPr>
          </a:lstStyle>
          <a:p>
            <a:pPr lvl="0"/>
            <a:r>
              <a:t>Click to edit Master text styles</a:t>
            </a:r>
          </a:p>
          <a:p>
            <a:pPr lvl="1"/>
            <a:r>
              <a:t>Second level</a:t>
            </a:r>
          </a:p>
          <a:p>
            <a:pPr lvl="2"/>
            <a:endParaRPr/>
          </a:p>
        </p:txBody>
      </p:sp>
      <p:sp>
        <p:nvSpPr>
          <p:cNvPr id="10" name="Content Placeholder 8"/>
          <p:cNvSpPr>
            <a:spLocks noGrp="1"/>
          </p:cNvSpPr>
          <p:nvPr>
            <p:ph sz="quarter" idx="14"/>
          </p:nvPr>
        </p:nvSpPr>
        <p:spPr>
          <a:xfrm>
            <a:off x="4314826" y="5288239"/>
            <a:ext cx="3600000" cy="783091"/>
          </a:xfrm>
        </p:spPr>
        <p:txBody>
          <a:bodyPr/>
          <a:lstStyle>
            <a:lvl1pPr>
              <a:lnSpc>
                <a:spcPct val="100000"/>
              </a:lnSpc>
              <a:spcBef>
                <a:spcPts val="300"/>
              </a:spcBef>
              <a:defRPr/>
            </a:lvl1pPr>
            <a:lvl2pPr>
              <a:lnSpc>
                <a:spcPct val="100000"/>
              </a:lnSpc>
              <a:spcBef>
                <a:spcPts val="300"/>
              </a:spcBef>
              <a:defRPr/>
            </a:lvl2pPr>
          </a:lstStyle>
          <a:p>
            <a:pPr lvl="0"/>
            <a:r>
              <a:t>Click to edit Master text styles</a:t>
            </a:r>
          </a:p>
          <a:p>
            <a:pPr lvl="1"/>
            <a:r>
              <a:t>Second level</a:t>
            </a:r>
          </a:p>
        </p:txBody>
      </p:sp>
      <p:sp>
        <p:nvSpPr>
          <p:cNvPr id="11" name="Content Placeholder 8">
            <a:extLst>
              <a:ext uri="{FF2B5EF4-FFF2-40B4-BE49-F238E27FC236}">
                <a16:creationId xmlns:a16="http://schemas.microsoft.com/office/drawing/2014/main" id="{1ECDB9F2-27F4-42DB-89BF-A79294975B4C}"/>
              </a:ext>
            </a:extLst>
          </p:cNvPr>
          <p:cNvSpPr>
            <a:spLocks noGrp="1"/>
          </p:cNvSpPr>
          <p:nvPr>
            <p:ph sz="quarter" idx="15"/>
          </p:nvPr>
        </p:nvSpPr>
        <p:spPr>
          <a:xfrm>
            <a:off x="8129588" y="5288239"/>
            <a:ext cx="3600000" cy="783091"/>
          </a:xfrm>
        </p:spPr>
        <p:txBody>
          <a:bodyPr/>
          <a:lstStyle>
            <a:lvl1pPr>
              <a:lnSpc>
                <a:spcPct val="100000"/>
              </a:lnSpc>
              <a:spcBef>
                <a:spcPts val="300"/>
              </a:spcBef>
              <a:defRPr/>
            </a:lvl1pPr>
            <a:lvl2pPr>
              <a:lnSpc>
                <a:spcPct val="100000"/>
              </a:lnSpc>
              <a:spcBef>
                <a:spcPts val="300"/>
              </a:spcBef>
              <a:defRPr/>
            </a:lvl2pPr>
          </a:lstStyle>
          <a:p>
            <a:pPr lvl="0"/>
            <a:r>
              <a:t>Click to edit Master text styles</a:t>
            </a:r>
          </a:p>
          <a:p>
            <a:pPr lvl="1"/>
            <a:r>
              <a:t>Second level</a:t>
            </a:r>
          </a:p>
        </p:txBody>
      </p:sp>
      <p:sp>
        <p:nvSpPr>
          <p:cNvPr id="26" name="Picture Placeholder 25">
            <a:extLst>
              <a:ext uri="{FF2B5EF4-FFF2-40B4-BE49-F238E27FC236}">
                <a16:creationId xmlns:a16="http://schemas.microsoft.com/office/drawing/2014/main" id="{5179A366-3852-4680-B35F-C5CAF0ED3157}"/>
              </a:ext>
            </a:extLst>
          </p:cNvPr>
          <p:cNvSpPr>
            <a:spLocks noGrp="1"/>
          </p:cNvSpPr>
          <p:nvPr>
            <p:ph type="pic" sz="quarter" idx="16"/>
          </p:nvPr>
        </p:nvSpPr>
        <p:spPr>
          <a:xfrm>
            <a:off x="1465109" y="1810291"/>
            <a:ext cx="1452882" cy="3088800"/>
          </a:xfrm>
          <a:custGeom>
            <a:avLst/>
            <a:gdLst>
              <a:gd name="connsiteX0" fmla="*/ 202870 w 1452882"/>
              <a:gd name="connsiteY0" fmla="*/ 0 h 3088800"/>
              <a:gd name="connsiteX1" fmla="*/ 307352 w 1452882"/>
              <a:gd name="connsiteY1" fmla="*/ 0 h 3088800"/>
              <a:gd name="connsiteX2" fmla="*/ 321573 w 1452882"/>
              <a:gd name="connsiteY2" fmla="*/ 16508 h 3088800"/>
              <a:gd name="connsiteX3" fmla="*/ 363366 w 1452882"/>
              <a:gd name="connsiteY3" fmla="*/ 98181 h 3088800"/>
              <a:gd name="connsiteX4" fmla="*/ 416768 w 1452882"/>
              <a:gd name="connsiteY4" fmla="*/ 106580 h 3088800"/>
              <a:gd name="connsiteX5" fmla="*/ 1056431 w 1452882"/>
              <a:gd name="connsiteY5" fmla="*/ 106580 h 3088800"/>
              <a:gd name="connsiteX6" fmla="*/ 1095902 w 1452882"/>
              <a:gd name="connsiteY6" fmla="*/ 87755 h 3088800"/>
              <a:gd name="connsiteX7" fmla="*/ 1130439 w 1452882"/>
              <a:gd name="connsiteY7" fmla="*/ 9847 h 3088800"/>
              <a:gd name="connsiteX8" fmla="*/ 1147562 w 1452882"/>
              <a:gd name="connsiteY8" fmla="*/ 579 h 3088800"/>
              <a:gd name="connsiteX9" fmla="*/ 1262202 w 1452882"/>
              <a:gd name="connsiteY9" fmla="*/ 579 h 3088800"/>
              <a:gd name="connsiteX10" fmla="*/ 1389032 w 1452882"/>
              <a:gd name="connsiteY10" fmla="*/ 62558 h 3088800"/>
              <a:gd name="connsiteX11" fmla="*/ 1440112 w 1452882"/>
              <a:gd name="connsiteY11" fmla="*/ 140466 h 3088800"/>
              <a:gd name="connsiteX12" fmla="*/ 1452882 w 1452882"/>
              <a:gd name="connsiteY12" fmla="*/ 200128 h 3088800"/>
              <a:gd name="connsiteX13" fmla="*/ 1452882 w 1452882"/>
              <a:gd name="connsiteY13" fmla="*/ 2893886 h 3088800"/>
              <a:gd name="connsiteX14" fmla="*/ 1400061 w 1452882"/>
              <a:gd name="connsiteY14" fmla="*/ 3015816 h 3088800"/>
              <a:gd name="connsiteX15" fmla="*/ 1327794 w 1452882"/>
              <a:gd name="connsiteY15" fmla="*/ 3069396 h 3088800"/>
              <a:gd name="connsiteX16" fmla="*/ 1250013 w 1452882"/>
              <a:gd name="connsiteY16" fmla="*/ 3088800 h 3088800"/>
              <a:gd name="connsiteX17" fmla="*/ 195904 w 1452882"/>
              <a:gd name="connsiteY17" fmla="*/ 3088800 h 3088800"/>
              <a:gd name="connsiteX18" fmla="*/ 120445 w 1452882"/>
              <a:gd name="connsiteY18" fmla="*/ 3067368 h 3088800"/>
              <a:gd name="connsiteX19" fmla="*/ 48178 w 1452882"/>
              <a:gd name="connsiteY19" fmla="*/ 3008865 h 3088800"/>
              <a:gd name="connsiteX20" fmla="*/ 0 w 1452882"/>
              <a:gd name="connsiteY20" fmla="*/ 2877957 h 3088800"/>
              <a:gd name="connsiteX21" fmla="*/ 871 w 1452882"/>
              <a:gd name="connsiteY21" fmla="*/ 204472 h 3088800"/>
              <a:gd name="connsiteX22" fmla="*/ 17704 w 1452882"/>
              <a:gd name="connsiteY22" fmla="*/ 126854 h 3088800"/>
              <a:gd name="connsiteX23" fmla="*/ 68784 w 1452882"/>
              <a:gd name="connsiteY23" fmla="*/ 58503 h 3088800"/>
              <a:gd name="connsiteX24" fmla="*/ 202870 w 1452882"/>
              <a:gd name="connsiteY24" fmla="*/ 0 h 308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52882" h="3088800">
                <a:moveTo>
                  <a:pt x="202870" y="0"/>
                </a:moveTo>
                <a:cubicBezTo>
                  <a:pt x="307352" y="0"/>
                  <a:pt x="307352" y="0"/>
                  <a:pt x="307352" y="0"/>
                </a:cubicBezTo>
                <a:cubicBezTo>
                  <a:pt x="307352" y="0"/>
                  <a:pt x="317220" y="2896"/>
                  <a:pt x="321573" y="16508"/>
                </a:cubicBezTo>
                <a:cubicBezTo>
                  <a:pt x="325926" y="30121"/>
                  <a:pt x="339567" y="82542"/>
                  <a:pt x="363366" y="98181"/>
                </a:cubicBezTo>
                <a:cubicBezTo>
                  <a:pt x="382231" y="110345"/>
                  <a:pt x="416768" y="106580"/>
                  <a:pt x="416768" y="106580"/>
                </a:cubicBezTo>
                <a:cubicBezTo>
                  <a:pt x="1056431" y="106580"/>
                  <a:pt x="1056431" y="106580"/>
                  <a:pt x="1056431" y="106580"/>
                </a:cubicBezTo>
                <a:cubicBezTo>
                  <a:pt x="1056431" y="106580"/>
                  <a:pt x="1080229" y="107739"/>
                  <a:pt x="1095902" y="87755"/>
                </a:cubicBezTo>
                <a:cubicBezTo>
                  <a:pt x="1111574" y="68061"/>
                  <a:pt x="1130439" y="9847"/>
                  <a:pt x="1130439" y="9847"/>
                </a:cubicBezTo>
                <a:cubicBezTo>
                  <a:pt x="1130439" y="9847"/>
                  <a:pt x="1133051" y="579"/>
                  <a:pt x="1147562" y="579"/>
                </a:cubicBezTo>
                <a:cubicBezTo>
                  <a:pt x="1162364" y="579"/>
                  <a:pt x="1255237" y="579"/>
                  <a:pt x="1262202" y="579"/>
                </a:cubicBezTo>
                <a:cubicBezTo>
                  <a:pt x="1265395" y="579"/>
                  <a:pt x="1344337" y="15060"/>
                  <a:pt x="1389032" y="62558"/>
                </a:cubicBezTo>
                <a:cubicBezTo>
                  <a:pt x="1411089" y="86017"/>
                  <a:pt x="1431115" y="114400"/>
                  <a:pt x="1440112" y="140466"/>
                </a:cubicBezTo>
                <a:cubicBezTo>
                  <a:pt x="1451431" y="172324"/>
                  <a:pt x="1452882" y="200128"/>
                  <a:pt x="1452882" y="200128"/>
                </a:cubicBezTo>
                <a:cubicBezTo>
                  <a:pt x="1452882" y="2893886"/>
                  <a:pt x="1452882" y="2893886"/>
                  <a:pt x="1452882" y="2893886"/>
                </a:cubicBezTo>
                <a:cubicBezTo>
                  <a:pt x="1452882" y="2893886"/>
                  <a:pt x="1443305" y="2974690"/>
                  <a:pt x="1400061" y="3015816"/>
                </a:cubicBezTo>
                <a:cubicBezTo>
                  <a:pt x="1373360" y="3041302"/>
                  <a:pt x="1353334" y="3058100"/>
                  <a:pt x="1327794" y="3069396"/>
                </a:cubicBezTo>
                <a:cubicBezTo>
                  <a:pt x="1287742" y="3087352"/>
                  <a:pt x="1250013" y="3088800"/>
                  <a:pt x="1250013" y="3088800"/>
                </a:cubicBezTo>
                <a:cubicBezTo>
                  <a:pt x="195904" y="3088800"/>
                  <a:pt x="195904" y="3088800"/>
                  <a:pt x="195904" y="3088800"/>
                </a:cubicBezTo>
                <a:cubicBezTo>
                  <a:pt x="195904" y="3088800"/>
                  <a:pt x="157013" y="3084456"/>
                  <a:pt x="120445" y="3067368"/>
                </a:cubicBezTo>
                <a:cubicBezTo>
                  <a:pt x="85908" y="3051439"/>
                  <a:pt x="72267" y="3034641"/>
                  <a:pt x="48178" y="3008865"/>
                </a:cubicBezTo>
                <a:cubicBezTo>
                  <a:pt x="581" y="2957602"/>
                  <a:pt x="0" y="2877957"/>
                  <a:pt x="0" y="2877957"/>
                </a:cubicBezTo>
                <a:lnTo>
                  <a:pt x="871" y="204472"/>
                </a:lnTo>
                <a:cubicBezTo>
                  <a:pt x="871" y="204472"/>
                  <a:pt x="1161" y="167111"/>
                  <a:pt x="17704" y="126854"/>
                </a:cubicBezTo>
                <a:cubicBezTo>
                  <a:pt x="27572" y="102815"/>
                  <a:pt x="49049" y="78198"/>
                  <a:pt x="68784" y="58503"/>
                </a:cubicBezTo>
                <a:cubicBezTo>
                  <a:pt x="117252" y="9268"/>
                  <a:pt x="202870" y="0"/>
                  <a:pt x="202870" y="0"/>
                </a:cubicBezTo>
                <a:close/>
              </a:path>
            </a:pathLst>
          </a:custGeom>
        </p:spPr>
        <p:txBody>
          <a:bodyPr wrap="square" anchor="ctr" anchorCtr="0">
            <a:noAutofit/>
          </a:bodyPr>
          <a:lstStyle>
            <a:lvl1pPr algn="ctr">
              <a:defRPr/>
            </a:lvl1pPr>
          </a:lstStyle>
          <a:p>
            <a:endParaRPr/>
          </a:p>
        </p:txBody>
      </p:sp>
      <p:sp>
        <p:nvSpPr>
          <p:cNvPr id="20" name="Footer Placeholder 19">
            <a:extLst>
              <a:ext uri="{FF2B5EF4-FFF2-40B4-BE49-F238E27FC236}">
                <a16:creationId xmlns:a16="http://schemas.microsoft.com/office/drawing/2014/main" id="{22F74907-9901-41D8-B02E-D5156ACAC596}"/>
              </a:ext>
            </a:extLst>
          </p:cNvPr>
          <p:cNvSpPr>
            <a:spLocks noGrp="1"/>
          </p:cNvSpPr>
          <p:nvPr>
            <p:ph type="ftr" sz="quarter" idx="20"/>
          </p:nvPr>
        </p:nvSpPr>
        <p:spPr/>
        <p:txBody>
          <a:bodyPr/>
          <a:lstStyle/>
          <a:p>
            <a:r>
              <a:t>Asurion Internal Use Only</a:t>
            </a:r>
          </a:p>
        </p:txBody>
      </p:sp>
      <p:sp>
        <p:nvSpPr>
          <p:cNvPr id="21" name="Slide Number Placeholder 20">
            <a:extLst>
              <a:ext uri="{FF2B5EF4-FFF2-40B4-BE49-F238E27FC236}">
                <a16:creationId xmlns:a16="http://schemas.microsoft.com/office/drawing/2014/main" id="{1CD76F14-B7C1-4783-A9BB-4763BFA88751}"/>
              </a:ext>
            </a:extLst>
          </p:cNvPr>
          <p:cNvSpPr>
            <a:spLocks noGrp="1"/>
          </p:cNvSpPr>
          <p:nvPr>
            <p:ph type="sldNum" sz="quarter" idx="21"/>
          </p:nvPr>
        </p:nvSpPr>
        <p:spPr/>
        <p:txBody>
          <a:bodyPr/>
          <a:lstStyle/>
          <a:p>
            <a:fld id="{9C3ACAB3-CA36-4966-8A1D-076772D39D8D}" type="slidenum">
              <a:rPr/>
              <a:pPr/>
              <a:t>‹#›</a:t>
            </a:fld>
            <a:endParaRPr/>
          </a:p>
        </p:txBody>
      </p:sp>
      <p:sp>
        <p:nvSpPr>
          <p:cNvPr id="28" name="Picture Placeholder 27">
            <a:extLst>
              <a:ext uri="{FF2B5EF4-FFF2-40B4-BE49-F238E27FC236}">
                <a16:creationId xmlns:a16="http://schemas.microsoft.com/office/drawing/2014/main" id="{2EEBB07D-0B9A-4E6E-8341-D43B950E589D}"/>
              </a:ext>
            </a:extLst>
          </p:cNvPr>
          <p:cNvSpPr>
            <a:spLocks noGrp="1"/>
          </p:cNvSpPr>
          <p:nvPr>
            <p:ph type="pic" sz="quarter" idx="22"/>
          </p:nvPr>
        </p:nvSpPr>
        <p:spPr>
          <a:xfrm>
            <a:off x="5317019" y="1810291"/>
            <a:ext cx="1452882" cy="3088800"/>
          </a:xfrm>
          <a:custGeom>
            <a:avLst/>
            <a:gdLst>
              <a:gd name="connsiteX0" fmla="*/ 202870 w 1452882"/>
              <a:gd name="connsiteY0" fmla="*/ 0 h 3088800"/>
              <a:gd name="connsiteX1" fmla="*/ 307352 w 1452882"/>
              <a:gd name="connsiteY1" fmla="*/ 0 h 3088800"/>
              <a:gd name="connsiteX2" fmla="*/ 321573 w 1452882"/>
              <a:gd name="connsiteY2" fmla="*/ 16508 h 3088800"/>
              <a:gd name="connsiteX3" fmla="*/ 363366 w 1452882"/>
              <a:gd name="connsiteY3" fmla="*/ 98181 h 3088800"/>
              <a:gd name="connsiteX4" fmla="*/ 416768 w 1452882"/>
              <a:gd name="connsiteY4" fmla="*/ 106580 h 3088800"/>
              <a:gd name="connsiteX5" fmla="*/ 1056431 w 1452882"/>
              <a:gd name="connsiteY5" fmla="*/ 106580 h 3088800"/>
              <a:gd name="connsiteX6" fmla="*/ 1095902 w 1452882"/>
              <a:gd name="connsiteY6" fmla="*/ 87755 h 3088800"/>
              <a:gd name="connsiteX7" fmla="*/ 1130439 w 1452882"/>
              <a:gd name="connsiteY7" fmla="*/ 9847 h 3088800"/>
              <a:gd name="connsiteX8" fmla="*/ 1147562 w 1452882"/>
              <a:gd name="connsiteY8" fmla="*/ 579 h 3088800"/>
              <a:gd name="connsiteX9" fmla="*/ 1262202 w 1452882"/>
              <a:gd name="connsiteY9" fmla="*/ 579 h 3088800"/>
              <a:gd name="connsiteX10" fmla="*/ 1389032 w 1452882"/>
              <a:gd name="connsiteY10" fmla="*/ 62558 h 3088800"/>
              <a:gd name="connsiteX11" fmla="*/ 1440112 w 1452882"/>
              <a:gd name="connsiteY11" fmla="*/ 140466 h 3088800"/>
              <a:gd name="connsiteX12" fmla="*/ 1452882 w 1452882"/>
              <a:gd name="connsiteY12" fmla="*/ 200128 h 3088800"/>
              <a:gd name="connsiteX13" fmla="*/ 1452882 w 1452882"/>
              <a:gd name="connsiteY13" fmla="*/ 2893886 h 3088800"/>
              <a:gd name="connsiteX14" fmla="*/ 1400061 w 1452882"/>
              <a:gd name="connsiteY14" fmla="*/ 3015816 h 3088800"/>
              <a:gd name="connsiteX15" fmla="*/ 1327794 w 1452882"/>
              <a:gd name="connsiteY15" fmla="*/ 3069396 h 3088800"/>
              <a:gd name="connsiteX16" fmla="*/ 1250013 w 1452882"/>
              <a:gd name="connsiteY16" fmla="*/ 3088800 h 3088800"/>
              <a:gd name="connsiteX17" fmla="*/ 195904 w 1452882"/>
              <a:gd name="connsiteY17" fmla="*/ 3088800 h 3088800"/>
              <a:gd name="connsiteX18" fmla="*/ 120445 w 1452882"/>
              <a:gd name="connsiteY18" fmla="*/ 3067368 h 3088800"/>
              <a:gd name="connsiteX19" fmla="*/ 48178 w 1452882"/>
              <a:gd name="connsiteY19" fmla="*/ 3008865 h 3088800"/>
              <a:gd name="connsiteX20" fmla="*/ 0 w 1452882"/>
              <a:gd name="connsiteY20" fmla="*/ 2877957 h 3088800"/>
              <a:gd name="connsiteX21" fmla="*/ 871 w 1452882"/>
              <a:gd name="connsiteY21" fmla="*/ 204472 h 3088800"/>
              <a:gd name="connsiteX22" fmla="*/ 17704 w 1452882"/>
              <a:gd name="connsiteY22" fmla="*/ 126854 h 3088800"/>
              <a:gd name="connsiteX23" fmla="*/ 68784 w 1452882"/>
              <a:gd name="connsiteY23" fmla="*/ 58503 h 3088800"/>
              <a:gd name="connsiteX24" fmla="*/ 202870 w 1452882"/>
              <a:gd name="connsiteY24" fmla="*/ 0 h 308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52882" h="3088800">
                <a:moveTo>
                  <a:pt x="202870" y="0"/>
                </a:moveTo>
                <a:cubicBezTo>
                  <a:pt x="307352" y="0"/>
                  <a:pt x="307352" y="0"/>
                  <a:pt x="307352" y="0"/>
                </a:cubicBezTo>
                <a:cubicBezTo>
                  <a:pt x="307352" y="0"/>
                  <a:pt x="317220" y="2896"/>
                  <a:pt x="321573" y="16508"/>
                </a:cubicBezTo>
                <a:cubicBezTo>
                  <a:pt x="325926" y="30121"/>
                  <a:pt x="339567" y="82542"/>
                  <a:pt x="363366" y="98181"/>
                </a:cubicBezTo>
                <a:cubicBezTo>
                  <a:pt x="382231" y="110345"/>
                  <a:pt x="416768" y="106580"/>
                  <a:pt x="416768" y="106580"/>
                </a:cubicBezTo>
                <a:cubicBezTo>
                  <a:pt x="1056431" y="106580"/>
                  <a:pt x="1056431" y="106580"/>
                  <a:pt x="1056431" y="106580"/>
                </a:cubicBezTo>
                <a:cubicBezTo>
                  <a:pt x="1056431" y="106580"/>
                  <a:pt x="1080229" y="107739"/>
                  <a:pt x="1095902" y="87755"/>
                </a:cubicBezTo>
                <a:cubicBezTo>
                  <a:pt x="1111574" y="68061"/>
                  <a:pt x="1130439" y="9847"/>
                  <a:pt x="1130439" y="9847"/>
                </a:cubicBezTo>
                <a:cubicBezTo>
                  <a:pt x="1130439" y="9847"/>
                  <a:pt x="1133051" y="579"/>
                  <a:pt x="1147562" y="579"/>
                </a:cubicBezTo>
                <a:cubicBezTo>
                  <a:pt x="1162364" y="579"/>
                  <a:pt x="1255237" y="579"/>
                  <a:pt x="1262202" y="579"/>
                </a:cubicBezTo>
                <a:cubicBezTo>
                  <a:pt x="1265395" y="579"/>
                  <a:pt x="1344337" y="15060"/>
                  <a:pt x="1389032" y="62558"/>
                </a:cubicBezTo>
                <a:cubicBezTo>
                  <a:pt x="1411089" y="86017"/>
                  <a:pt x="1431115" y="114400"/>
                  <a:pt x="1440112" y="140466"/>
                </a:cubicBezTo>
                <a:cubicBezTo>
                  <a:pt x="1451431" y="172324"/>
                  <a:pt x="1452882" y="200128"/>
                  <a:pt x="1452882" y="200128"/>
                </a:cubicBezTo>
                <a:cubicBezTo>
                  <a:pt x="1452882" y="2893886"/>
                  <a:pt x="1452882" y="2893886"/>
                  <a:pt x="1452882" y="2893886"/>
                </a:cubicBezTo>
                <a:cubicBezTo>
                  <a:pt x="1452882" y="2893886"/>
                  <a:pt x="1443305" y="2974690"/>
                  <a:pt x="1400061" y="3015816"/>
                </a:cubicBezTo>
                <a:cubicBezTo>
                  <a:pt x="1373360" y="3041302"/>
                  <a:pt x="1353334" y="3058100"/>
                  <a:pt x="1327794" y="3069396"/>
                </a:cubicBezTo>
                <a:cubicBezTo>
                  <a:pt x="1287742" y="3087352"/>
                  <a:pt x="1250013" y="3088800"/>
                  <a:pt x="1250013" y="3088800"/>
                </a:cubicBezTo>
                <a:cubicBezTo>
                  <a:pt x="195904" y="3088800"/>
                  <a:pt x="195904" y="3088800"/>
                  <a:pt x="195904" y="3088800"/>
                </a:cubicBezTo>
                <a:cubicBezTo>
                  <a:pt x="195904" y="3088800"/>
                  <a:pt x="157013" y="3084456"/>
                  <a:pt x="120445" y="3067368"/>
                </a:cubicBezTo>
                <a:cubicBezTo>
                  <a:pt x="85908" y="3051439"/>
                  <a:pt x="72267" y="3034641"/>
                  <a:pt x="48178" y="3008865"/>
                </a:cubicBezTo>
                <a:cubicBezTo>
                  <a:pt x="581" y="2957602"/>
                  <a:pt x="0" y="2877957"/>
                  <a:pt x="0" y="2877957"/>
                </a:cubicBezTo>
                <a:lnTo>
                  <a:pt x="871" y="204472"/>
                </a:lnTo>
                <a:cubicBezTo>
                  <a:pt x="871" y="204472"/>
                  <a:pt x="1161" y="167111"/>
                  <a:pt x="17704" y="126854"/>
                </a:cubicBezTo>
                <a:cubicBezTo>
                  <a:pt x="27572" y="102815"/>
                  <a:pt x="49049" y="78198"/>
                  <a:pt x="68784" y="58503"/>
                </a:cubicBezTo>
                <a:cubicBezTo>
                  <a:pt x="117252" y="9268"/>
                  <a:pt x="202870" y="0"/>
                  <a:pt x="202870" y="0"/>
                </a:cubicBezTo>
                <a:close/>
              </a:path>
            </a:pathLst>
          </a:custGeom>
        </p:spPr>
        <p:txBody>
          <a:bodyPr wrap="square" anchor="ctr" anchorCtr="0">
            <a:noAutofit/>
          </a:bodyPr>
          <a:lstStyle>
            <a:lvl1pPr algn="ctr">
              <a:defRPr/>
            </a:lvl1pPr>
          </a:lstStyle>
          <a:p>
            <a:endParaRPr/>
          </a:p>
        </p:txBody>
      </p:sp>
      <p:sp>
        <p:nvSpPr>
          <p:cNvPr id="30" name="Picture Placeholder 29">
            <a:extLst>
              <a:ext uri="{FF2B5EF4-FFF2-40B4-BE49-F238E27FC236}">
                <a16:creationId xmlns:a16="http://schemas.microsoft.com/office/drawing/2014/main" id="{2681D62F-4793-4C2E-8783-7DAF67F9AF3D}"/>
              </a:ext>
            </a:extLst>
          </p:cNvPr>
          <p:cNvSpPr>
            <a:spLocks noGrp="1"/>
          </p:cNvSpPr>
          <p:nvPr>
            <p:ph type="pic" sz="quarter" idx="23"/>
          </p:nvPr>
        </p:nvSpPr>
        <p:spPr>
          <a:xfrm>
            <a:off x="9180359" y="1810291"/>
            <a:ext cx="1452882" cy="3088800"/>
          </a:xfrm>
          <a:custGeom>
            <a:avLst/>
            <a:gdLst>
              <a:gd name="connsiteX0" fmla="*/ 202870 w 1452882"/>
              <a:gd name="connsiteY0" fmla="*/ 0 h 3088800"/>
              <a:gd name="connsiteX1" fmla="*/ 307352 w 1452882"/>
              <a:gd name="connsiteY1" fmla="*/ 0 h 3088800"/>
              <a:gd name="connsiteX2" fmla="*/ 321573 w 1452882"/>
              <a:gd name="connsiteY2" fmla="*/ 16508 h 3088800"/>
              <a:gd name="connsiteX3" fmla="*/ 363366 w 1452882"/>
              <a:gd name="connsiteY3" fmla="*/ 98181 h 3088800"/>
              <a:gd name="connsiteX4" fmla="*/ 416768 w 1452882"/>
              <a:gd name="connsiteY4" fmla="*/ 106580 h 3088800"/>
              <a:gd name="connsiteX5" fmla="*/ 1056431 w 1452882"/>
              <a:gd name="connsiteY5" fmla="*/ 106580 h 3088800"/>
              <a:gd name="connsiteX6" fmla="*/ 1095902 w 1452882"/>
              <a:gd name="connsiteY6" fmla="*/ 87755 h 3088800"/>
              <a:gd name="connsiteX7" fmla="*/ 1130439 w 1452882"/>
              <a:gd name="connsiteY7" fmla="*/ 9847 h 3088800"/>
              <a:gd name="connsiteX8" fmla="*/ 1147562 w 1452882"/>
              <a:gd name="connsiteY8" fmla="*/ 579 h 3088800"/>
              <a:gd name="connsiteX9" fmla="*/ 1262202 w 1452882"/>
              <a:gd name="connsiteY9" fmla="*/ 579 h 3088800"/>
              <a:gd name="connsiteX10" fmla="*/ 1389032 w 1452882"/>
              <a:gd name="connsiteY10" fmla="*/ 62558 h 3088800"/>
              <a:gd name="connsiteX11" fmla="*/ 1440112 w 1452882"/>
              <a:gd name="connsiteY11" fmla="*/ 140466 h 3088800"/>
              <a:gd name="connsiteX12" fmla="*/ 1452882 w 1452882"/>
              <a:gd name="connsiteY12" fmla="*/ 200128 h 3088800"/>
              <a:gd name="connsiteX13" fmla="*/ 1452882 w 1452882"/>
              <a:gd name="connsiteY13" fmla="*/ 2893886 h 3088800"/>
              <a:gd name="connsiteX14" fmla="*/ 1400061 w 1452882"/>
              <a:gd name="connsiteY14" fmla="*/ 3015816 h 3088800"/>
              <a:gd name="connsiteX15" fmla="*/ 1327794 w 1452882"/>
              <a:gd name="connsiteY15" fmla="*/ 3069396 h 3088800"/>
              <a:gd name="connsiteX16" fmla="*/ 1250013 w 1452882"/>
              <a:gd name="connsiteY16" fmla="*/ 3088800 h 3088800"/>
              <a:gd name="connsiteX17" fmla="*/ 195904 w 1452882"/>
              <a:gd name="connsiteY17" fmla="*/ 3088800 h 3088800"/>
              <a:gd name="connsiteX18" fmla="*/ 120445 w 1452882"/>
              <a:gd name="connsiteY18" fmla="*/ 3067368 h 3088800"/>
              <a:gd name="connsiteX19" fmla="*/ 48178 w 1452882"/>
              <a:gd name="connsiteY19" fmla="*/ 3008865 h 3088800"/>
              <a:gd name="connsiteX20" fmla="*/ 0 w 1452882"/>
              <a:gd name="connsiteY20" fmla="*/ 2877957 h 3088800"/>
              <a:gd name="connsiteX21" fmla="*/ 871 w 1452882"/>
              <a:gd name="connsiteY21" fmla="*/ 204472 h 3088800"/>
              <a:gd name="connsiteX22" fmla="*/ 17704 w 1452882"/>
              <a:gd name="connsiteY22" fmla="*/ 126854 h 3088800"/>
              <a:gd name="connsiteX23" fmla="*/ 68784 w 1452882"/>
              <a:gd name="connsiteY23" fmla="*/ 58503 h 3088800"/>
              <a:gd name="connsiteX24" fmla="*/ 202870 w 1452882"/>
              <a:gd name="connsiteY24" fmla="*/ 0 h 308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52882" h="3088800">
                <a:moveTo>
                  <a:pt x="202870" y="0"/>
                </a:moveTo>
                <a:cubicBezTo>
                  <a:pt x="307352" y="0"/>
                  <a:pt x="307352" y="0"/>
                  <a:pt x="307352" y="0"/>
                </a:cubicBezTo>
                <a:cubicBezTo>
                  <a:pt x="307352" y="0"/>
                  <a:pt x="317220" y="2896"/>
                  <a:pt x="321573" y="16508"/>
                </a:cubicBezTo>
                <a:cubicBezTo>
                  <a:pt x="325926" y="30121"/>
                  <a:pt x="339567" y="82542"/>
                  <a:pt x="363366" y="98181"/>
                </a:cubicBezTo>
                <a:cubicBezTo>
                  <a:pt x="382231" y="110345"/>
                  <a:pt x="416768" y="106580"/>
                  <a:pt x="416768" y="106580"/>
                </a:cubicBezTo>
                <a:cubicBezTo>
                  <a:pt x="1056431" y="106580"/>
                  <a:pt x="1056431" y="106580"/>
                  <a:pt x="1056431" y="106580"/>
                </a:cubicBezTo>
                <a:cubicBezTo>
                  <a:pt x="1056431" y="106580"/>
                  <a:pt x="1080229" y="107739"/>
                  <a:pt x="1095902" y="87755"/>
                </a:cubicBezTo>
                <a:cubicBezTo>
                  <a:pt x="1111574" y="68061"/>
                  <a:pt x="1130439" y="9847"/>
                  <a:pt x="1130439" y="9847"/>
                </a:cubicBezTo>
                <a:cubicBezTo>
                  <a:pt x="1130439" y="9847"/>
                  <a:pt x="1133051" y="579"/>
                  <a:pt x="1147562" y="579"/>
                </a:cubicBezTo>
                <a:cubicBezTo>
                  <a:pt x="1162364" y="579"/>
                  <a:pt x="1255237" y="579"/>
                  <a:pt x="1262202" y="579"/>
                </a:cubicBezTo>
                <a:cubicBezTo>
                  <a:pt x="1265395" y="579"/>
                  <a:pt x="1344337" y="15060"/>
                  <a:pt x="1389032" y="62558"/>
                </a:cubicBezTo>
                <a:cubicBezTo>
                  <a:pt x="1411089" y="86017"/>
                  <a:pt x="1431115" y="114400"/>
                  <a:pt x="1440112" y="140466"/>
                </a:cubicBezTo>
                <a:cubicBezTo>
                  <a:pt x="1451431" y="172324"/>
                  <a:pt x="1452882" y="200128"/>
                  <a:pt x="1452882" y="200128"/>
                </a:cubicBezTo>
                <a:cubicBezTo>
                  <a:pt x="1452882" y="2893886"/>
                  <a:pt x="1452882" y="2893886"/>
                  <a:pt x="1452882" y="2893886"/>
                </a:cubicBezTo>
                <a:cubicBezTo>
                  <a:pt x="1452882" y="2893886"/>
                  <a:pt x="1443305" y="2974690"/>
                  <a:pt x="1400061" y="3015816"/>
                </a:cubicBezTo>
                <a:cubicBezTo>
                  <a:pt x="1373360" y="3041302"/>
                  <a:pt x="1353334" y="3058100"/>
                  <a:pt x="1327794" y="3069396"/>
                </a:cubicBezTo>
                <a:cubicBezTo>
                  <a:pt x="1287742" y="3087352"/>
                  <a:pt x="1250013" y="3088800"/>
                  <a:pt x="1250013" y="3088800"/>
                </a:cubicBezTo>
                <a:cubicBezTo>
                  <a:pt x="195904" y="3088800"/>
                  <a:pt x="195904" y="3088800"/>
                  <a:pt x="195904" y="3088800"/>
                </a:cubicBezTo>
                <a:cubicBezTo>
                  <a:pt x="195904" y="3088800"/>
                  <a:pt x="157013" y="3084456"/>
                  <a:pt x="120445" y="3067368"/>
                </a:cubicBezTo>
                <a:cubicBezTo>
                  <a:pt x="85908" y="3051439"/>
                  <a:pt x="72267" y="3034641"/>
                  <a:pt x="48178" y="3008865"/>
                </a:cubicBezTo>
                <a:cubicBezTo>
                  <a:pt x="581" y="2957602"/>
                  <a:pt x="0" y="2877957"/>
                  <a:pt x="0" y="2877957"/>
                </a:cubicBezTo>
                <a:lnTo>
                  <a:pt x="871" y="204472"/>
                </a:lnTo>
                <a:cubicBezTo>
                  <a:pt x="871" y="204472"/>
                  <a:pt x="1161" y="167111"/>
                  <a:pt x="17704" y="126854"/>
                </a:cubicBezTo>
                <a:cubicBezTo>
                  <a:pt x="27572" y="102815"/>
                  <a:pt x="49049" y="78198"/>
                  <a:pt x="68784" y="58503"/>
                </a:cubicBezTo>
                <a:cubicBezTo>
                  <a:pt x="117252" y="9268"/>
                  <a:pt x="202870" y="0"/>
                  <a:pt x="202870" y="0"/>
                </a:cubicBezTo>
                <a:close/>
              </a:path>
            </a:pathLst>
          </a:custGeom>
        </p:spPr>
        <p:txBody>
          <a:bodyPr wrap="square" anchor="ctr" anchorCtr="0">
            <a:noAutofit/>
          </a:bodyPr>
          <a:lstStyle>
            <a:lvl1pPr algn="ctr">
              <a:defRPr/>
            </a:lvl1pPr>
          </a:lstStyle>
          <a:p>
            <a:endParaRPr/>
          </a:p>
        </p:txBody>
      </p:sp>
    </p:spTree>
    <p:extLst>
      <p:ext uri="{BB962C8B-B14F-4D97-AF65-F5344CB8AC3E}">
        <p14:creationId xmlns:p14="http://schemas.microsoft.com/office/powerpoint/2010/main" val="139971086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ub, Content and iPhone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0A5685-ADC9-4197-AAEB-665323328B34}"/>
              </a:ext>
            </a:extLst>
          </p:cNvPr>
          <p:cNvSpPr/>
          <p:nvPr/>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0063" y="440482"/>
            <a:ext cx="50566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3689"/>
            <a:ext cx="5056675" cy="3329423"/>
          </a:xfrm>
        </p:spPr>
        <p:txBody>
          <a:bodyPr spcCol="540000"/>
          <a:lstStyle>
            <a:lvl1pPr>
              <a:lnSpc>
                <a:spcPct val="100000"/>
              </a:lnSpc>
              <a:defRPr/>
            </a:lvl1pPr>
            <a:lvl2pPr>
              <a:lnSpc>
                <a:spcPct val="100000"/>
              </a:lnSpc>
              <a:spcBef>
                <a:spcPts val="300"/>
              </a:spcBef>
              <a:defRPr/>
            </a:lvl2pPr>
            <a:lvl3pPr>
              <a:lnSpc>
                <a:spcPct val="100000"/>
              </a:lnSpc>
              <a:spcBef>
                <a:spcPts val="600"/>
              </a:spcBef>
              <a:defRPr/>
            </a:lvl3pPr>
            <a:lvl4pPr>
              <a:lnSpc>
                <a:spcPct val="100000"/>
              </a:lnSpc>
              <a:defRPr/>
            </a:lvl4pPr>
            <a:lvl5pPr>
              <a:lnSpc>
                <a:spcPct val="100000"/>
              </a:lnSpc>
              <a:defRPr/>
            </a:lvl5p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p>
            <a:r>
              <a:rPr>
                <a:solidFill>
                  <a:srgbClr val="231F20"/>
                </a:solidFill>
              </a:rPr>
              <a:t>Asurion Internal Use Only</a:t>
            </a:r>
          </a:p>
        </p:txBody>
      </p:sp>
      <p:sp>
        <p:nvSpPr>
          <p:cNvPr id="6" name="Slide Number Placeholder 5"/>
          <p:cNvSpPr>
            <a:spLocks noGrp="1"/>
          </p:cNvSpPr>
          <p:nvPr>
            <p:ph type="sldNum" sz="quarter" idx="12"/>
          </p:nvPr>
        </p:nvSpPr>
        <p:spPr/>
        <p:txBody>
          <a:bodyPr/>
          <a:lstStyle/>
          <a:p>
            <a:fld id="{9C3ACAB3-CA36-4966-8A1D-076772D39D8D}" type="slidenum">
              <a:rPr>
                <a:solidFill>
                  <a:srgbClr val="231F20"/>
                </a:solidFill>
              </a:rPr>
              <a:pPr/>
              <a:t>‹#›</a:t>
            </a:fld>
            <a:endParaRPr>
              <a:solidFill>
                <a:srgbClr val="231F20"/>
              </a:solidFill>
            </a:endParaRPr>
          </a:p>
        </p:txBody>
      </p:sp>
      <p:sp>
        <p:nvSpPr>
          <p:cNvPr id="9" name="Text Placeholder 2">
            <a:extLst>
              <a:ext uri="{FF2B5EF4-FFF2-40B4-BE49-F238E27FC236}">
                <a16:creationId xmlns:a16="http://schemas.microsoft.com/office/drawing/2014/main" id="{F0639103-1054-48CB-9C4A-BC221A9D4897}"/>
              </a:ext>
            </a:extLst>
          </p:cNvPr>
          <p:cNvSpPr>
            <a:spLocks noGrp="1"/>
          </p:cNvSpPr>
          <p:nvPr>
            <p:ph type="body" idx="13"/>
          </p:nvPr>
        </p:nvSpPr>
        <p:spPr>
          <a:xfrm>
            <a:off x="500063" y="1481655"/>
            <a:ext cx="5056675" cy="786765"/>
          </a:xfrm>
        </p:spPr>
        <p:txBody>
          <a:bodyPr anchor="t" anchorCtr="0"/>
          <a:lstStyle>
            <a:lvl1pPr marL="0" indent="0">
              <a:lnSpc>
                <a:spcPct val="100000"/>
              </a:lnSpc>
              <a:spcBef>
                <a:spcPts val="0"/>
              </a:spcBef>
              <a:buNone/>
              <a:defRPr sz="18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pic>
        <p:nvPicPr>
          <p:cNvPr id="11" name="Picture 10" descr="A picture containing monitor&#10;&#10;Description automatically generated">
            <a:extLst>
              <a:ext uri="{FF2B5EF4-FFF2-40B4-BE49-F238E27FC236}">
                <a16:creationId xmlns:a16="http://schemas.microsoft.com/office/drawing/2014/main" id="{56C82B6E-CB3C-472B-826E-0AF65C132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8825" y="-410658"/>
            <a:ext cx="5009044" cy="7670523"/>
          </a:xfrm>
          <a:prstGeom prst="rect">
            <a:avLst/>
          </a:prstGeom>
        </p:spPr>
      </p:pic>
      <p:sp>
        <p:nvSpPr>
          <p:cNvPr id="13" name="Picture Placeholder 12">
            <a:extLst>
              <a:ext uri="{FF2B5EF4-FFF2-40B4-BE49-F238E27FC236}">
                <a16:creationId xmlns:a16="http://schemas.microsoft.com/office/drawing/2014/main" id="{5BB1AFEC-6A42-4E41-9AB3-8AA1E87ADC07}"/>
              </a:ext>
            </a:extLst>
          </p:cNvPr>
          <p:cNvSpPr>
            <a:spLocks noGrp="1"/>
          </p:cNvSpPr>
          <p:nvPr>
            <p:ph type="pic" sz="quarter" idx="16"/>
          </p:nvPr>
        </p:nvSpPr>
        <p:spPr>
          <a:xfrm>
            <a:off x="7907261" y="791536"/>
            <a:ext cx="2456870" cy="5227200"/>
          </a:xfrm>
          <a:custGeom>
            <a:avLst/>
            <a:gdLst>
              <a:gd name="connsiteX0" fmla="*/ 202870 w 1452882"/>
              <a:gd name="connsiteY0" fmla="*/ 0 h 3088800"/>
              <a:gd name="connsiteX1" fmla="*/ 307352 w 1452882"/>
              <a:gd name="connsiteY1" fmla="*/ 0 h 3088800"/>
              <a:gd name="connsiteX2" fmla="*/ 321573 w 1452882"/>
              <a:gd name="connsiteY2" fmla="*/ 16508 h 3088800"/>
              <a:gd name="connsiteX3" fmla="*/ 363366 w 1452882"/>
              <a:gd name="connsiteY3" fmla="*/ 98181 h 3088800"/>
              <a:gd name="connsiteX4" fmla="*/ 416768 w 1452882"/>
              <a:gd name="connsiteY4" fmla="*/ 106580 h 3088800"/>
              <a:gd name="connsiteX5" fmla="*/ 1056431 w 1452882"/>
              <a:gd name="connsiteY5" fmla="*/ 106580 h 3088800"/>
              <a:gd name="connsiteX6" fmla="*/ 1095902 w 1452882"/>
              <a:gd name="connsiteY6" fmla="*/ 87755 h 3088800"/>
              <a:gd name="connsiteX7" fmla="*/ 1130439 w 1452882"/>
              <a:gd name="connsiteY7" fmla="*/ 9847 h 3088800"/>
              <a:gd name="connsiteX8" fmla="*/ 1147562 w 1452882"/>
              <a:gd name="connsiteY8" fmla="*/ 579 h 3088800"/>
              <a:gd name="connsiteX9" fmla="*/ 1262202 w 1452882"/>
              <a:gd name="connsiteY9" fmla="*/ 579 h 3088800"/>
              <a:gd name="connsiteX10" fmla="*/ 1389032 w 1452882"/>
              <a:gd name="connsiteY10" fmla="*/ 62558 h 3088800"/>
              <a:gd name="connsiteX11" fmla="*/ 1440112 w 1452882"/>
              <a:gd name="connsiteY11" fmla="*/ 140466 h 3088800"/>
              <a:gd name="connsiteX12" fmla="*/ 1452882 w 1452882"/>
              <a:gd name="connsiteY12" fmla="*/ 200128 h 3088800"/>
              <a:gd name="connsiteX13" fmla="*/ 1452882 w 1452882"/>
              <a:gd name="connsiteY13" fmla="*/ 2893886 h 3088800"/>
              <a:gd name="connsiteX14" fmla="*/ 1400061 w 1452882"/>
              <a:gd name="connsiteY14" fmla="*/ 3015816 h 3088800"/>
              <a:gd name="connsiteX15" fmla="*/ 1327794 w 1452882"/>
              <a:gd name="connsiteY15" fmla="*/ 3069396 h 3088800"/>
              <a:gd name="connsiteX16" fmla="*/ 1250013 w 1452882"/>
              <a:gd name="connsiteY16" fmla="*/ 3088800 h 3088800"/>
              <a:gd name="connsiteX17" fmla="*/ 195904 w 1452882"/>
              <a:gd name="connsiteY17" fmla="*/ 3088800 h 3088800"/>
              <a:gd name="connsiteX18" fmla="*/ 120445 w 1452882"/>
              <a:gd name="connsiteY18" fmla="*/ 3067368 h 3088800"/>
              <a:gd name="connsiteX19" fmla="*/ 48178 w 1452882"/>
              <a:gd name="connsiteY19" fmla="*/ 3008865 h 3088800"/>
              <a:gd name="connsiteX20" fmla="*/ 0 w 1452882"/>
              <a:gd name="connsiteY20" fmla="*/ 2877957 h 3088800"/>
              <a:gd name="connsiteX21" fmla="*/ 871 w 1452882"/>
              <a:gd name="connsiteY21" fmla="*/ 204472 h 3088800"/>
              <a:gd name="connsiteX22" fmla="*/ 17704 w 1452882"/>
              <a:gd name="connsiteY22" fmla="*/ 126854 h 3088800"/>
              <a:gd name="connsiteX23" fmla="*/ 68784 w 1452882"/>
              <a:gd name="connsiteY23" fmla="*/ 58503 h 3088800"/>
              <a:gd name="connsiteX24" fmla="*/ 202870 w 1452882"/>
              <a:gd name="connsiteY24" fmla="*/ 0 h 308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52882" h="3088800">
                <a:moveTo>
                  <a:pt x="202870" y="0"/>
                </a:moveTo>
                <a:cubicBezTo>
                  <a:pt x="307352" y="0"/>
                  <a:pt x="307352" y="0"/>
                  <a:pt x="307352" y="0"/>
                </a:cubicBezTo>
                <a:cubicBezTo>
                  <a:pt x="307352" y="0"/>
                  <a:pt x="317220" y="2896"/>
                  <a:pt x="321573" y="16508"/>
                </a:cubicBezTo>
                <a:cubicBezTo>
                  <a:pt x="325926" y="30121"/>
                  <a:pt x="339567" y="82542"/>
                  <a:pt x="363366" y="98181"/>
                </a:cubicBezTo>
                <a:cubicBezTo>
                  <a:pt x="382231" y="110345"/>
                  <a:pt x="416768" y="106580"/>
                  <a:pt x="416768" y="106580"/>
                </a:cubicBezTo>
                <a:cubicBezTo>
                  <a:pt x="1056431" y="106580"/>
                  <a:pt x="1056431" y="106580"/>
                  <a:pt x="1056431" y="106580"/>
                </a:cubicBezTo>
                <a:cubicBezTo>
                  <a:pt x="1056431" y="106580"/>
                  <a:pt x="1080229" y="107739"/>
                  <a:pt x="1095902" y="87755"/>
                </a:cubicBezTo>
                <a:cubicBezTo>
                  <a:pt x="1111574" y="68061"/>
                  <a:pt x="1130439" y="9847"/>
                  <a:pt x="1130439" y="9847"/>
                </a:cubicBezTo>
                <a:cubicBezTo>
                  <a:pt x="1130439" y="9847"/>
                  <a:pt x="1133051" y="579"/>
                  <a:pt x="1147562" y="579"/>
                </a:cubicBezTo>
                <a:cubicBezTo>
                  <a:pt x="1162364" y="579"/>
                  <a:pt x="1255237" y="579"/>
                  <a:pt x="1262202" y="579"/>
                </a:cubicBezTo>
                <a:cubicBezTo>
                  <a:pt x="1265395" y="579"/>
                  <a:pt x="1344337" y="15060"/>
                  <a:pt x="1389032" y="62558"/>
                </a:cubicBezTo>
                <a:cubicBezTo>
                  <a:pt x="1411089" y="86017"/>
                  <a:pt x="1431115" y="114400"/>
                  <a:pt x="1440112" y="140466"/>
                </a:cubicBezTo>
                <a:cubicBezTo>
                  <a:pt x="1451431" y="172324"/>
                  <a:pt x="1452882" y="200128"/>
                  <a:pt x="1452882" y="200128"/>
                </a:cubicBezTo>
                <a:cubicBezTo>
                  <a:pt x="1452882" y="2893886"/>
                  <a:pt x="1452882" y="2893886"/>
                  <a:pt x="1452882" y="2893886"/>
                </a:cubicBezTo>
                <a:cubicBezTo>
                  <a:pt x="1452882" y="2893886"/>
                  <a:pt x="1443305" y="2974690"/>
                  <a:pt x="1400061" y="3015816"/>
                </a:cubicBezTo>
                <a:cubicBezTo>
                  <a:pt x="1373360" y="3041302"/>
                  <a:pt x="1353334" y="3058100"/>
                  <a:pt x="1327794" y="3069396"/>
                </a:cubicBezTo>
                <a:cubicBezTo>
                  <a:pt x="1287742" y="3087352"/>
                  <a:pt x="1250013" y="3088800"/>
                  <a:pt x="1250013" y="3088800"/>
                </a:cubicBezTo>
                <a:cubicBezTo>
                  <a:pt x="195904" y="3088800"/>
                  <a:pt x="195904" y="3088800"/>
                  <a:pt x="195904" y="3088800"/>
                </a:cubicBezTo>
                <a:cubicBezTo>
                  <a:pt x="195904" y="3088800"/>
                  <a:pt x="157013" y="3084456"/>
                  <a:pt x="120445" y="3067368"/>
                </a:cubicBezTo>
                <a:cubicBezTo>
                  <a:pt x="85908" y="3051439"/>
                  <a:pt x="72267" y="3034641"/>
                  <a:pt x="48178" y="3008865"/>
                </a:cubicBezTo>
                <a:cubicBezTo>
                  <a:pt x="581" y="2957602"/>
                  <a:pt x="0" y="2877957"/>
                  <a:pt x="0" y="2877957"/>
                </a:cubicBezTo>
                <a:lnTo>
                  <a:pt x="871" y="204472"/>
                </a:lnTo>
                <a:cubicBezTo>
                  <a:pt x="871" y="204472"/>
                  <a:pt x="1161" y="167111"/>
                  <a:pt x="17704" y="126854"/>
                </a:cubicBezTo>
                <a:cubicBezTo>
                  <a:pt x="27572" y="102815"/>
                  <a:pt x="49049" y="78198"/>
                  <a:pt x="68784" y="58503"/>
                </a:cubicBezTo>
                <a:cubicBezTo>
                  <a:pt x="117252" y="9268"/>
                  <a:pt x="202870" y="0"/>
                  <a:pt x="202870" y="0"/>
                </a:cubicBezTo>
                <a:close/>
              </a:path>
            </a:pathLst>
          </a:custGeom>
          <a:noFill/>
        </p:spPr>
        <p:txBody>
          <a:bodyPr wrap="square" anchor="ctr" anchorCtr="0">
            <a:noAutofit/>
          </a:bodyPr>
          <a:lstStyle>
            <a:lvl1pPr algn="ctr">
              <a:defRPr/>
            </a:lvl1pPr>
          </a:lstStyle>
          <a:p>
            <a:endParaRPr/>
          </a:p>
        </p:txBody>
      </p:sp>
    </p:spTree>
    <p:extLst>
      <p:ext uri="{BB962C8B-B14F-4D97-AF65-F5344CB8AC3E}">
        <p14:creationId xmlns:p14="http://schemas.microsoft.com/office/powerpoint/2010/main" val="47422074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ub, Content and iPhone 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0A5685-ADC9-4197-AAEB-665323328B34}"/>
              </a:ext>
            </a:extLst>
          </p:cNvPr>
          <p:cNvSpPr/>
          <p:nvPr/>
        </p:nvSpPr>
        <p:spPr>
          <a:xfrm>
            <a:off x="6096000" y="0"/>
            <a:ext cx="6096000" cy="6858000"/>
          </a:xfrm>
          <a:prstGeom prst="rect">
            <a:avLst/>
          </a:prstGeom>
          <a:solidFill>
            <a:srgbClr val="F5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4" name="Picture 13">
            <a:extLst>
              <a:ext uri="{FF2B5EF4-FFF2-40B4-BE49-F238E27FC236}">
                <a16:creationId xmlns:a16="http://schemas.microsoft.com/office/drawing/2014/main" id="{FB1E377C-23FC-445F-9057-22E1F95A48B6}"/>
              </a:ext>
            </a:extLst>
          </p:cNvPr>
          <p:cNvPicPr>
            <a:picLocks noChangeAspect="1"/>
          </p:cNvPicPr>
          <p:nvPr/>
        </p:nvPicPr>
        <p:blipFill rotWithShape="1">
          <a:blip r:embed="rId2">
            <a:extLst>
              <a:ext uri="{28A0092B-C50C-407E-A947-70E740481C1C}">
                <a14:useLocalDpi xmlns:a14="http://schemas.microsoft.com/office/drawing/2010/main" val="0"/>
              </a:ext>
            </a:extLst>
          </a:blip>
          <a:srcRect b="5980"/>
          <a:stretch/>
        </p:blipFill>
        <p:spPr>
          <a:xfrm>
            <a:off x="5837153" y="18049"/>
            <a:ext cx="6528348" cy="6839951"/>
          </a:xfrm>
          <a:prstGeom prst="rect">
            <a:avLst/>
          </a:prstGeom>
        </p:spPr>
      </p:pic>
      <p:sp>
        <p:nvSpPr>
          <p:cNvPr id="2" name="Title 1"/>
          <p:cNvSpPr>
            <a:spLocks noGrp="1"/>
          </p:cNvSpPr>
          <p:nvPr>
            <p:ph type="title"/>
          </p:nvPr>
        </p:nvSpPr>
        <p:spPr>
          <a:xfrm>
            <a:off x="500063" y="440482"/>
            <a:ext cx="50566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3" name="Content Placeholder 2"/>
          <p:cNvSpPr>
            <a:spLocks noGrp="1"/>
          </p:cNvSpPr>
          <p:nvPr>
            <p:ph idx="1"/>
          </p:nvPr>
        </p:nvSpPr>
        <p:spPr>
          <a:xfrm>
            <a:off x="500063" y="2523689"/>
            <a:ext cx="5056675" cy="3329423"/>
          </a:xfrm>
        </p:spPr>
        <p:txBody>
          <a:bodyPr spcCol="540000"/>
          <a:lstStyle>
            <a:lvl1pPr>
              <a:lnSpc>
                <a:spcPct val="100000"/>
              </a:lnSpc>
              <a:defRPr/>
            </a:lvl1pPr>
            <a:lvl2pPr>
              <a:lnSpc>
                <a:spcPct val="100000"/>
              </a:lnSpc>
              <a:spcBef>
                <a:spcPts val="300"/>
              </a:spcBef>
              <a:defRPr/>
            </a:lvl2pPr>
            <a:lvl3pPr>
              <a:lnSpc>
                <a:spcPct val="100000"/>
              </a:lnSpc>
              <a:spcBef>
                <a:spcPts val="600"/>
              </a:spcBef>
              <a:defRPr/>
            </a:lvl3pPr>
            <a:lvl4pPr>
              <a:lnSpc>
                <a:spcPct val="100000"/>
              </a:lnSpc>
              <a:defRPr/>
            </a:lvl4pPr>
            <a:lvl5pPr>
              <a:lnSpc>
                <a:spcPct val="100000"/>
              </a:lnSpc>
              <a:defRPr/>
            </a:lvl5p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11"/>
          </p:nvPr>
        </p:nvSpPr>
        <p:spPr/>
        <p:txBody>
          <a:bodyPr/>
          <a:lstStyle/>
          <a:p>
            <a:r>
              <a:rPr>
                <a:solidFill>
                  <a:srgbClr val="231F20"/>
                </a:solidFill>
              </a:rPr>
              <a:t>Asurion Internal Use Only</a:t>
            </a:r>
          </a:p>
        </p:txBody>
      </p:sp>
      <p:sp>
        <p:nvSpPr>
          <p:cNvPr id="6" name="Slide Number Placeholder 5"/>
          <p:cNvSpPr>
            <a:spLocks noGrp="1"/>
          </p:cNvSpPr>
          <p:nvPr>
            <p:ph type="sldNum" sz="quarter" idx="12"/>
          </p:nvPr>
        </p:nvSpPr>
        <p:spPr/>
        <p:txBody>
          <a:bodyPr/>
          <a:lstStyle/>
          <a:p>
            <a:fld id="{9C3ACAB3-CA36-4966-8A1D-076772D39D8D}" type="slidenum">
              <a:rPr>
                <a:solidFill>
                  <a:srgbClr val="231F20"/>
                </a:solidFill>
              </a:rPr>
              <a:pPr/>
              <a:t>‹#›</a:t>
            </a:fld>
            <a:endParaRPr>
              <a:solidFill>
                <a:srgbClr val="231F20"/>
              </a:solidFill>
            </a:endParaRPr>
          </a:p>
        </p:txBody>
      </p:sp>
      <p:sp>
        <p:nvSpPr>
          <p:cNvPr id="9" name="Text Placeholder 2">
            <a:extLst>
              <a:ext uri="{FF2B5EF4-FFF2-40B4-BE49-F238E27FC236}">
                <a16:creationId xmlns:a16="http://schemas.microsoft.com/office/drawing/2014/main" id="{F0639103-1054-48CB-9C4A-BC221A9D4897}"/>
              </a:ext>
            </a:extLst>
          </p:cNvPr>
          <p:cNvSpPr>
            <a:spLocks noGrp="1"/>
          </p:cNvSpPr>
          <p:nvPr>
            <p:ph type="body" idx="13"/>
          </p:nvPr>
        </p:nvSpPr>
        <p:spPr>
          <a:xfrm>
            <a:off x="500063" y="1481655"/>
            <a:ext cx="5056675" cy="786765"/>
          </a:xfrm>
        </p:spPr>
        <p:txBody>
          <a:bodyPr anchor="t" anchorCtr="0"/>
          <a:lstStyle>
            <a:lvl1pPr marL="0" indent="0">
              <a:spcBef>
                <a:spcPts val="0"/>
              </a:spcBef>
              <a:buNone/>
              <a:defRPr sz="18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13" name="Picture Placeholder 12">
            <a:extLst>
              <a:ext uri="{FF2B5EF4-FFF2-40B4-BE49-F238E27FC236}">
                <a16:creationId xmlns:a16="http://schemas.microsoft.com/office/drawing/2014/main" id="{5BB1AFEC-6A42-4E41-9AB3-8AA1E87ADC07}"/>
              </a:ext>
            </a:extLst>
          </p:cNvPr>
          <p:cNvSpPr>
            <a:spLocks noGrp="1"/>
          </p:cNvSpPr>
          <p:nvPr>
            <p:ph type="pic" sz="quarter" idx="16"/>
          </p:nvPr>
        </p:nvSpPr>
        <p:spPr>
          <a:xfrm>
            <a:off x="8005554" y="872975"/>
            <a:ext cx="2456870" cy="5220000"/>
          </a:xfrm>
          <a:custGeom>
            <a:avLst/>
            <a:gdLst>
              <a:gd name="connsiteX0" fmla="*/ 202870 w 1452882"/>
              <a:gd name="connsiteY0" fmla="*/ 0 h 3088800"/>
              <a:gd name="connsiteX1" fmla="*/ 307352 w 1452882"/>
              <a:gd name="connsiteY1" fmla="*/ 0 h 3088800"/>
              <a:gd name="connsiteX2" fmla="*/ 321573 w 1452882"/>
              <a:gd name="connsiteY2" fmla="*/ 16508 h 3088800"/>
              <a:gd name="connsiteX3" fmla="*/ 363366 w 1452882"/>
              <a:gd name="connsiteY3" fmla="*/ 98181 h 3088800"/>
              <a:gd name="connsiteX4" fmla="*/ 416768 w 1452882"/>
              <a:gd name="connsiteY4" fmla="*/ 106580 h 3088800"/>
              <a:gd name="connsiteX5" fmla="*/ 1056431 w 1452882"/>
              <a:gd name="connsiteY5" fmla="*/ 106580 h 3088800"/>
              <a:gd name="connsiteX6" fmla="*/ 1095902 w 1452882"/>
              <a:gd name="connsiteY6" fmla="*/ 87755 h 3088800"/>
              <a:gd name="connsiteX7" fmla="*/ 1130439 w 1452882"/>
              <a:gd name="connsiteY7" fmla="*/ 9847 h 3088800"/>
              <a:gd name="connsiteX8" fmla="*/ 1147562 w 1452882"/>
              <a:gd name="connsiteY8" fmla="*/ 579 h 3088800"/>
              <a:gd name="connsiteX9" fmla="*/ 1262202 w 1452882"/>
              <a:gd name="connsiteY9" fmla="*/ 579 h 3088800"/>
              <a:gd name="connsiteX10" fmla="*/ 1389032 w 1452882"/>
              <a:gd name="connsiteY10" fmla="*/ 62558 h 3088800"/>
              <a:gd name="connsiteX11" fmla="*/ 1440112 w 1452882"/>
              <a:gd name="connsiteY11" fmla="*/ 140466 h 3088800"/>
              <a:gd name="connsiteX12" fmla="*/ 1452882 w 1452882"/>
              <a:gd name="connsiteY12" fmla="*/ 200128 h 3088800"/>
              <a:gd name="connsiteX13" fmla="*/ 1452882 w 1452882"/>
              <a:gd name="connsiteY13" fmla="*/ 2893886 h 3088800"/>
              <a:gd name="connsiteX14" fmla="*/ 1400061 w 1452882"/>
              <a:gd name="connsiteY14" fmla="*/ 3015816 h 3088800"/>
              <a:gd name="connsiteX15" fmla="*/ 1327794 w 1452882"/>
              <a:gd name="connsiteY15" fmla="*/ 3069396 h 3088800"/>
              <a:gd name="connsiteX16" fmla="*/ 1250013 w 1452882"/>
              <a:gd name="connsiteY16" fmla="*/ 3088800 h 3088800"/>
              <a:gd name="connsiteX17" fmla="*/ 195904 w 1452882"/>
              <a:gd name="connsiteY17" fmla="*/ 3088800 h 3088800"/>
              <a:gd name="connsiteX18" fmla="*/ 120445 w 1452882"/>
              <a:gd name="connsiteY18" fmla="*/ 3067368 h 3088800"/>
              <a:gd name="connsiteX19" fmla="*/ 48178 w 1452882"/>
              <a:gd name="connsiteY19" fmla="*/ 3008865 h 3088800"/>
              <a:gd name="connsiteX20" fmla="*/ 0 w 1452882"/>
              <a:gd name="connsiteY20" fmla="*/ 2877957 h 3088800"/>
              <a:gd name="connsiteX21" fmla="*/ 871 w 1452882"/>
              <a:gd name="connsiteY21" fmla="*/ 204472 h 3088800"/>
              <a:gd name="connsiteX22" fmla="*/ 17704 w 1452882"/>
              <a:gd name="connsiteY22" fmla="*/ 126854 h 3088800"/>
              <a:gd name="connsiteX23" fmla="*/ 68784 w 1452882"/>
              <a:gd name="connsiteY23" fmla="*/ 58503 h 3088800"/>
              <a:gd name="connsiteX24" fmla="*/ 202870 w 1452882"/>
              <a:gd name="connsiteY24" fmla="*/ 0 h 308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52882" h="3088800">
                <a:moveTo>
                  <a:pt x="202870" y="0"/>
                </a:moveTo>
                <a:cubicBezTo>
                  <a:pt x="307352" y="0"/>
                  <a:pt x="307352" y="0"/>
                  <a:pt x="307352" y="0"/>
                </a:cubicBezTo>
                <a:cubicBezTo>
                  <a:pt x="307352" y="0"/>
                  <a:pt x="317220" y="2896"/>
                  <a:pt x="321573" y="16508"/>
                </a:cubicBezTo>
                <a:cubicBezTo>
                  <a:pt x="325926" y="30121"/>
                  <a:pt x="339567" y="82542"/>
                  <a:pt x="363366" y="98181"/>
                </a:cubicBezTo>
                <a:cubicBezTo>
                  <a:pt x="382231" y="110345"/>
                  <a:pt x="416768" y="106580"/>
                  <a:pt x="416768" y="106580"/>
                </a:cubicBezTo>
                <a:cubicBezTo>
                  <a:pt x="1056431" y="106580"/>
                  <a:pt x="1056431" y="106580"/>
                  <a:pt x="1056431" y="106580"/>
                </a:cubicBezTo>
                <a:cubicBezTo>
                  <a:pt x="1056431" y="106580"/>
                  <a:pt x="1080229" y="107739"/>
                  <a:pt x="1095902" y="87755"/>
                </a:cubicBezTo>
                <a:cubicBezTo>
                  <a:pt x="1111574" y="68061"/>
                  <a:pt x="1130439" y="9847"/>
                  <a:pt x="1130439" y="9847"/>
                </a:cubicBezTo>
                <a:cubicBezTo>
                  <a:pt x="1130439" y="9847"/>
                  <a:pt x="1133051" y="579"/>
                  <a:pt x="1147562" y="579"/>
                </a:cubicBezTo>
                <a:cubicBezTo>
                  <a:pt x="1162364" y="579"/>
                  <a:pt x="1255237" y="579"/>
                  <a:pt x="1262202" y="579"/>
                </a:cubicBezTo>
                <a:cubicBezTo>
                  <a:pt x="1265395" y="579"/>
                  <a:pt x="1344337" y="15060"/>
                  <a:pt x="1389032" y="62558"/>
                </a:cubicBezTo>
                <a:cubicBezTo>
                  <a:pt x="1411089" y="86017"/>
                  <a:pt x="1431115" y="114400"/>
                  <a:pt x="1440112" y="140466"/>
                </a:cubicBezTo>
                <a:cubicBezTo>
                  <a:pt x="1451431" y="172324"/>
                  <a:pt x="1452882" y="200128"/>
                  <a:pt x="1452882" y="200128"/>
                </a:cubicBezTo>
                <a:cubicBezTo>
                  <a:pt x="1452882" y="2893886"/>
                  <a:pt x="1452882" y="2893886"/>
                  <a:pt x="1452882" y="2893886"/>
                </a:cubicBezTo>
                <a:cubicBezTo>
                  <a:pt x="1452882" y="2893886"/>
                  <a:pt x="1443305" y="2974690"/>
                  <a:pt x="1400061" y="3015816"/>
                </a:cubicBezTo>
                <a:cubicBezTo>
                  <a:pt x="1373360" y="3041302"/>
                  <a:pt x="1353334" y="3058100"/>
                  <a:pt x="1327794" y="3069396"/>
                </a:cubicBezTo>
                <a:cubicBezTo>
                  <a:pt x="1287742" y="3087352"/>
                  <a:pt x="1250013" y="3088800"/>
                  <a:pt x="1250013" y="3088800"/>
                </a:cubicBezTo>
                <a:cubicBezTo>
                  <a:pt x="195904" y="3088800"/>
                  <a:pt x="195904" y="3088800"/>
                  <a:pt x="195904" y="3088800"/>
                </a:cubicBezTo>
                <a:cubicBezTo>
                  <a:pt x="195904" y="3088800"/>
                  <a:pt x="157013" y="3084456"/>
                  <a:pt x="120445" y="3067368"/>
                </a:cubicBezTo>
                <a:cubicBezTo>
                  <a:pt x="85908" y="3051439"/>
                  <a:pt x="72267" y="3034641"/>
                  <a:pt x="48178" y="3008865"/>
                </a:cubicBezTo>
                <a:cubicBezTo>
                  <a:pt x="581" y="2957602"/>
                  <a:pt x="0" y="2877957"/>
                  <a:pt x="0" y="2877957"/>
                </a:cubicBezTo>
                <a:lnTo>
                  <a:pt x="871" y="204472"/>
                </a:lnTo>
                <a:cubicBezTo>
                  <a:pt x="871" y="204472"/>
                  <a:pt x="1161" y="167111"/>
                  <a:pt x="17704" y="126854"/>
                </a:cubicBezTo>
                <a:cubicBezTo>
                  <a:pt x="27572" y="102815"/>
                  <a:pt x="49049" y="78198"/>
                  <a:pt x="68784" y="58503"/>
                </a:cubicBezTo>
                <a:cubicBezTo>
                  <a:pt x="117252" y="9268"/>
                  <a:pt x="202870" y="0"/>
                  <a:pt x="202870" y="0"/>
                </a:cubicBezTo>
                <a:close/>
              </a:path>
            </a:pathLst>
          </a:custGeom>
          <a:noFill/>
        </p:spPr>
        <p:txBody>
          <a:bodyPr wrap="square" anchor="ctr" anchorCtr="0">
            <a:noAutofit/>
          </a:bodyPr>
          <a:lstStyle>
            <a:lvl1pPr algn="ctr">
              <a:defRPr/>
            </a:lvl1pPr>
          </a:lstStyle>
          <a:p>
            <a:endParaRPr/>
          </a:p>
        </p:txBody>
      </p:sp>
    </p:spTree>
    <p:extLst>
      <p:ext uri="{BB962C8B-B14F-4D97-AF65-F5344CB8AC3E}">
        <p14:creationId xmlns:p14="http://schemas.microsoft.com/office/powerpoint/2010/main" val="254440914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Large Quote with Imag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4D66C40-4190-451C-BFBE-6482F5E51FBE}"/>
              </a:ext>
            </a:extLst>
          </p:cNvPr>
          <p:cNvSpPr>
            <a:spLocks noGrp="1"/>
          </p:cNvSpPr>
          <p:nvPr>
            <p:ph type="pic" sz="quarter" idx="14" hasCustomPrompt="1"/>
          </p:nvPr>
        </p:nvSpPr>
        <p:spPr>
          <a:xfrm>
            <a:off x="0" y="0"/>
            <a:ext cx="12192000" cy="6858000"/>
          </a:xfrm>
        </p:spPr>
        <p:txBody>
          <a:bodyPr anchor="ctr"/>
          <a:lstStyle>
            <a:lvl1pPr algn="r">
              <a:defRPr/>
            </a:lvl1pPr>
          </a:lstStyle>
          <a:p>
            <a:r>
              <a:rPr lang="en-US"/>
              <a:t>&lt;Click Icon to add image </a:t>
            </a:r>
            <a:endParaRPr/>
          </a:p>
        </p:txBody>
      </p:sp>
      <p:sp>
        <p:nvSpPr>
          <p:cNvPr id="6" name="Footer Placeholder 5">
            <a:extLst>
              <a:ext uri="{FF2B5EF4-FFF2-40B4-BE49-F238E27FC236}">
                <a16:creationId xmlns:a16="http://schemas.microsoft.com/office/drawing/2014/main" id="{B059EB59-5BB5-46C4-96FD-D1649C3BDE44}"/>
              </a:ext>
            </a:extLst>
          </p:cNvPr>
          <p:cNvSpPr>
            <a:spLocks noGrp="1"/>
          </p:cNvSpPr>
          <p:nvPr>
            <p:ph type="ftr" sz="quarter" idx="11"/>
          </p:nvPr>
        </p:nvSpPr>
        <p:spPr/>
        <p:txBody>
          <a:bodyPr/>
          <a:lstStyle/>
          <a:p>
            <a:r>
              <a:t>Asurion Internal Use Only</a:t>
            </a:r>
          </a:p>
        </p:txBody>
      </p:sp>
      <p:sp>
        <p:nvSpPr>
          <p:cNvPr id="7" name="Slide Number Placeholder 6">
            <a:extLst>
              <a:ext uri="{FF2B5EF4-FFF2-40B4-BE49-F238E27FC236}">
                <a16:creationId xmlns:a16="http://schemas.microsoft.com/office/drawing/2014/main" id="{2482A4FB-3DFD-41EC-92CF-1DD71040879E}"/>
              </a:ext>
            </a:extLst>
          </p:cNvPr>
          <p:cNvSpPr>
            <a:spLocks noGrp="1"/>
          </p:cNvSpPr>
          <p:nvPr>
            <p:ph type="sldNum" sz="quarter" idx="12"/>
          </p:nvPr>
        </p:nvSpPr>
        <p:spPr/>
        <p:txBody>
          <a:bodyPr/>
          <a:lstStyle/>
          <a:p>
            <a:fld id="{9C3ACAB3-CA36-4966-8A1D-076772D39D8D}" type="slidenum">
              <a:rPr/>
              <a:pPr/>
              <a:t>‹#›</a:t>
            </a:fld>
            <a:endParaRPr/>
          </a:p>
        </p:txBody>
      </p:sp>
      <p:sp>
        <p:nvSpPr>
          <p:cNvPr id="12" name="Text Placeholder 10">
            <a:extLst>
              <a:ext uri="{FF2B5EF4-FFF2-40B4-BE49-F238E27FC236}">
                <a16:creationId xmlns:a16="http://schemas.microsoft.com/office/drawing/2014/main" id="{89870444-DC05-4334-BFD6-251E58C00D2B}"/>
              </a:ext>
            </a:extLst>
          </p:cNvPr>
          <p:cNvSpPr>
            <a:spLocks noGrp="1"/>
          </p:cNvSpPr>
          <p:nvPr>
            <p:ph type="body" sz="quarter" idx="13" hasCustomPrompt="1"/>
          </p:nvPr>
        </p:nvSpPr>
        <p:spPr>
          <a:xfrm>
            <a:off x="438912" y="502920"/>
            <a:ext cx="5592445" cy="5378450"/>
          </a:xfrm>
        </p:spPr>
        <p:txBody>
          <a:bodyPr/>
          <a:lstStyle>
            <a:lvl1pPr marL="180975" indent="-169863">
              <a:lnSpc>
                <a:spcPct val="100000"/>
              </a:lnSpc>
              <a:tabLst/>
              <a:defRPr sz="3200" b="0"/>
            </a:lvl1pPr>
            <a:lvl2pPr marL="447675" indent="-279400">
              <a:lnSpc>
                <a:spcPct val="100000"/>
              </a:lnSpc>
              <a:spcBef>
                <a:spcPts val="4200"/>
              </a:spcBef>
              <a:buClr>
                <a:schemeClr val="tx1"/>
              </a:buClr>
              <a:buFont typeface="Arial" panose="020B0604020202020204" pitchFamily="34" charset="0"/>
              <a:buChar char="―"/>
              <a:tabLst/>
              <a:defRPr/>
            </a:lvl2pPr>
            <a:lvl3pPr marL="628650" indent="-176213">
              <a:defRPr/>
            </a:lvl3pPr>
            <a:lvl4pPr marL="804863" indent="-180975">
              <a:defRPr/>
            </a:lvl4pPr>
            <a:lvl5pPr marL="985838" indent="-180975">
              <a:defRPr/>
            </a:lvl5pPr>
          </a:lstStyle>
          <a:p>
            <a:pPr lvl="0"/>
            <a:r>
              <a:t>“Click to edit Master text style</a:t>
            </a:r>
          </a:p>
          <a:p>
            <a:pPr lvl="1"/>
            <a:r>
              <a:t>Second level</a:t>
            </a:r>
          </a:p>
        </p:txBody>
      </p:sp>
      <p:grpSp>
        <p:nvGrpSpPr>
          <p:cNvPr id="21" name="asurion logo">
            <a:extLst>
              <a:ext uri="{FF2B5EF4-FFF2-40B4-BE49-F238E27FC236}">
                <a16:creationId xmlns:a16="http://schemas.microsoft.com/office/drawing/2014/main" id="{E55B49D8-5EEE-AD48-9EBD-B5AFB6C0983C}"/>
              </a:ext>
            </a:extLst>
          </p:cNvPr>
          <p:cNvGrpSpPr>
            <a:grpSpLocks noChangeAspect="1"/>
          </p:cNvGrpSpPr>
          <p:nvPr userDrawn="1"/>
        </p:nvGrpSpPr>
        <p:grpSpPr bwMode="auto">
          <a:xfrm>
            <a:off x="504031" y="6390186"/>
            <a:ext cx="918000" cy="213052"/>
            <a:chOff x="316" y="3952"/>
            <a:chExt cx="586" cy="136"/>
          </a:xfrm>
          <a:solidFill>
            <a:schemeClr val="tx1"/>
          </a:solidFill>
        </p:grpSpPr>
        <p:sp>
          <p:nvSpPr>
            <p:cNvPr id="22" name="Freeform 5">
              <a:extLst>
                <a:ext uri="{FF2B5EF4-FFF2-40B4-BE49-F238E27FC236}">
                  <a16:creationId xmlns:a16="http://schemas.microsoft.com/office/drawing/2014/main" id="{6B58FAA7-A5CD-834E-B388-106BCA70F58E}"/>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3" name="Freeform 6">
              <a:extLst>
                <a:ext uri="{FF2B5EF4-FFF2-40B4-BE49-F238E27FC236}">
                  <a16:creationId xmlns:a16="http://schemas.microsoft.com/office/drawing/2014/main" id="{19992F17-3371-C547-8892-9B61328C15CF}"/>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4" name="Freeform 7">
              <a:extLst>
                <a:ext uri="{FF2B5EF4-FFF2-40B4-BE49-F238E27FC236}">
                  <a16:creationId xmlns:a16="http://schemas.microsoft.com/office/drawing/2014/main" id="{13444910-E83A-454A-8F5F-98B05F75D236}"/>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5" name="Freeform 8">
              <a:extLst>
                <a:ext uri="{FF2B5EF4-FFF2-40B4-BE49-F238E27FC236}">
                  <a16:creationId xmlns:a16="http://schemas.microsoft.com/office/drawing/2014/main" id="{7891E522-2F07-4E42-BB54-F095120429E8}"/>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6" name="Freeform 9">
              <a:extLst>
                <a:ext uri="{FF2B5EF4-FFF2-40B4-BE49-F238E27FC236}">
                  <a16:creationId xmlns:a16="http://schemas.microsoft.com/office/drawing/2014/main" id="{A7914F86-14E6-F24C-93D3-9E74D4CDC21D}"/>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7" name="Freeform 10">
              <a:extLst>
                <a:ext uri="{FF2B5EF4-FFF2-40B4-BE49-F238E27FC236}">
                  <a16:creationId xmlns:a16="http://schemas.microsoft.com/office/drawing/2014/main" id="{586A02BD-5E6F-9A43-924A-4527C76B0073}"/>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8" name="Freeform 11">
              <a:extLst>
                <a:ext uri="{FF2B5EF4-FFF2-40B4-BE49-F238E27FC236}">
                  <a16:creationId xmlns:a16="http://schemas.microsoft.com/office/drawing/2014/main" id="{C3848A2A-2BA2-C445-8994-F35C259D7A30}"/>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Tree>
    <p:extLst>
      <p:ext uri="{BB962C8B-B14F-4D97-AF65-F5344CB8AC3E}">
        <p14:creationId xmlns:p14="http://schemas.microsoft.com/office/powerpoint/2010/main" val="11494341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Large Quote with Illustration">
    <p:spTree>
      <p:nvGrpSpPr>
        <p:cNvPr id="1" name=""/>
        <p:cNvGrpSpPr/>
        <p:nvPr/>
      </p:nvGrpSpPr>
      <p:grpSpPr>
        <a:xfrm>
          <a:off x="0" y="0"/>
          <a:ext cx="0" cy="0"/>
          <a:chOff x="0" y="0"/>
          <a:chExt cx="0" cy="0"/>
        </a:xfrm>
      </p:grpSpPr>
      <p:sp>
        <p:nvSpPr>
          <p:cNvPr id="12" name="Picture Placeholder 7">
            <a:extLst>
              <a:ext uri="{FF2B5EF4-FFF2-40B4-BE49-F238E27FC236}">
                <a16:creationId xmlns:a16="http://schemas.microsoft.com/office/drawing/2014/main" id="{D8020A8B-C6C0-D446-B3B4-3B71BF4A5490}"/>
              </a:ext>
            </a:extLst>
          </p:cNvPr>
          <p:cNvSpPr>
            <a:spLocks noGrp="1"/>
          </p:cNvSpPr>
          <p:nvPr>
            <p:ph type="pic" sz="quarter" idx="14"/>
          </p:nvPr>
        </p:nvSpPr>
        <p:spPr>
          <a:xfrm>
            <a:off x="6343650" y="0"/>
            <a:ext cx="5848350" cy="6858000"/>
          </a:xfrm>
        </p:spPr>
        <p:txBody>
          <a:bodyPr/>
          <a:lstStyle/>
          <a:p>
            <a:endParaRPr/>
          </a:p>
        </p:txBody>
      </p:sp>
      <p:sp>
        <p:nvSpPr>
          <p:cNvPr id="5" name="Footer Placeholder 4"/>
          <p:cNvSpPr>
            <a:spLocks noGrp="1"/>
          </p:cNvSpPr>
          <p:nvPr>
            <p:ph type="ftr" sz="quarter" idx="11"/>
          </p:nvPr>
        </p:nvSpPr>
        <p:spPr/>
        <p:txBody>
          <a:bodyPr/>
          <a:lstStyle>
            <a:lvl1pPr>
              <a:defRPr>
                <a:solidFill>
                  <a:schemeClr val="tx1"/>
                </a:solidFill>
              </a:defRPr>
            </a:lvl1pPr>
          </a:lstStyle>
          <a:p>
            <a:r>
              <a:t>Asurion Internal Use Only</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9C3ACAB3-CA36-4966-8A1D-076772D39D8D}" type="slidenum">
              <a:rPr/>
              <a:pPr/>
              <a:t>‹#›</a:t>
            </a:fld>
            <a:endParaRPr/>
          </a:p>
        </p:txBody>
      </p:sp>
      <p:sp>
        <p:nvSpPr>
          <p:cNvPr id="18" name="Text Placeholder 10">
            <a:extLst>
              <a:ext uri="{FF2B5EF4-FFF2-40B4-BE49-F238E27FC236}">
                <a16:creationId xmlns:a16="http://schemas.microsoft.com/office/drawing/2014/main" id="{2C061E27-6E5D-0F45-87C9-E8095C3CAE9E}"/>
              </a:ext>
            </a:extLst>
          </p:cNvPr>
          <p:cNvSpPr>
            <a:spLocks noGrp="1"/>
          </p:cNvSpPr>
          <p:nvPr>
            <p:ph type="body" sz="quarter" idx="13" hasCustomPrompt="1"/>
          </p:nvPr>
        </p:nvSpPr>
        <p:spPr>
          <a:xfrm>
            <a:off x="438912" y="502920"/>
            <a:ext cx="5592445" cy="5378450"/>
          </a:xfrm>
        </p:spPr>
        <p:txBody>
          <a:bodyPr/>
          <a:lstStyle>
            <a:lvl1pPr marL="182880" indent="-173736">
              <a:lnSpc>
                <a:spcPct val="100000"/>
              </a:lnSpc>
              <a:tabLst/>
              <a:defRPr sz="3200" b="0"/>
            </a:lvl1pPr>
            <a:lvl2pPr marL="447675" indent="-279400">
              <a:lnSpc>
                <a:spcPct val="100000"/>
              </a:lnSpc>
              <a:spcBef>
                <a:spcPts val="4200"/>
              </a:spcBef>
              <a:buClr>
                <a:schemeClr val="tx1"/>
              </a:buClr>
              <a:buFont typeface="Arial" panose="020B0604020202020204" pitchFamily="34" charset="0"/>
              <a:buChar char="―"/>
              <a:tabLst/>
              <a:defRPr/>
            </a:lvl2pPr>
            <a:lvl3pPr marL="628650" indent="-176213">
              <a:defRPr/>
            </a:lvl3pPr>
            <a:lvl4pPr marL="804863" indent="-180975">
              <a:defRPr/>
            </a:lvl4pPr>
            <a:lvl5pPr marL="985838" indent="-180975">
              <a:defRPr/>
            </a:lvl5pPr>
          </a:lstStyle>
          <a:p>
            <a:pPr lvl="0"/>
            <a:r>
              <a:t>“Click to edit Master text style</a:t>
            </a:r>
          </a:p>
          <a:p>
            <a:pPr lvl="1"/>
            <a:r>
              <a:t>Second level</a:t>
            </a:r>
          </a:p>
        </p:txBody>
      </p:sp>
    </p:spTree>
    <p:extLst>
      <p:ext uri="{BB962C8B-B14F-4D97-AF65-F5344CB8AC3E}">
        <p14:creationId xmlns:p14="http://schemas.microsoft.com/office/powerpoint/2010/main" val="148802925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arge Text Split">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8DB64F27-9AE8-0B46-A470-371BD746B7B5}"/>
              </a:ext>
            </a:extLst>
          </p:cNvPr>
          <p:cNvSpPr/>
          <p:nvPr/>
        </p:nvSpPr>
        <p:spPr>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itle 7"/>
          <p:cNvSpPr>
            <a:spLocks noGrp="1"/>
          </p:cNvSpPr>
          <p:nvPr>
            <p:ph type="title"/>
          </p:nvPr>
        </p:nvSpPr>
        <p:spPr>
          <a:xfrm>
            <a:off x="500063" y="440482"/>
            <a:ext cx="5056632"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20" name="Footer Placeholder 19">
            <a:extLst>
              <a:ext uri="{FF2B5EF4-FFF2-40B4-BE49-F238E27FC236}">
                <a16:creationId xmlns:a16="http://schemas.microsoft.com/office/drawing/2014/main" id="{22F74907-9901-41D8-B02E-D5156ACAC596}"/>
              </a:ext>
            </a:extLst>
          </p:cNvPr>
          <p:cNvSpPr>
            <a:spLocks noGrp="1"/>
          </p:cNvSpPr>
          <p:nvPr>
            <p:ph type="ftr" sz="quarter" idx="20"/>
          </p:nvPr>
        </p:nvSpPr>
        <p:spPr/>
        <p:txBody>
          <a:bodyPr/>
          <a:lstStyle>
            <a:lvl1pPr>
              <a:defRPr>
                <a:solidFill>
                  <a:schemeClr val="bg1"/>
                </a:solidFill>
              </a:defRPr>
            </a:lvl1pPr>
          </a:lstStyle>
          <a:p>
            <a:r>
              <a:t>Asurion Internal Use Only</a:t>
            </a:r>
          </a:p>
        </p:txBody>
      </p:sp>
      <p:sp>
        <p:nvSpPr>
          <p:cNvPr id="21" name="Slide Number Placeholder 20">
            <a:extLst>
              <a:ext uri="{FF2B5EF4-FFF2-40B4-BE49-F238E27FC236}">
                <a16:creationId xmlns:a16="http://schemas.microsoft.com/office/drawing/2014/main" id="{1CD76F14-B7C1-4783-A9BB-4763BFA88751}"/>
              </a:ext>
            </a:extLst>
          </p:cNvPr>
          <p:cNvSpPr>
            <a:spLocks noGrp="1"/>
          </p:cNvSpPr>
          <p:nvPr>
            <p:ph type="sldNum" sz="quarter" idx="21"/>
          </p:nvPr>
        </p:nvSpPr>
        <p:spPr/>
        <p:txBody>
          <a:bodyPr/>
          <a:lstStyle>
            <a:lvl1pPr>
              <a:defRPr>
                <a:solidFill>
                  <a:schemeClr val="bg1"/>
                </a:solidFill>
              </a:defRPr>
            </a:lvl1pPr>
          </a:lstStyle>
          <a:p>
            <a:fld id="{9C3ACAB3-CA36-4966-8A1D-076772D39D8D}" type="slidenum">
              <a:rPr/>
              <a:pPr/>
              <a:t>‹#›</a:t>
            </a:fld>
            <a:endParaRPr/>
          </a:p>
        </p:txBody>
      </p:sp>
      <p:sp>
        <p:nvSpPr>
          <p:cNvPr id="105" name="Text Placeholder 2">
            <a:extLst>
              <a:ext uri="{FF2B5EF4-FFF2-40B4-BE49-F238E27FC236}">
                <a16:creationId xmlns:a16="http://schemas.microsoft.com/office/drawing/2014/main" id="{523840A8-30E6-8342-B7EF-D226048008E8}"/>
              </a:ext>
            </a:extLst>
          </p:cNvPr>
          <p:cNvSpPr>
            <a:spLocks noGrp="1"/>
          </p:cNvSpPr>
          <p:nvPr>
            <p:ph type="body" sz="quarter" idx="22" hasCustomPrompt="1"/>
          </p:nvPr>
        </p:nvSpPr>
        <p:spPr>
          <a:xfrm>
            <a:off x="500063" y="2281373"/>
            <a:ext cx="5095874" cy="923330"/>
          </a:xfrm>
        </p:spPr>
        <p:txBody>
          <a:bodyPr wrap="square" lIns="0">
            <a:spAutoFit/>
          </a:bodyPr>
          <a:lstStyle>
            <a:lvl1pPr algn="l">
              <a:lnSpc>
                <a:spcPct val="100000"/>
              </a:lnSpc>
              <a:spcBef>
                <a:spcPts val="0"/>
              </a:spcBef>
              <a:defRPr sz="6000" b="0"/>
            </a:lvl1pPr>
          </a:lstStyle>
          <a:p>
            <a:pPr lvl="0"/>
            <a:r>
              <a:t>Click to edit</a:t>
            </a:r>
          </a:p>
        </p:txBody>
      </p:sp>
      <p:sp>
        <p:nvSpPr>
          <p:cNvPr id="106" name="Text Placeholder 4">
            <a:extLst>
              <a:ext uri="{FF2B5EF4-FFF2-40B4-BE49-F238E27FC236}">
                <a16:creationId xmlns:a16="http://schemas.microsoft.com/office/drawing/2014/main" id="{69BB6328-9600-6B44-B410-6228CDEF901B}"/>
              </a:ext>
            </a:extLst>
          </p:cNvPr>
          <p:cNvSpPr>
            <a:spLocks noGrp="1"/>
          </p:cNvSpPr>
          <p:nvPr>
            <p:ph type="body" sz="quarter" idx="25"/>
          </p:nvPr>
        </p:nvSpPr>
        <p:spPr>
          <a:xfrm>
            <a:off x="500064" y="3257439"/>
            <a:ext cx="5095874" cy="1445421"/>
          </a:xfrm>
        </p:spPr>
        <p:txBody>
          <a:bodyPr lIns="0"/>
          <a:lstStyle>
            <a:lvl1pPr algn="l">
              <a:lnSpc>
                <a:spcPct val="100000"/>
              </a:lnSpc>
              <a:spcBef>
                <a:spcPts val="300"/>
              </a:spcBef>
              <a:defRPr sz="1800" b="0"/>
            </a:lvl1pPr>
          </a:lstStyle>
          <a:p>
            <a:pPr lvl="0"/>
            <a:r>
              <a:t>Click to edit</a:t>
            </a:r>
          </a:p>
        </p:txBody>
      </p:sp>
    </p:spTree>
    <p:extLst>
      <p:ext uri="{BB962C8B-B14F-4D97-AF65-F5344CB8AC3E}">
        <p14:creationId xmlns:p14="http://schemas.microsoft.com/office/powerpoint/2010/main" val="42458676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Large Text No Title">
    <p:bg>
      <p:bgPr>
        <a:solidFill>
          <a:schemeClr val="accent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462A87A-469A-A743-8042-DB4369DE1B20}"/>
              </a:ext>
            </a:extLst>
          </p:cNvPr>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0063" y="804864"/>
            <a:ext cx="5056632" cy="4822214"/>
          </a:xfrm>
        </p:spPr>
        <p:txBody>
          <a:bodyPr anchor="ctr" anchorCtr="0"/>
          <a:lstStyle>
            <a:lvl1pPr>
              <a:lnSpc>
                <a:spcPct val="90000"/>
              </a:lnSpc>
              <a:defRPr sz="8000" b="0" i="0">
                <a:latin typeface="Calibri Light" panose="020F0302020204030204" pitchFamily="34" charset="0"/>
                <a:cs typeface="Calibri Light" panose="020F0302020204030204" pitchFamily="34" charset="0"/>
              </a:defRPr>
            </a:lvl1pPr>
          </a:lstStyle>
          <a:p>
            <a:r>
              <a:t>Click to edit Master title style</a:t>
            </a:r>
          </a:p>
        </p:txBody>
      </p:sp>
      <p:sp>
        <p:nvSpPr>
          <p:cNvPr id="12" name="Footer Placeholder 11">
            <a:extLst>
              <a:ext uri="{FF2B5EF4-FFF2-40B4-BE49-F238E27FC236}">
                <a16:creationId xmlns:a16="http://schemas.microsoft.com/office/drawing/2014/main" id="{0DF938D9-FDBF-4E2E-9864-B9A3DEB81AA7}"/>
              </a:ext>
            </a:extLst>
          </p:cNvPr>
          <p:cNvSpPr>
            <a:spLocks noGrp="1"/>
          </p:cNvSpPr>
          <p:nvPr>
            <p:ph type="ftr" sz="quarter" idx="16"/>
          </p:nvPr>
        </p:nvSpPr>
        <p:spPr/>
        <p:txBody>
          <a:bodyPr/>
          <a:lstStyle>
            <a:lvl1pPr>
              <a:defRPr>
                <a:solidFill>
                  <a:schemeClr val="tx1"/>
                </a:solidFill>
              </a:defRPr>
            </a:lvl1pPr>
          </a:lstStyle>
          <a:p>
            <a:r>
              <a:t>Asurion Internal Use Only</a:t>
            </a:r>
          </a:p>
        </p:txBody>
      </p:sp>
      <p:sp>
        <p:nvSpPr>
          <p:cNvPr id="13" name="Slide Number Placeholder 12">
            <a:extLst>
              <a:ext uri="{FF2B5EF4-FFF2-40B4-BE49-F238E27FC236}">
                <a16:creationId xmlns:a16="http://schemas.microsoft.com/office/drawing/2014/main" id="{3F92F295-8332-4AF1-945C-EF34A8F3D014}"/>
              </a:ext>
            </a:extLst>
          </p:cNvPr>
          <p:cNvSpPr>
            <a:spLocks noGrp="1"/>
          </p:cNvSpPr>
          <p:nvPr>
            <p:ph type="sldNum" sz="quarter" idx="17"/>
          </p:nvPr>
        </p:nvSpPr>
        <p:spPr/>
        <p:txBody>
          <a:bodyPr/>
          <a:lstStyle>
            <a:lvl1pPr>
              <a:defRPr>
                <a:solidFill>
                  <a:schemeClr val="tx1"/>
                </a:solidFill>
              </a:defRPr>
            </a:lvl1pPr>
          </a:lstStyle>
          <a:p>
            <a:fld id="{9C3ACAB3-CA36-4966-8A1D-076772D39D8D}" type="slidenum">
              <a:rPr/>
              <a:pPr/>
              <a:t>‹#›</a:t>
            </a:fld>
            <a:endParaRPr/>
          </a:p>
        </p:txBody>
      </p:sp>
      <p:sp>
        <p:nvSpPr>
          <p:cNvPr id="15" name="Text Placeholder 4">
            <a:extLst>
              <a:ext uri="{FF2B5EF4-FFF2-40B4-BE49-F238E27FC236}">
                <a16:creationId xmlns:a16="http://schemas.microsoft.com/office/drawing/2014/main" id="{EEF77736-11B3-FD47-8D1A-0948642A926D}"/>
              </a:ext>
            </a:extLst>
          </p:cNvPr>
          <p:cNvSpPr>
            <a:spLocks noGrp="1"/>
          </p:cNvSpPr>
          <p:nvPr>
            <p:ph type="body" sz="quarter" idx="25" hasCustomPrompt="1"/>
          </p:nvPr>
        </p:nvSpPr>
        <p:spPr>
          <a:xfrm>
            <a:off x="6597748" y="1387172"/>
            <a:ext cx="5094189" cy="3657599"/>
          </a:xfrm>
        </p:spPr>
        <p:txBody>
          <a:bodyPr lIns="0" anchor="ctr" anchorCtr="0"/>
          <a:lstStyle>
            <a:lvl1pPr algn="l">
              <a:lnSpc>
                <a:spcPct val="100000"/>
              </a:lnSpc>
              <a:spcBef>
                <a:spcPts val="1800"/>
              </a:spcBef>
              <a:spcAft>
                <a:spcPts val="0"/>
              </a:spcAft>
              <a:defRPr sz="1800" b="0"/>
            </a:lvl1pPr>
          </a:lstStyle>
          <a:p>
            <a:pPr lvl="0"/>
            <a:r>
              <a:t>Click to edit</a:t>
            </a:r>
          </a:p>
        </p:txBody>
      </p:sp>
    </p:spTree>
    <p:extLst>
      <p:ext uri="{BB962C8B-B14F-4D97-AF65-F5344CB8AC3E}">
        <p14:creationId xmlns:p14="http://schemas.microsoft.com/office/powerpoint/2010/main" val="37508175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Our Team Layouts">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3D20DFA8-C5FE-DB44-9BF9-1274EAD5637C}" type="slidenum">
              <a:rPr/>
              <a:t>‹#›</a:t>
            </a:fld>
            <a:endParaRPr/>
          </a:p>
        </p:txBody>
      </p:sp>
      <p:sp>
        <p:nvSpPr>
          <p:cNvPr id="6" name="Rectangle 5"/>
          <p:cNvSpPr/>
          <p:nvPr/>
        </p:nvSpPr>
        <p:spPr>
          <a:xfrm>
            <a:off x="1" y="0"/>
            <a:ext cx="12192000"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80000"/>
              </a:lnSpc>
            </a:pPr>
            <a:r>
              <a:rPr lang="en-US" sz="11500" b="0" i="0" spc="100">
                <a:solidFill>
                  <a:srgbClr val="FFFFFF"/>
                </a:solidFill>
                <a:latin typeface="+mj-lt"/>
              </a:rPr>
              <a:t>MORE</a:t>
            </a:r>
            <a:br>
              <a:rPr sz="11500" b="0" i="0" spc="100">
                <a:solidFill>
                  <a:srgbClr val="FFFFFF"/>
                </a:solidFill>
                <a:latin typeface="+mj-lt"/>
              </a:rPr>
            </a:br>
            <a:r>
              <a:rPr sz="11500" b="0" i="0" spc="100">
                <a:solidFill>
                  <a:srgbClr val="FFFFFF"/>
                </a:solidFill>
                <a:latin typeface="+mj-lt"/>
              </a:rPr>
              <a:t>LAYOUTS</a:t>
            </a:r>
          </a:p>
        </p:txBody>
      </p:sp>
      <p:sp>
        <p:nvSpPr>
          <p:cNvPr id="8" name="TextBox 7">
            <a:extLst>
              <a:ext uri="{FF2B5EF4-FFF2-40B4-BE49-F238E27FC236}">
                <a16:creationId xmlns:a16="http://schemas.microsoft.com/office/drawing/2014/main" id="{730C9D3A-9A1A-C140-B0F7-9A8C63C4D4BD}"/>
              </a:ext>
            </a:extLst>
          </p:cNvPr>
          <p:cNvSpPr txBox="1"/>
          <p:nvPr/>
        </p:nvSpPr>
        <p:spPr>
          <a:xfrm>
            <a:off x="2428504" y="6365140"/>
            <a:ext cx="7334995" cy="169277"/>
          </a:xfrm>
          <a:prstGeom prst="rect">
            <a:avLst/>
          </a:prstGeom>
          <a:noFill/>
        </p:spPr>
        <p:txBody>
          <a:bodyPr wrap="square" lIns="0" tIns="0" rIns="0" bIns="0" rtlCol="0">
            <a:spAutoFit/>
          </a:bodyPr>
          <a:lstStyle/>
          <a:p>
            <a:pPr algn="ctr"/>
            <a:r>
              <a:rPr sz="1100" b="0" i="0" kern="1200">
                <a:solidFill>
                  <a:schemeClr val="bg1">
                    <a:lumMod val="85000"/>
                  </a:schemeClr>
                </a:solidFill>
                <a:effectLst/>
                <a:latin typeface="+mn-lt"/>
                <a:ea typeface="+mn-ea"/>
                <a:cs typeface="+mn-cs"/>
              </a:rPr>
              <a:t>Layouts past this point have been inherited from other files and may not be a part of the approved Asurion template.</a:t>
            </a:r>
            <a:endParaRPr sz="1100">
              <a:solidFill>
                <a:schemeClr val="bg1">
                  <a:lumMod val="85000"/>
                </a:schemeClr>
              </a:solidFill>
            </a:endParaRPr>
          </a:p>
        </p:txBody>
      </p:sp>
    </p:spTree>
    <p:extLst>
      <p:ext uri="{BB962C8B-B14F-4D97-AF65-F5344CB8AC3E}">
        <p14:creationId xmlns:p14="http://schemas.microsoft.com/office/powerpoint/2010/main" val="2551135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Our Team - Hero">
    <p:bg>
      <p:bgRef idx="1001">
        <a:schemeClr val="bg1"/>
      </p:bgRef>
    </p:bg>
    <p:spTree>
      <p:nvGrpSpPr>
        <p:cNvPr id="1" name=""/>
        <p:cNvGrpSpPr/>
        <p:nvPr/>
      </p:nvGrpSpPr>
      <p:grpSpPr>
        <a:xfrm>
          <a:off x="0" y="0"/>
          <a:ext cx="0" cy="0"/>
          <a:chOff x="0" y="0"/>
          <a:chExt cx="0" cy="0"/>
        </a:xfrm>
      </p:grpSpPr>
      <p:sp>
        <p:nvSpPr>
          <p:cNvPr id="17" name="Picture Placeholder 7">
            <a:extLst>
              <a:ext uri="{FF2B5EF4-FFF2-40B4-BE49-F238E27FC236}">
                <a16:creationId xmlns:a16="http://schemas.microsoft.com/office/drawing/2014/main" id="{17A85A9E-2A2D-433F-BD91-82053E5A19D5}"/>
              </a:ext>
            </a:extLst>
          </p:cNvPr>
          <p:cNvSpPr>
            <a:spLocks noGrp="1"/>
          </p:cNvSpPr>
          <p:nvPr>
            <p:ph type="pic" sz="quarter" idx="14" hasCustomPrompt="1"/>
          </p:nvPr>
        </p:nvSpPr>
        <p:spPr>
          <a:xfrm>
            <a:off x="6343650" y="0"/>
            <a:ext cx="5848350" cy="6858000"/>
          </a:xfrm>
        </p:spPr>
        <p:txBody>
          <a:bodyPr anchor="ctr"/>
          <a:lstStyle>
            <a:lvl1pPr algn="l">
              <a:defRPr/>
            </a:lvl1pPr>
          </a:lstStyle>
          <a:p>
            <a:r>
              <a:rPr lang="en-US"/>
              <a:t>Click icon to add image&gt;</a:t>
            </a:r>
            <a:endParaRPr/>
          </a:p>
        </p:txBody>
      </p:sp>
      <p:sp>
        <p:nvSpPr>
          <p:cNvPr id="2" name="Title 1"/>
          <p:cNvSpPr>
            <a:spLocks noGrp="1"/>
          </p:cNvSpPr>
          <p:nvPr>
            <p:ph type="title"/>
          </p:nvPr>
        </p:nvSpPr>
        <p:spPr>
          <a:xfrm>
            <a:off x="500063" y="440482"/>
            <a:ext cx="5272087"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7" name="Footer Placeholder 6">
            <a:extLst>
              <a:ext uri="{FF2B5EF4-FFF2-40B4-BE49-F238E27FC236}">
                <a16:creationId xmlns:a16="http://schemas.microsoft.com/office/drawing/2014/main" id="{94C8F12B-D471-4524-A21D-E2E0C4A3A5EF}"/>
              </a:ext>
            </a:extLst>
          </p:cNvPr>
          <p:cNvSpPr>
            <a:spLocks noGrp="1"/>
          </p:cNvSpPr>
          <p:nvPr>
            <p:ph type="ftr" sz="quarter" idx="11"/>
          </p:nvPr>
        </p:nvSpPr>
        <p:spPr/>
        <p:txBody>
          <a:bodyPr/>
          <a:lstStyle/>
          <a:p>
            <a:r>
              <a:t>Asurion Internal Use Only</a:t>
            </a:r>
          </a:p>
        </p:txBody>
      </p:sp>
      <p:sp>
        <p:nvSpPr>
          <p:cNvPr id="8" name="Slide Number Placeholder 7">
            <a:extLst>
              <a:ext uri="{FF2B5EF4-FFF2-40B4-BE49-F238E27FC236}">
                <a16:creationId xmlns:a16="http://schemas.microsoft.com/office/drawing/2014/main" id="{8D203B0C-11E9-4FDC-A004-C78D9EB13280}"/>
              </a:ext>
            </a:extLst>
          </p:cNvPr>
          <p:cNvSpPr>
            <a:spLocks noGrp="1"/>
          </p:cNvSpPr>
          <p:nvPr>
            <p:ph type="sldNum" sz="quarter" idx="12"/>
          </p:nvPr>
        </p:nvSpPr>
        <p:spPr/>
        <p:txBody>
          <a:bodyPr/>
          <a:lstStyle/>
          <a:p>
            <a:fld id="{9C3ACAB3-CA36-4966-8A1D-076772D39D8D}" type="slidenum">
              <a:rPr/>
              <a:pPr/>
              <a:t>‹#›</a:t>
            </a:fld>
            <a:endParaRPr/>
          </a:p>
        </p:txBody>
      </p:sp>
      <p:sp>
        <p:nvSpPr>
          <p:cNvPr id="18" name="Content Placeholder 2">
            <a:extLst>
              <a:ext uri="{FF2B5EF4-FFF2-40B4-BE49-F238E27FC236}">
                <a16:creationId xmlns:a16="http://schemas.microsoft.com/office/drawing/2014/main" id="{A97D1946-A27B-43F9-B00A-FC4DE83AD095}"/>
              </a:ext>
            </a:extLst>
          </p:cNvPr>
          <p:cNvSpPr>
            <a:spLocks noGrp="1"/>
          </p:cNvSpPr>
          <p:nvPr>
            <p:ph idx="1"/>
          </p:nvPr>
        </p:nvSpPr>
        <p:spPr>
          <a:xfrm>
            <a:off x="500063" y="3091180"/>
            <a:ext cx="5272087" cy="2755582"/>
          </a:xfrm>
        </p:spPr>
        <p:txBody>
          <a:bodyPr spcCol="540000"/>
          <a:lstStyle>
            <a:lvl1pPr>
              <a:lnSpc>
                <a:spcPct val="100000"/>
              </a:lnSpc>
              <a:spcBef>
                <a:spcPts val="300"/>
              </a:spcBef>
              <a:defRPr/>
            </a:lvl1pPr>
            <a:lvl2pPr>
              <a:lnSpc>
                <a:spcPct val="100000"/>
              </a:lnSpc>
              <a:spcBef>
                <a:spcPts val="300"/>
              </a:spcBef>
              <a:defRPr/>
            </a:lvl2pPr>
            <a:lvl3pPr>
              <a:lnSpc>
                <a:spcPct val="100000"/>
              </a:lnSpc>
              <a:spcBef>
                <a:spcPts val="600"/>
              </a:spcBef>
              <a:defRPr/>
            </a:lvl3pPr>
            <a:lvl4pPr>
              <a:lnSpc>
                <a:spcPct val="100000"/>
              </a:lnSpc>
              <a:defRPr/>
            </a:lvl4pPr>
            <a:lvl5pPr>
              <a:lnSpc>
                <a:spcPct val="100000"/>
              </a:lnSpc>
              <a:defRPr/>
            </a:lvl5pPr>
          </a:lstStyle>
          <a:p>
            <a:pPr lvl="0"/>
            <a:r>
              <a:t>Click to edit Master text styles</a:t>
            </a:r>
          </a:p>
          <a:p>
            <a:pPr lvl="1"/>
            <a:r>
              <a:t>Second level</a:t>
            </a:r>
          </a:p>
          <a:p>
            <a:pPr lvl="2"/>
            <a:r>
              <a:t>Third level</a:t>
            </a:r>
          </a:p>
          <a:p>
            <a:pPr lvl="3"/>
            <a:r>
              <a:t>Fourth level</a:t>
            </a:r>
          </a:p>
          <a:p>
            <a:pPr lvl="4"/>
            <a:r>
              <a:t>Fifth level</a:t>
            </a:r>
          </a:p>
        </p:txBody>
      </p:sp>
      <p:sp>
        <p:nvSpPr>
          <p:cNvPr id="19" name="Text Placeholder 2">
            <a:extLst>
              <a:ext uri="{FF2B5EF4-FFF2-40B4-BE49-F238E27FC236}">
                <a16:creationId xmlns:a16="http://schemas.microsoft.com/office/drawing/2014/main" id="{70678756-BBF3-439F-ADEE-A76D2E9A1370}"/>
              </a:ext>
            </a:extLst>
          </p:cNvPr>
          <p:cNvSpPr>
            <a:spLocks noGrp="1"/>
          </p:cNvSpPr>
          <p:nvPr>
            <p:ph type="body" idx="13"/>
          </p:nvPr>
        </p:nvSpPr>
        <p:spPr>
          <a:xfrm>
            <a:off x="500063" y="2019945"/>
            <a:ext cx="5272087" cy="786765"/>
          </a:xfrm>
        </p:spPr>
        <p:txBody>
          <a:bodyPr anchor="t" anchorCtr="0"/>
          <a:lstStyle>
            <a:lvl1pPr marL="0" indent="0">
              <a:lnSpc>
                <a:spcPct val="100000"/>
              </a:lnSpc>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Tree>
    <p:extLst>
      <p:ext uri="{BB962C8B-B14F-4D97-AF65-F5344CB8AC3E}">
        <p14:creationId xmlns:p14="http://schemas.microsoft.com/office/powerpoint/2010/main" val="28507977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Our Team - 4 Peop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7" name="Footer Placeholder 6">
            <a:extLst>
              <a:ext uri="{FF2B5EF4-FFF2-40B4-BE49-F238E27FC236}">
                <a16:creationId xmlns:a16="http://schemas.microsoft.com/office/drawing/2014/main" id="{94C8F12B-D471-4524-A21D-E2E0C4A3A5EF}"/>
              </a:ext>
            </a:extLst>
          </p:cNvPr>
          <p:cNvSpPr>
            <a:spLocks noGrp="1"/>
          </p:cNvSpPr>
          <p:nvPr>
            <p:ph type="ftr" sz="quarter" idx="11"/>
          </p:nvPr>
        </p:nvSpPr>
        <p:spPr/>
        <p:txBody>
          <a:bodyPr/>
          <a:lstStyle/>
          <a:p>
            <a:r>
              <a:t>Asurion Internal Use Only</a:t>
            </a:r>
          </a:p>
        </p:txBody>
      </p:sp>
      <p:sp>
        <p:nvSpPr>
          <p:cNvPr id="8" name="Slide Number Placeholder 7">
            <a:extLst>
              <a:ext uri="{FF2B5EF4-FFF2-40B4-BE49-F238E27FC236}">
                <a16:creationId xmlns:a16="http://schemas.microsoft.com/office/drawing/2014/main" id="{8D203B0C-11E9-4FDC-A004-C78D9EB13280}"/>
              </a:ext>
            </a:extLst>
          </p:cNvPr>
          <p:cNvSpPr>
            <a:spLocks noGrp="1"/>
          </p:cNvSpPr>
          <p:nvPr>
            <p:ph type="sldNum" sz="quarter" idx="12"/>
          </p:nvPr>
        </p:nvSpPr>
        <p:spPr/>
        <p:txBody>
          <a:bodyPr/>
          <a:lstStyle/>
          <a:p>
            <a:fld id="{9C3ACAB3-CA36-4966-8A1D-076772D39D8D}" type="slidenum">
              <a:rPr/>
              <a:pPr/>
              <a:t>‹#›</a:t>
            </a:fld>
            <a:endParaRPr/>
          </a:p>
        </p:txBody>
      </p:sp>
      <p:sp>
        <p:nvSpPr>
          <p:cNvPr id="21" name="Picture Placeholder 8">
            <a:extLst>
              <a:ext uri="{FF2B5EF4-FFF2-40B4-BE49-F238E27FC236}">
                <a16:creationId xmlns:a16="http://schemas.microsoft.com/office/drawing/2014/main" id="{42ACEDA4-5C2A-4931-AC44-4B272EE3D58C}"/>
              </a:ext>
            </a:extLst>
          </p:cNvPr>
          <p:cNvSpPr>
            <a:spLocks noGrp="1"/>
          </p:cNvSpPr>
          <p:nvPr>
            <p:ph type="pic" sz="quarter" idx="23"/>
          </p:nvPr>
        </p:nvSpPr>
        <p:spPr>
          <a:xfrm>
            <a:off x="500062" y="2539729"/>
            <a:ext cx="2547937" cy="2671005"/>
          </a:xfrm>
        </p:spPr>
        <p:txBody>
          <a:bodyPr/>
          <a:lstStyle/>
          <a:p>
            <a:endParaRPr/>
          </a:p>
        </p:txBody>
      </p:sp>
      <p:sp>
        <p:nvSpPr>
          <p:cNvPr id="22" name="Text Placeholder 10">
            <a:extLst>
              <a:ext uri="{FF2B5EF4-FFF2-40B4-BE49-F238E27FC236}">
                <a16:creationId xmlns:a16="http://schemas.microsoft.com/office/drawing/2014/main" id="{F760FFA7-619E-40DF-AC66-F5C11B33A936}"/>
              </a:ext>
            </a:extLst>
          </p:cNvPr>
          <p:cNvSpPr>
            <a:spLocks noGrp="1"/>
          </p:cNvSpPr>
          <p:nvPr>
            <p:ph type="body" sz="quarter" idx="24"/>
          </p:nvPr>
        </p:nvSpPr>
        <p:spPr>
          <a:xfrm>
            <a:off x="500063" y="5312999"/>
            <a:ext cx="2547936"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10" name="Text Placeholder 9">
            <a:extLst>
              <a:ext uri="{FF2B5EF4-FFF2-40B4-BE49-F238E27FC236}">
                <a16:creationId xmlns:a16="http://schemas.microsoft.com/office/drawing/2014/main" id="{7CD369C5-DA54-4EC8-A861-59B2E550C754}"/>
              </a:ext>
            </a:extLst>
          </p:cNvPr>
          <p:cNvSpPr>
            <a:spLocks noGrp="1"/>
          </p:cNvSpPr>
          <p:nvPr>
            <p:ph type="body" sz="quarter" idx="25"/>
          </p:nvPr>
        </p:nvSpPr>
        <p:spPr>
          <a:xfrm>
            <a:off x="500063" y="1459594"/>
            <a:ext cx="5799137" cy="844899"/>
          </a:xfrm>
        </p:spPr>
        <p:txBody>
          <a:bodyPr/>
          <a:lstStyle>
            <a:lvl1pPr>
              <a:spcBef>
                <a:spcPts val="300"/>
              </a:spcBef>
              <a:defRPr/>
            </a:lvl1pPr>
            <a:lvl2pPr>
              <a:spcBef>
                <a:spcPts val="300"/>
              </a:spcBef>
              <a:defRPr/>
            </a:lvl2pPr>
          </a:lstStyle>
          <a:p>
            <a:pPr lvl="0"/>
            <a:r>
              <a:t>Click to edit Master text styles</a:t>
            </a:r>
          </a:p>
          <a:p>
            <a:pPr lvl="1"/>
            <a:r>
              <a:t>Second level</a:t>
            </a:r>
          </a:p>
          <a:p>
            <a:pPr lvl="2"/>
            <a:r>
              <a:t>Third level</a:t>
            </a:r>
          </a:p>
        </p:txBody>
      </p:sp>
      <p:sp>
        <p:nvSpPr>
          <p:cNvPr id="31" name="Picture Placeholder 8">
            <a:extLst>
              <a:ext uri="{FF2B5EF4-FFF2-40B4-BE49-F238E27FC236}">
                <a16:creationId xmlns:a16="http://schemas.microsoft.com/office/drawing/2014/main" id="{B5446C24-2D9C-42B4-901E-1052A1C6C28D}"/>
              </a:ext>
            </a:extLst>
          </p:cNvPr>
          <p:cNvSpPr>
            <a:spLocks noGrp="1"/>
          </p:cNvSpPr>
          <p:nvPr>
            <p:ph type="pic" sz="quarter" idx="26"/>
          </p:nvPr>
        </p:nvSpPr>
        <p:spPr>
          <a:xfrm>
            <a:off x="3381374" y="2539729"/>
            <a:ext cx="2547937" cy="2671005"/>
          </a:xfrm>
        </p:spPr>
        <p:txBody>
          <a:bodyPr/>
          <a:lstStyle/>
          <a:p>
            <a:endParaRPr/>
          </a:p>
        </p:txBody>
      </p:sp>
      <p:sp>
        <p:nvSpPr>
          <p:cNvPr id="32" name="Text Placeholder 10">
            <a:extLst>
              <a:ext uri="{FF2B5EF4-FFF2-40B4-BE49-F238E27FC236}">
                <a16:creationId xmlns:a16="http://schemas.microsoft.com/office/drawing/2014/main" id="{7CB72C08-8293-4857-B537-E62B2714B7FD}"/>
              </a:ext>
            </a:extLst>
          </p:cNvPr>
          <p:cNvSpPr>
            <a:spLocks noGrp="1"/>
          </p:cNvSpPr>
          <p:nvPr>
            <p:ph type="body" sz="quarter" idx="27"/>
          </p:nvPr>
        </p:nvSpPr>
        <p:spPr>
          <a:xfrm>
            <a:off x="3381375" y="5312999"/>
            <a:ext cx="2547936"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33" name="Picture Placeholder 8">
            <a:extLst>
              <a:ext uri="{FF2B5EF4-FFF2-40B4-BE49-F238E27FC236}">
                <a16:creationId xmlns:a16="http://schemas.microsoft.com/office/drawing/2014/main" id="{2A475AAB-A6A9-4D28-90C7-B96351B827EF}"/>
              </a:ext>
            </a:extLst>
          </p:cNvPr>
          <p:cNvSpPr>
            <a:spLocks noGrp="1"/>
          </p:cNvSpPr>
          <p:nvPr>
            <p:ph type="pic" sz="quarter" idx="28"/>
          </p:nvPr>
        </p:nvSpPr>
        <p:spPr>
          <a:xfrm>
            <a:off x="6262686" y="2539729"/>
            <a:ext cx="2547937" cy="2671005"/>
          </a:xfrm>
        </p:spPr>
        <p:txBody>
          <a:bodyPr/>
          <a:lstStyle/>
          <a:p>
            <a:endParaRPr/>
          </a:p>
        </p:txBody>
      </p:sp>
      <p:sp>
        <p:nvSpPr>
          <p:cNvPr id="34" name="Text Placeholder 10">
            <a:extLst>
              <a:ext uri="{FF2B5EF4-FFF2-40B4-BE49-F238E27FC236}">
                <a16:creationId xmlns:a16="http://schemas.microsoft.com/office/drawing/2014/main" id="{2C717BB1-0365-4267-8343-54A47BB3B841}"/>
              </a:ext>
            </a:extLst>
          </p:cNvPr>
          <p:cNvSpPr>
            <a:spLocks noGrp="1"/>
          </p:cNvSpPr>
          <p:nvPr>
            <p:ph type="body" sz="quarter" idx="29"/>
          </p:nvPr>
        </p:nvSpPr>
        <p:spPr>
          <a:xfrm>
            <a:off x="6262687" y="5312999"/>
            <a:ext cx="2547936"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35" name="Picture Placeholder 8">
            <a:extLst>
              <a:ext uri="{FF2B5EF4-FFF2-40B4-BE49-F238E27FC236}">
                <a16:creationId xmlns:a16="http://schemas.microsoft.com/office/drawing/2014/main" id="{52CFDD9E-D8C9-4A66-B0BF-B1F5FECE10A7}"/>
              </a:ext>
            </a:extLst>
          </p:cNvPr>
          <p:cNvSpPr>
            <a:spLocks noGrp="1"/>
          </p:cNvSpPr>
          <p:nvPr>
            <p:ph type="pic" sz="quarter" idx="30"/>
          </p:nvPr>
        </p:nvSpPr>
        <p:spPr>
          <a:xfrm>
            <a:off x="9143999" y="2539729"/>
            <a:ext cx="2547937" cy="2671005"/>
          </a:xfrm>
        </p:spPr>
        <p:txBody>
          <a:bodyPr/>
          <a:lstStyle/>
          <a:p>
            <a:endParaRPr/>
          </a:p>
        </p:txBody>
      </p:sp>
      <p:sp>
        <p:nvSpPr>
          <p:cNvPr id="36" name="Text Placeholder 10">
            <a:extLst>
              <a:ext uri="{FF2B5EF4-FFF2-40B4-BE49-F238E27FC236}">
                <a16:creationId xmlns:a16="http://schemas.microsoft.com/office/drawing/2014/main" id="{7291B81A-9C50-4F49-A41B-441287B3D49B}"/>
              </a:ext>
            </a:extLst>
          </p:cNvPr>
          <p:cNvSpPr>
            <a:spLocks noGrp="1"/>
          </p:cNvSpPr>
          <p:nvPr>
            <p:ph type="body" sz="quarter" idx="31"/>
          </p:nvPr>
        </p:nvSpPr>
        <p:spPr>
          <a:xfrm>
            <a:off x="9144000" y="5312999"/>
            <a:ext cx="2547936"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Tree>
    <p:extLst>
      <p:ext uri="{BB962C8B-B14F-4D97-AF65-F5344CB8AC3E}">
        <p14:creationId xmlns:p14="http://schemas.microsoft.com/office/powerpoint/2010/main" val="11707986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Our Team - 10 Peo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7" name="Footer Placeholder 6">
            <a:extLst>
              <a:ext uri="{FF2B5EF4-FFF2-40B4-BE49-F238E27FC236}">
                <a16:creationId xmlns:a16="http://schemas.microsoft.com/office/drawing/2014/main" id="{94C8F12B-D471-4524-A21D-E2E0C4A3A5EF}"/>
              </a:ext>
            </a:extLst>
          </p:cNvPr>
          <p:cNvSpPr>
            <a:spLocks noGrp="1"/>
          </p:cNvSpPr>
          <p:nvPr>
            <p:ph type="ftr" sz="quarter" idx="11"/>
          </p:nvPr>
        </p:nvSpPr>
        <p:spPr/>
        <p:txBody>
          <a:bodyPr/>
          <a:lstStyle/>
          <a:p>
            <a:r>
              <a:t>Asurion Internal Use Only</a:t>
            </a:r>
          </a:p>
        </p:txBody>
      </p:sp>
      <p:sp>
        <p:nvSpPr>
          <p:cNvPr id="8" name="Slide Number Placeholder 7">
            <a:extLst>
              <a:ext uri="{FF2B5EF4-FFF2-40B4-BE49-F238E27FC236}">
                <a16:creationId xmlns:a16="http://schemas.microsoft.com/office/drawing/2014/main" id="{8D203B0C-11E9-4FDC-A004-C78D9EB13280}"/>
              </a:ext>
            </a:extLst>
          </p:cNvPr>
          <p:cNvSpPr>
            <a:spLocks noGrp="1"/>
          </p:cNvSpPr>
          <p:nvPr>
            <p:ph type="sldNum" sz="quarter" idx="12"/>
          </p:nvPr>
        </p:nvSpPr>
        <p:spPr/>
        <p:txBody>
          <a:bodyPr/>
          <a:lstStyle/>
          <a:p>
            <a:fld id="{9C3ACAB3-CA36-4966-8A1D-076772D39D8D}" type="slidenum">
              <a:rPr/>
              <a:pPr/>
              <a:t>‹#›</a:t>
            </a:fld>
            <a:endParaRPr/>
          </a:p>
        </p:txBody>
      </p:sp>
      <p:sp>
        <p:nvSpPr>
          <p:cNvPr id="9" name="Picture Placeholder 8">
            <a:extLst>
              <a:ext uri="{FF2B5EF4-FFF2-40B4-BE49-F238E27FC236}">
                <a16:creationId xmlns:a16="http://schemas.microsoft.com/office/drawing/2014/main" id="{AA96F96D-5B2A-4821-929C-693CE2450775}"/>
              </a:ext>
            </a:extLst>
          </p:cNvPr>
          <p:cNvSpPr>
            <a:spLocks noGrp="1"/>
          </p:cNvSpPr>
          <p:nvPr>
            <p:ph type="pic" sz="quarter" idx="13"/>
          </p:nvPr>
        </p:nvSpPr>
        <p:spPr>
          <a:xfrm>
            <a:off x="754063" y="1520826"/>
            <a:ext cx="1529556" cy="1530000"/>
          </a:xfrm>
        </p:spPr>
        <p:txBody>
          <a:bodyPr/>
          <a:lstStyle/>
          <a:p>
            <a:endParaRPr/>
          </a:p>
        </p:txBody>
      </p:sp>
      <p:sp>
        <p:nvSpPr>
          <p:cNvPr id="11" name="Text Placeholder 10">
            <a:extLst>
              <a:ext uri="{FF2B5EF4-FFF2-40B4-BE49-F238E27FC236}">
                <a16:creationId xmlns:a16="http://schemas.microsoft.com/office/drawing/2014/main" id="{92C5BA96-5869-4596-91D0-7DD77C3EB12D}"/>
              </a:ext>
            </a:extLst>
          </p:cNvPr>
          <p:cNvSpPr>
            <a:spLocks noGrp="1"/>
          </p:cNvSpPr>
          <p:nvPr>
            <p:ph type="body" sz="quarter" idx="14"/>
          </p:nvPr>
        </p:nvSpPr>
        <p:spPr>
          <a:xfrm>
            <a:off x="754063" y="3122612"/>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13" name="Picture Placeholder 8">
            <a:extLst>
              <a:ext uri="{FF2B5EF4-FFF2-40B4-BE49-F238E27FC236}">
                <a16:creationId xmlns:a16="http://schemas.microsoft.com/office/drawing/2014/main" id="{5973D2E0-934B-41D5-82A0-62209386DE7F}"/>
              </a:ext>
            </a:extLst>
          </p:cNvPr>
          <p:cNvSpPr>
            <a:spLocks noGrp="1"/>
          </p:cNvSpPr>
          <p:nvPr>
            <p:ph type="pic" sz="quarter" idx="15"/>
          </p:nvPr>
        </p:nvSpPr>
        <p:spPr>
          <a:xfrm>
            <a:off x="3040658" y="1520826"/>
            <a:ext cx="1529556" cy="1530000"/>
          </a:xfrm>
        </p:spPr>
        <p:txBody>
          <a:bodyPr/>
          <a:lstStyle/>
          <a:p>
            <a:endParaRPr/>
          </a:p>
        </p:txBody>
      </p:sp>
      <p:sp>
        <p:nvSpPr>
          <p:cNvPr id="14" name="Text Placeholder 10">
            <a:extLst>
              <a:ext uri="{FF2B5EF4-FFF2-40B4-BE49-F238E27FC236}">
                <a16:creationId xmlns:a16="http://schemas.microsoft.com/office/drawing/2014/main" id="{A25A260C-231A-4C7D-AC21-2F7C4413A85C}"/>
              </a:ext>
            </a:extLst>
          </p:cNvPr>
          <p:cNvSpPr>
            <a:spLocks noGrp="1"/>
          </p:cNvSpPr>
          <p:nvPr>
            <p:ph type="body" sz="quarter" idx="16"/>
          </p:nvPr>
        </p:nvSpPr>
        <p:spPr>
          <a:xfrm>
            <a:off x="3040658" y="3122612"/>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15" name="Picture Placeholder 8">
            <a:extLst>
              <a:ext uri="{FF2B5EF4-FFF2-40B4-BE49-F238E27FC236}">
                <a16:creationId xmlns:a16="http://schemas.microsoft.com/office/drawing/2014/main" id="{C66A25ED-9F96-4CE8-9724-8845BA58AF49}"/>
              </a:ext>
            </a:extLst>
          </p:cNvPr>
          <p:cNvSpPr>
            <a:spLocks noGrp="1"/>
          </p:cNvSpPr>
          <p:nvPr>
            <p:ph type="pic" sz="quarter" idx="17"/>
          </p:nvPr>
        </p:nvSpPr>
        <p:spPr>
          <a:xfrm>
            <a:off x="5327253" y="1520826"/>
            <a:ext cx="1529556" cy="1530000"/>
          </a:xfrm>
        </p:spPr>
        <p:txBody>
          <a:bodyPr/>
          <a:lstStyle/>
          <a:p>
            <a:endParaRPr/>
          </a:p>
        </p:txBody>
      </p:sp>
      <p:sp>
        <p:nvSpPr>
          <p:cNvPr id="16" name="Text Placeholder 10">
            <a:extLst>
              <a:ext uri="{FF2B5EF4-FFF2-40B4-BE49-F238E27FC236}">
                <a16:creationId xmlns:a16="http://schemas.microsoft.com/office/drawing/2014/main" id="{52BC4897-BC53-48EB-A869-983B961BAECC}"/>
              </a:ext>
            </a:extLst>
          </p:cNvPr>
          <p:cNvSpPr>
            <a:spLocks noGrp="1"/>
          </p:cNvSpPr>
          <p:nvPr>
            <p:ph type="body" sz="quarter" idx="18"/>
          </p:nvPr>
        </p:nvSpPr>
        <p:spPr>
          <a:xfrm>
            <a:off x="5327253" y="3122612"/>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17" name="Picture Placeholder 8">
            <a:extLst>
              <a:ext uri="{FF2B5EF4-FFF2-40B4-BE49-F238E27FC236}">
                <a16:creationId xmlns:a16="http://schemas.microsoft.com/office/drawing/2014/main" id="{7F9493D9-27E8-4C58-8C9A-BD758C433DAF}"/>
              </a:ext>
            </a:extLst>
          </p:cNvPr>
          <p:cNvSpPr>
            <a:spLocks noGrp="1"/>
          </p:cNvSpPr>
          <p:nvPr>
            <p:ph type="pic" sz="quarter" idx="19"/>
          </p:nvPr>
        </p:nvSpPr>
        <p:spPr>
          <a:xfrm>
            <a:off x="7613848" y="1520826"/>
            <a:ext cx="1529556" cy="1530000"/>
          </a:xfrm>
        </p:spPr>
        <p:txBody>
          <a:bodyPr/>
          <a:lstStyle/>
          <a:p>
            <a:endParaRPr/>
          </a:p>
        </p:txBody>
      </p:sp>
      <p:sp>
        <p:nvSpPr>
          <p:cNvPr id="18" name="Text Placeholder 10">
            <a:extLst>
              <a:ext uri="{FF2B5EF4-FFF2-40B4-BE49-F238E27FC236}">
                <a16:creationId xmlns:a16="http://schemas.microsoft.com/office/drawing/2014/main" id="{B1B0EC22-7FA4-4FEC-84D2-F2823D45EF76}"/>
              </a:ext>
            </a:extLst>
          </p:cNvPr>
          <p:cNvSpPr>
            <a:spLocks noGrp="1"/>
          </p:cNvSpPr>
          <p:nvPr>
            <p:ph type="body" sz="quarter" idx="20"/>
          </p:nvPr>
        </p:nvSpPr>
        <p:spPr>
          <a:xfrm>
            <a:off x="7613848" y="3122612"/>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19" name="Picture Placeholder 8">
            <a:extLst>
              <a:ext uri="{FF2B5EF4-FFF2-40B4-BE49-F238E27FC236}">
                <a16:creationId xmlns:a16="http://schemas.microsoft.com/office/drawing/2014/main" id="{044B693C-2ED8-48BA-B28D-0F6D54030625}"/>
              </a:ext>
            </a:extLst>
          </p:cNvPr>
          <p:cNvSpPr>
            <a:spLocks noGrp="1"/>
          </p:cNvSpPr>
          <p:nvPr>
            <p:ph type="pic" sz="quarter" idx="21"/>
          </p:nvPr>
        </p:nvSpPr>
        <p:spPr>
          <a:xfrm>
            <a:off x="9900444" y="1520826"/>
            <a:ext cx="1529556" cy="1530000"/>
          </a:xfrm>
        </p:spPr>
        <p:txBody>
          <a:bodyPr/>
          <a:lstStyle/>
          <a:p>
            <a:endParaRPr/>
          </a:p>
        </p:txBody>
      </p:sp>
      <p:sp>
        <p:nvSpPr>
          <p:cNvPr id="20" name="Text Placeholder 10">
            <a:extLst>
              <a:ext uri="{FF2B5EF4-FFF2-40B4-BE49-F238E27FC236}">
                <a16:creationId xmlns:a16="http://schemas.microsoft.com/office/drawing/2014/main" id="{374A221F-25BC-4324-A8A9-E1AE12AF1C7D}"/>
              </a:ext>
            </a:extLst>
          </p:cNvPr>
          <p:cNvSpPr>
            <a:spLocks noGrp="1"/>
          </p:cNvSpPr>
          <p:nvPr>
            <p:ph type="body" sz="quarter" idx="22"/>
          </p:nvPr>
        </p:nvSpPr>
        <p:spPr>
          <a:xfrm>
            <a:off x="9900444" y="3122612"/>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21" name="Picture Placeholder 8">
            <a:extLst>
              <a:ext uri="{FF2B5EF4-FFF2-40B4-BE49-F238E27FC236}">
                <a16:creationId xmlns:a16="http://schemas.microsoft.com/office/drawing/2014/main" id="{42ACEDA4-5C2A-4931-AC44-4B272EE3D58C}"/>
              </a:ext>
            </a:extLst>
          </p:cNvPr>
          <p:cNvSpPr>
            <a:spLocks noGrp="1"/>
          </p:cNvSpPr>
          <p:nvPr>
            <p:ph type="pic" sz="quarter" idx="23"/>
          </p:nvPr>
        </p:nvSpPr>
        <p:spPr>
          <a:xfrm>
            <a:off x="754063" y="3814083"/>
            <a:ext cx="1529556" cy="1530000"/>
          </a:xfrm>
        </p:spPr>
        <p:txBody>
          <a:bodyPr/>
          <a:lstStyle/>
          <a:p>
            <a:endParaRPr/>
          </a:p>
        </p:txBody>
      </p:sp>
      <p:sp>
        <p:nvSpPr>
          <p:cNvPr id="22" name="Text Placeholder 10">
            <a:extLst>
              <a:ext uri="{FF2B5EF4-FFF2-40B4-BE49-F238E27FC236}">
                <a16:creationId xmlns:a16="http://schemas.microsoft.com/office/drawing/2014/main" id="{F760FFA7-619E-40DF-AC66-F5C11B33A936}"/>
              </a:ext>
            </a:extLst>
          </p:cNvPr>
          <p:cNvSpPr>
            <a:spLocks noGrp="1"/>
          </p:cNvSpPr>
          <p:nvPr>
            <p:ph type="body" sz="quarter" idx="24"/>
          </p:nvPr>
        </p:nvSpPr>
        <p:spPr>
          <a:xfrm>
            <a:off x="754063" y="5415869"/>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23" name="Picture Placeholder 8">
            <a:extLst>
              <a:ext uri="{FF2B5EF4-FFF2-40B4-BE49-F238E27FC236}">
                <a16:creationId xmlns:a16="http://schemas.microsoft.com/office/drawing/2014/main" id="{2CE14DD0-BB0E-4446-ABC6-6CFED7CDCB14}"/>
              </a:ext>
            </a:extLst>
          </p:cNvPr>
          <p:cNvSpPr>
            <a:spLocks noGrp="1"/>
          </p:cNvSpPr>
          <p:nvPr>
            <p:ph type="pic" sz="quarter" idx="25"/>
          </p:nvPr>
        </p:nvSpPr>
        <p:spPr>
          <a:xfrm>
            <a:off x="3040658" y="3814083"/>
            <a:ext cx="1529556" cy="1530000"/>
          </a:xfrm>
        </p:spPr>
        <p:txBody>
          <a:bodyPr/>
          <a:lstStyle/>
          <a:p>
            <a:endParaRPr/>
          </a:p>
        </p:txBody>
      </p:sp>
      <p:sp>
        <p:nvSpPr>
          <p:cNvPr id="24" name="Text Placeholder 10">
            <a:extLst>
              <a:ext uri="{FF2B5EF4-FFF2-40B4-BE49-F238E27FC236}">
                <a16:creationId xmlns:a16="http://schemas.microsoft.com/office/drawing/2014/main" id="{71592548-EBE0-45EC-8256-9C52CC8304EA}"/>
              </a:ext>
            </a:extLst>
          </p:cNvPr>
          <p:cNvSpPr>
            <a:spLocks noGrp="1"/>
          </p:cNvSpPr>
          <p:nvPr>
            <p:ph type="body" sz="quarter" idx="26"/>
          </p:nvPr>
        </p:nvSpPr>
        <p:spPr>
          <a:xfrm>
            <a:off x="3040658" y="5415869"/>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25" name="Picture Placeholder 8">
            <a:extLst>
              <a:ext uri="{FF2B5EF4-FFF2-40B4-BE49-F238E27FC236}">
                <a16:creationId xmlns:a16="http://schemas.microsoft.com/office/drawing/2014/main" id="{EE677E7A-20A3-4078-9426-D487E58A945E}"/>
              </a:ext>
            </a:extLst>
          </p:cNvPr>
          <p:cNvSpPr>
            <a:spLocks noGrp="1"/>
          </p:cNvSpPr>
          <p:nvPr>
            <p:ph type="pic" sz="quarter" idx="27"/>
          </p:nvPr>
        </p:nvSpPr>
        <p:spPr>
          <a:xfrm>
            <a:off x="5327253" y="3814083"/>
            <a:ext cx="1529556" cy="1530000"/>
          </a:xfrm>
        </p:spPr>
        <p:txBody>
          <a:bodyPr/>
          <a:lstStyle/>
          <a:p>
            <a:endParaRPr/>
          </a:p>
        </p:txBody>
      </p:sp>
      <p:sp>
        <p:nvSpPr>
          <p:cNvPr id="26" name="Text Placeholder 10">
            <a:extLst>
              <a:ext uri="{FF2B5EF4-FFF2-40B4-BE49-F238E27FC236}">
                <a16:creationId xmlns:a16="http://schemas.microsoft.com/office/drawing/2014/main" id="{E565FACF-CA40-43FE-A69B-85DF95209ED8}"/>
              </a:ext>
            </a:extLst>
          </p:cNvPr>
          <p:cNvSpPr>
            <a:spLocks noGrp="1"/>
          </p:cNvSpPr>
          <p:nvPr>
            <p:ph type="body" sz="quarter" idx="28"/>
          </p:nvPr>
        </p:nvSpPr>
        <p:spPr>
          <a:xfrm>
            <a:off x="5327253" y="5415869"/>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27" name="Picture Placeholder 8">
            <a:extLst>
              <a:ext uri="{FF2B5EF4-FFF2-40B4-BE49-F238E27FC236}">
                <a16:creationId xmlns:a16="http://schemas.microsoft.com/office/drawing/2014/main" id="{29F613E7-EBD7-4FE9-B4BD-EC08FA1677FF}"/>
              </a:ext>
            </a:extLst>
          </p:cNvPr>
          <p:cNvSpPr>
            <a:spLocks noGrp="1"/>
          </p:cNvSpPr>
          <p:nvPr>
            <p:ph type="pic" sz="quarter" idx="29"/>
          </p:nvPr>
        </p:nvSpPr>
        <p:spPr>
          <a:xfrm>
            <a:off x="7613848" y="3814083"/>
            <a:ext cx="1529556" cy="1530000"/>
          </a:xfrm>
        </p:spPr>
        <p:txBody>
          <a:bodyPr/>
          <a:lstStyle/>
          <a:p>
            <a:endParaRPr/>
          </a:p>
        </p:txBody>
      </p:sp>
      <p:sp>
        <p:nvSpPr>
          <p:cNvPr id="28" name="Text Placeholder 10">
            <a:extLst>
              <a:ext uri="{FF2B5EF4-FFF2-40B4-BE49-F238E27FC236}">
                <a16:creationId xmlns:a16="http://schemas.microsoft.com/office/drawing/2014/main" id="{73B69718-9FDD-4EF4-BF7F-2D4BFA41DEAE}"/>
              </a:ext>
            </a:extLst>
          </p:cNvPr>
          <p:cNvSpPr>
            <a:spLocks noGrp="1"/>
          </p:cNvSpPr>
          <p:nvPr>
            <p:ph type="body" sz="quarter" idx="30"/>
          </p:nvPr>
        </p:nvSpPr>
        <p:spPr>
          <a:xfrm>
            <a:off x="7613848" y="5415869"/>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29" name="Picture Placeholder 8">
            <a:extLst>
              <a:ext uri="{FF2B5EF4-FFF2-40B4-BE49-F238E27FC236}">
                <a16:creationId xmlns:a16="http://schemas.microsoft.com/office/drawing/2014/main" id="{F9657D82-B2B7-42EE-A283-C05595EE506D}"/>
              </a:ext>
            </a:extLst>
          </p:cNvPr>
          <p:cNvSpPr>
            <a:spLocks noGrp="1"/>
          </p:cNvSpPr>
          <p:nvPr>
            <p:ph type="pic" sz="quarter" idx="31"/>
          </p:nvPr>
        </p:nvSpPr>
        <p:spPr>
          <a:xfrm>
            <a:off x="9900444" y="3814083"/>
            <a:ext cx="1529556" cy="1530000"/>
          </a:xfrm>
        </p:spPr>
        <p:txBody>
          <a:bodyPr/>
          <a:lstStyle/>
          <a:p>
            <a:endParaRPr/>
          </a:p>
        </p:txBody>
      </p:sp>
      <p:sp>
        <p:nvSpPr>
          <p:cNvPr id="30" name="Text Placeholder 10">
            <a:extLst>
              <a:ext uri="{FF2B5EF4-FFF2-40B4-BE49-F238E27FC236}">
                <a16:creationId xmlns:a16="http://schemas.microsoft.com/office/drawing/2014/main" id="{98492975-1781-40CF-AD27-B854895CB945}"/>
              </a:ext>
            </a:extLst>
          </p:cNvPr>
          <p:cNvSpPr>
            <a:spLocks noGrp="1"/>
          </p:cNvSpPr>
          <p:nvPr>
            <p:ph type="body" sz="quarter" idx="32"/>
          </p:nvPr>
        </p:nvSpPr>
        <p:spPr>
          <a:xfrm>
            <a:off x="9900444" y="5415869"/>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Tree>
    <p:extLst>
      <p:ext uri="{BB962C8B-B14F-4D97-AF65-F5344CB8AC3E}">
        <p14:creationId xmlns:p14="http://schemas.microsoft.com/office/powerpoint/2010/main" val="201807565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Our Team Dark - Hero">
    <p:bg>
      <p:bgRef idx="1001">
        <a:schemeClr val="bg1"/>
      </p:bgRef>
    </p:bg>
    <p:spTree>
      <p:nvGrpSpPr>
        <p:cNvPr id="1" name=""/>
        <p:cNvGrpSpPr/>
        <p:nvPr/>
      </p:nvGrpSpPr>
      <p:grpSpPr>
        <a:xfrm>
          <a:off x="0" y="0"/>
          <a:ext cx="0" cy="0"/>
          <a:chOff x="0" y="0"/>
          <a:chExt cx="0" cy="0"/>
        </a:xfrm>
      </p:grpSpPr>
      <p:sp>
        <p:nvSpPr>
          <p:cNvPr id="17" name="Picture Placeholder 7">
            <a:extLst>
              <a:ext uri="{FF2B5EF4-FFF2-40B4-BE49-F238E27FC236}">
                <a16:creationId xmlns:a16="http://schemas.microsoft.com/office/drawing/2014/main" id="{17A85A9E-2A2D-433F-BD91-82053E5A19D5}"/>
              </a:ext>
            </a:extLst>
          </p:cNvPr>
          <p:cNvSpPr>
            <a:spLocks noGrp="1"/>
          </p:cNvSpPr>
          <p:nvPr>
            <p:ph type="pic" sz="quarter" idx="14"/>
          </p:nvPr>
        </p:nvSpPr>
        <p:spPr>
          <a:xfrm>
            <a:off x="6343650" y="0"/>
            <a:ext cx="5848350" cy="6858000"/>
          </a:xfrm>
        </p:spPr>
        <p:txBody>
          <a:bodyPr/>
          <a:lstStyle/>
          <a:p>
            <a:endParaRPr/>
          </a:p>
        </p:txBody>
      </p:sp>
      <p:sp>
        <p:nvSpPr>
          <p:cNvPr id="2" name="Title 1"/>
          <p:cNvSpPr>
            <a:spLocks noGrp="1"/>
          </p:cNvSpPr>
          <p:nvPr>
            <p:ph type="title"/>
          </p:nvPr>
        </p:nvSpPr>
        <p:spPr>
          <a:xfrm>
            <a:off x="500063" y="440482"/>
            <a:ext cx="5272087"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7" name="Footer Placeholder 6">
            <a:extLst>
              <a:ext uri="{FF2B5EF4-FFF2-40B4-BE49-F238E27FC236}">
                <a16:creationId xmlns:a16="http://schemas.microsoft.com/office/drawing/2014/main" id="{94C8F12B-D471-4524-A21D-E2E0C4A3A5EF}"/>
              </a:ext>
            </a:extLst>
          </p:cNvPr>
          <p:cNvSpPr>
            <a:spLocks noGrp="1"/>
          </p:cNvSpPr>
          <p:nvPr>
            <p:ph type="ftr" sz="quarter" idx="11"/>
          </p:nvPr>
        </p:nvSpPr>
        <p:spPr/>
        <p:txBody>
          <a:bodyPr/>
          <a:lstStyle/>
          <a:p>
            <a:r>
              <a:t>Asurion Internal Use Only</a:t>
            </a:r>
          </a:p>
        </p:txBody>
      </p:sp>
      <p:sp>
        <p:nvSpPr>
          <p:cNvPr id="8" name="Slide Number Placeholder 7">
            <a:extLst>
              <a:ext uri="{FF2B5EF4-FFF2-40B4-BE49-F238E27FC236}">
                <a16:creationId xmlns:a16="http://schemas.microsoft.com/office/drawing/2014/main" id="{8D203B0C-11E9-4FDC-A004-C78D9EB13280}"/>
              </a:ext>
            </a:extLst>
          </p:cNvPr>
          <p:cNvSpPr>
            <a:spLocks noGrp="1"/>
          </p:cNvSpPr>
          <p:nvPr>
            <p:ph type="sldNum" sz="quarter" idx="12"/>
          </p:nvPr>
        </p:nvSpPr>
        <p:spPr/>
        <p:txBody>
          <a:bodyPr/>
          <a:lstStyle/>
          <a:p>
            <a:fld id="{9C3ACAB3-CA36-4966-8A1D-076772D39D8D}" type="slidenum">
              <a:rPr/>
              <a:pPr/>
              <a:t>‹#›</a:t>
            </a:fld>
            <a:endParaRPr/>
          </a:p>
        </p:txBody>
      </p:sp>
      <p:sp>
        <p:nvSpPr>
          <p:cNvPr id="18" name="Content Placeholder 2">
            <a:extLst>
              <a:ext uri="{FF2B5EF4-FFF2-40B4-BE49-F238E27FC236}">
                <a16:creationId xmlns:a16="http://schemas.microsoft.com/office/drawing/2014/main" id="{A97D1946-A27B-43F9-B00A-FC4DE83AD095}"/>
              </a:ext>
            </a:extLst>
          </p:cNvPr>
          <p:cNvSpPr>
            <a:spLocks noGrp="1"/>
          </p:cNvSpPr>
          <p:nvPr>
            <p:ph idx="1"/>
          </p:nvPr>
        </p:nvSpPr>
        <p:spPr>
          <a:xfrm>
            <a:off x="500063" y="3091180"/>
            <a:ext cx="5272087" cy="2755582"/>
          </a:xfrm>
        </p:spPr>
        <p:txBody>
          <a:bodyPr spcCol="540000"/>
          <a:lstStyle>
            <a:lvl1pPr>
              <a:lnSpc>
                <a:spcPct val="100000"/>
              </a:lnSpc>
              <a:spcBef>
                <a:spcPts val="300"/>
              </a:spcBef>
              <a:defRPr/>
            </a:lvl1pPr>
            <a:lvl2pPr>
              <a:lnSpc>
                <a:spcPct val="100000"/>
              </a:lnSpc>
              <a:spcBef>
                <a:spcPts val="300"/>
              </a:spcBef>
              <a:defRPr/>
            </a:lvl2pPr>
            <a:lvl3pPr>
              <a:lnSpc>
                <a:spcPct val="100000"/>
              </a:lnSpc>
              <a:spcBef>
                <a:spcPts val="600"/>
              </a:spcBef>
              <a:defRPr/>
            </a:lvl3pPr>
            <a:lvl4pPr>
              <a:lnSpc>
                <a:spcPct val="100000"/>
              </a:lnSpc>
              <a:defRPr/>
            </a:lvl4pPr>
            <a:lvl5pPr>
              <a:lnSpc>
                <a:spcPct val="100000"/>
              </a:lnSpc>
              <a:defRPr/>
            </a:lvl5pPr>
          </a:lstStyle>
          <a:p>
            <a:pPr lvl="0"/>
            <a:r>
              <a:t>Click to edit Master text styles</a:t>
            </a:r>
          </a:p>
          <a:p>
            <a:pPr lvl="1"/>
            <a:r>
              <a:t>Second level</a:t>
            </a:r>
          </a:p>
          <a:p>
            <a:pPr lvl="2"/>
            <a:r>
              <a:t>Third level</a:t>
            </a:r>
          </a:p>
          <a:p>
            <a:pPr lvl="3"/>
            <a:r>
              <a:t>Fourth level</a:t>
            </a:r>
          </a:p>
          <a:p>
            <a:pPr lvl="4"/>
            <a:r>
              <a:t>Fifth level</a:t>
            </a:r>
          </a:p>
        </p:txBody>
      </p:sp>
      <p:sp>
        <p:nvSpPr>
          <p:cNvPr id="19" name="Text Placeholder 2">
            <a:extLst>
              <a:ext uri="{FF2B5EF4-FFF2-40B4-BE49-F238E27FC236}">
                <a16:creationId xmlns:a16="http://schemas.microsoft.com/office/drawing/2014/main" id="{70678756-BBF3-439F-ADEE-A76D2E9A1370}"/>
              </a:ext>
            </a:extLst>
          </p:cNvPr>
          <p:cNvSpPr>
            <a:spLocks noGrp="1"/>
          </p:cNvSpPr>
          <p:nvPr>
            <p:ph type="body" idx="13"/>
          </p:nvPr>
        </p:nvSpPr>
        <p:spPr>
          <a:xfrm>
            <a:off x="500063" y="2019945"/>
            <a:ext cx="5272087" cy="786765"/>
          </a:xfrm>
        </p:spPr>
        <p:txBody>
          <a:bodyPr anchor="t" anchorCtr="0"/>
          <a:lstStyle>
            <a:lvl1pPr marL="0" indent="0">
              <a:lnSpc>
                <a:spcPct val="100000"/>
              </a:lnSpc>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Tree>
    <p:extLst>
      <p:ext uri="{BB962C8B-B14F-4D97-AF65-F5344CB8AC3E}">
        <p14:creationId xmlns:p14="http://schemas.microsoft.com/office/powerpoint/2010/main" val="34143770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Our Team Dark - 4 Peop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7" name="Footer Placeholder 6">
            <a:extLst>
              <a:ext uri="{FF2B5EF4-FFF2-40B4-BE49-F238E27FC236}">
                <a16:creationId xmlns:a16="http://schemas.microsoft.com/office/drawing/2014/main" id="{94C8F12B-D471-4524-A21D-E2E0C4A3A5EF}"/>
              </a:ext>
            </a:extLst>
          </p:cNvPr>
          <p:cNvSpPr>
            <a:spLocks noGrp="1"/>
          </p:cNvSpPr>
          <p:nvPr>
            <p:ph type="ftr" sz="quarter" idx="11"/>
          </p:nvPr>
        </p:nvSpPr>
        <p:spPr/>
        <p:txBody>
          <a:bodyPr/>
          <a:lstStyle/>
          <a:p>
            <a:r>
              <a:t>Asurion Internal Use Only</a:t>
            </a:r>
          </a:p>
        </p:txBody>
      </p:sp>
      <p:sp>
        <p:nvSpPr>
          <p:cNvPr id="8" name="Slide Number Placeholder 7">
            <a:extLst>
              <a:ext uri="{FF2B5EF4-FFF2-40B4-BE49-F238E27FC236}">
                <a16:creationId xmlns:a16="http://schemas.microsoft.com/office/drawing/2014/main" id="{8D203B0C-11E9-4FDC-A004-C78D9EB13280}"/>
              </a:ext>
            </a:extLst>
          </p:cNvPr>
          <p:cNvSpPr>
            <a:spLocks noGrp="1"/>
          </p:cNvSpPr>
          <p:nvPr>
            <p:ph type="sldNum" sz="quarter" idx="12"/>
          </p:nvPr>
        </p:nvSpPr>
        <p:spPr/>
        <p:txBody>
          <a:bodyPr/>
          <a:lstStyle/>
          <a:p>
            <a:fld id="{9C3ACAB3-CA36-4966-8A1D-076772D39D8D}" type="slidenum">
              <a:rPr/>
              <a:pPr/>
              <a:t>‹#›</a:t>
            </a:fld>
            <a:endParaRPr/>
          </a:p>
        </p:txBody>
      </p:sp>
      <p:sp>
        <p:nvSpPr>
          <p:cNvPr id="21" name="Picture Placeholder 8">
            <a:extLst>
              <a:ext uri="{FF2B5EF4-FFF2-40B4-BE49-F238E27FC236}">
                <a16:creationId xmlns:a16="http://schemas.microsoft.com/office/drawing/2014/main" id="{42ACEDA4-5C2A-4931-AC44-4B272EE3D58C}"/>
              </a:ext>
            </a:extLst>
          </p:cNvPr>
          <p:cNvSpPr>
            <a:spLocks noGrp="1"/>
          </p:cNvSpPr>
          <p:nvPr>
            <p:ph type="pic" sz="quarter" idx="23"/>
          </p:nvPr>
        </p:nvSpPr>
        <p:spPr>
          <a:xfrm>
            <a:off x="500062" y="2539729"/>
            <a:ext cx="2547937" cy="2671005"/>
          </a:xfrm>
        </p:spPr>
        <p:txBody>
          <a:bodyPr/>
          <a:lstStyle/>
          <a:p>
            <a:endParaRPr/>
          </a:p>
        </p:txBody>
      </p:sp>
      <p:sp>
        <p:nvSpPr>
          <p:cNvPr id="22" name="Text Placeholder 10">
            <a:extLst>
              <a:ext uri="{FF2B5EF4-FFF2-40B4-BE49-F238E27FC236}">
                <a16:creationId xmlns:a16="http://schemas.microsoft.com/office/drawing/2014/main" id="{F760FFA7-619E-40DF-AC66-F5C11B33A936}"/>
              </a:ext>
            </a:extLst>
          </p:cNvPr>
          <p:cNvSpPr>
            <a:spLocks noGrp="1"/>
          </p:cNvSpPr>
          <p:nvPr>
            <p:ph type="body" sz="quarter" idx="24"/>
          </p:nvPr>
        </p:nvSpPr>
        <p:spPr>
          <a:xfrm>
            <a:off x="500063" y="5312999"/>
            <a:ext cx="2547936"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10" name="Text Placeholder 9">
            <a:extLst>
              <a:ext uri="{FF2B5EF4-FFF2-40B4-BE49-F238E27FC236}">
                <a16:creationId xmlns:a16="http://schemas.microsoft.com/office/drawing/2014/main" id="{7CD369C5-DA54-4EC8-A861-59B2E550C754}"/>
              </a:ext>
            </a:extLst>
          </p:cNvPr>
          <p:cNvSpPr>
            <a:spLocks noGrp="1"/>
          </p:cNvSpPr>
          <p:nvPr>
            <p:ph type="body" sz="quarter" idx="25"/>
          </p:nvPr>
        </p:nvSpPr>
        <p:spPr>
          <a:xfrm>
            <a:off x="500063" y="1459594"/>
            <a:ext cx="5799137" cy="844899"/>
          </a:xfrm>
        </p:spPr>
        <p:txBody>
          <a:bodyPr/>
          <a:lstStyle>
            <a:lvl1pPr>
              <a:lnSpc>
                <a:spcPct val="100000"/>
              </a:lnSpc>
              <a:spcBef>
                <a:spcPts val="300"/>
              </a:spcBef>
              <a:defRPr/>
            </a:lvl1pPr>
            <a:lvl2pPr>
              <a:lnSpc>
                <a:spcPct val="100000"/>
              </a:lnSpc>
              <a:spcBef>
                <a:spcPts val="300"/>
              </a:spcBef>
              <a:defRPr/>
            </a:lvl2pPr>
            <a:lvl3pPr>
              <a:lnSpc>
                <a:spcPct val="100000"/>
              </a:lnSpc>
              <a:defRPr/>
            </a:lvl3pPr>
          </a:lstStyle>
          <a:p>
            <a:pPr lvl="0"/>
            <a:r>
              <a:t>Click to edit Master text styles</a:t>
            </a:r>
          </a:p>
          <a:p>
            <a:pPr lvl="1"/>
            <a:r>
              <a:t>Second level</a:t>
            </a:r>
          </a:p>
          <a:p>
            <a:pPr lvl="2"/>
            <a:r>
              <a:t>Third level</a:t>
            </a:r>
          </a:p>
        </p:txBody>
      </p:sp>
      <p:sp>
        <p:nvSpPr>
          <p:cNvPr id="31" name="Picture Placeholder 8">
            <a:extLst>
              <a:ext uri="{FF2B5EF4-FFF2-40B4-BE49-F238E27FC236}">
                <a16:creationId xmlns:a16="http://schemas.microsoft.com/office/drawing/2014/main" id="{B5446C24-2D9C-42B4-901E-1052A1C6C28D}"/>
              </a:ext>
            </a:extLst>
          </p:cNvPr>
          <p:cNvSpPr>
            <a:spLocks noGrp="1"/>
          </p:cNvSpPr>
          <p:nvPr>
            <p:ph type="pic" sz="quarter" idx="26"/>
          </p:nvPr>
        </p:nvSpPr>
        <p:spPr>
          <a:xfrm>
            <a:off x="3381374" y="2539729"/>
            <a:ext cx="2547937" cy="2671005"/>
          </a:xfrm>
        </p:spPr>
        <p:txBody>
          <a:bodyPr/>
          <a:lstStyle/>
          <a:p>
            <a:endParaRPr/>
          </a:p>
        </p:txBody>
      </p:sp>
      <p:sp>
        <p:nvSpPr>
          <p:cNvPr id="32" name="Text Placeholder 10">
            <a:extLst>
              <a:ext uri="{FF2B5EF4-FFF2-40B4-BE49-F238E27FC236}">
                <a16:creationId xmlns:a16="http://schemas.microsoft.com/office/drawing/2014/main" id="{7CB72C08-8293-4857-B537-E62B2714B7FD}"/>
              </a:ext>
            </a:extLst>
          </p:cNvPr>
          <p:cNvSpPr>
            <a:spLocks noGrp="1"/>
          </p:cNvSpPr>
          <p:nvPr>
            <p:ph type="body" sz="quarter" idx="27"/>
          </p:nvPr>
        </p:nvSpPr>
        <p:spPr>
          <a:xfrm>
            <a:off x="3381375" y="5312999"/>
            <a:ext cx="2547936"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33" name="Picture Placeholder 8">
            <a:extLst>
              <a:ext uri="{FF2B5EF4-FFF2-40B4-BE49-F238E27FC236}">
                <a16:creationId xmlns:a16="http://schemas.microsoft.com/office/drawing/2014/main" id="{2A475AAB-A6A9-4D28-90C7-B96351B827EF}"/>
              </a:ext>
            </a:extLst>
          </p:cNvPr>
          <p:cNvSpPr>
            <a:spLocks noGrp="1"/>
          </p:cNvSpPr>
          <p:nvPr>
            <p:ph type="pic" sz="quarter" idx="28"/>
          </p:nvPr>
        </p:nvSpPr>
        <p:spPr>
          <a:xfrm>
            <a:off x="6262686" y="2539729"/>
            <a:ext cx="2547937" cy="2671005"/>
          </a:xfrm>
        </p:spPr>
        <p:txBody>
          <a:bodyPr/>
          <a:lstStyle/>
          <a:p>
            <a:endParaRPr/>
          </a:p>
        </p:txBody>
      </p:sp>
      <p:sp>
        <p:nvSpPr>
          <p:cNvPr id="34" name="Text Placeholder 10">
            <a:extLst>
              <a:ext uri="{FF2B5EF4-FFF2-40B4-BE49-F238E27FC236}">
                <a16:creationId xmlns:a16="http://schemas.microsoft.com/office/drawing/2014/main" id="{2C717BB1-0365-4267-8343-54A47BB3B841}"/>
              </a:ext>
            </a:extLst>
          </p:cNvPr>
          <p:cNvSpPr>
            <a:spLocks noGrp="1"/>
          </p:cNvSpPr>
          <p:nvPr>
            <p:ph type="body" sz="quarter" idx="29"/>
          </p:nvPr>
        </p:nvSpPr>
        <p:spPr>
          <a:xfrm>
            <a:off x="6262687" y="5312999"/>
            <a:ext cx="2547936"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35" name="Picture Placeholder 8">
            <a:extLst>
              <a:ext uri="{FF2B5EF4-FFF2-40B4-BE49-F238E27FC236}">
                <a16:creationId xmlns:a16="http://schemas.microsoft.com/office/drawing/2014/main" id="{52CFDD9E-D8C9-4A66-B0BF-B1F5FECE10A7}"/>
              </a:ext>
            </a:extLst>
          </p:cNvPr>
          <p:cNvSpPr>
            <a:spLocks noGrp="1"/>
          </p:cNvSpPr>
          <p:nvPr>
            <p:ph type="pic" sz="quarter" idx="30"/>
          </p:nvPr>
        </p:nvSpPr>
        <p:spPr>
          <a:xfrm>
            <a:off x="9143999" y="2539729"/>
            <a:ext cx="2547937" cy="2671005"/>
          </a:xfrm>
        </p:spPr>
        <p:txBody>
          <a:bodyPr/>
          <a:lstStyle/>
          <a:p>
            <a:endParaRPr/>
          </a:p>
        </p:txBody>
      </p:sp>
      <p:sp>
        <p:nvSpPr>
          <p:cNvPr id="36" name="Text Placeholder 10">
            <a:extLst>
              <a:ext uri="{FF2B5EF4-FFF2-40B4-BE49-F238E27FC236}">
                <a16:creationId xmlns:a16="http://schemas.microsoft.com/office/drawing/2014/main" id="{7291B81A-9C50-4F49-A41B-441287B3D49B}"/>
              </a:ext>
            </a:extLst>
          </p:cNvPr>
          <p:cNvSpPr>
            <a:spLocks noGrp="1"/>
          </p:cNvSpPr>
          <p:nvPr>
            <p:ph type="body" sz="quarter" idx="31"/>
          </p:nvPr>
        </p:nvSpPr>
        <p:spPr>
          <a:xfrm>
            <a:off x="9144000" y="5312999"/>
            <a:ext cx="2547936"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Tree>
    <p:extLst>
      <p:ext uri="{BB962C8B-B14F-4D97-AF65-F5344CB8AC3E}">
        <p14:creationId xmlns:p14="http://schemas.microsoft.com/office/powerpoint/2010/main" val="8553124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Our Team Dark - 10 Peop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7" name="Footer Placeholder 6">
            <a:extLst>
              <a:ext uri="{FF2B5EF4-FFF2-40B4-BE49-F238E27FC236}">
                <a16:creationId xmlns:a16="http://schemas.microsoft.com/office/drawing/2014/main" id="{94C8F12B-D471-4524-A21D-E2E0C4A3A5EF}"/>
              </a:ext>
            </a:extLst>
          </p:cNvPr>
          <p:cNvSpPr>
            <a:spLocks noGrp="1"/>
          </p:cNvSpPr>
          <p:nvPr>
            <p:ph type="ftr" sz="quarter" idx="11"/>
          </p:nvPr>
        </p:nvSpPr>
        <p:spPr/>
        <p:txBody>
          <a:bodyPr/>
          <a:lstStyle/>
          <a:p>
            <a:r>
              <a:t>Asurion Internal Use Only</a:t>
            </a:r>
          </a:p>
        </p:txBody>
      </p:sp>
      <p:sp>
        <p:nvSpPr>
          <p:cNvPr id="8" name="Slide Number Placeholder 7">
            <a:extLst>
              <a:ext uri="{FF2B5EF4-FFF2-40B4-BE49-F238E27FC236}">
                <a16:creationId xmlns:a16="http://schemas.microsoft.com/office/drawing/2014/main" id="{8D203B0C-11E9-4FDC-A004-C78D9EB13280}"/>
              </a:ext>
            </a:extLst>
          </p:cNvPr>
          <p:cNvSpPr>
            <a:spLocks noGrp="1"/>
          </p:cNvSpPr>
          <p:nvPr>
            <p:ph type="sldNum" sz="quarter" idx="12"/>
          </p:nvPr>
        </p:nvSpPr>
        <p:spPr/>
        <p:txBody>
          <a:bodyPr/>
          <a:lstStyle/>
          <a:p>
            <a:fld id="{9C3ACAB3-CA36-4966-8A1D-076772D39D8D}" type="slidenum">
              <a:rPr/>
              <a:pPr/>
              <a:t>‹#›</a:t>
            </a:fld>
            <a:endParaRPr/>
          </a:p>
        </p:txBody>
      </p:sp>
      <p:sp>
        <p:nvSpPr>
          <p:cNvPr id="9" name="Picture Placeholder 8">
            <a:extLst>
              <a:ext uri="{FF2B5EF4-FFF2-40B4-BE49-F238E27FC236}">
                <a16:creationId xmlns:a16="http://schemas.microsoft.com/office/drawing/2014/main" id="{AA96F96D-5B2A-4821-929C-693CE2450775}"/>
              </a:ext>
            </a:extLst>
          </p:cNvPr>
          <p:cNvSpPr>
            <a:spLocks noGrp="1"/>
          </p:cNvSpPr>
          <p:nvPr>
            <p:ph type="pic" sz="quarter" idx="13"/>
          </p:nvPr>
        </p:nvSpPr>
        <p:spPr>
          <a:xfrm>
            <a:off x="754063" y="1520826"/>
            <a:ext cx="1529556" cy="1530000"/>
          </a:xfrm>
        </p:spPr>
        <p:txBody>
          <a:bodyPr/>
          <a:lstStyle/>
          <a:p>
            <a:endParaRPr/>
          </a:p>
        </p:txBody>
      </p:sp>
      <p:sp>
        <p:nvSpPr>
          <p:cNvPr id="11" name="Text Placeholder 10">
            <a:extLst>
              <a:ext uri="{FF2B5EF4-FFF2-40B4-BE49-F238E27FC236}">
                <a16:creationId xmlns:a16="http://schemas.microsoft.com/office/drawing/2014/main" id="{92C5BA96-5869-4596-91D0-7DD77C3EB12D}"/>
              </a:ext>
            </a:extLst>
          </p:cNvPr>
          <p:cNvSpPr>
            <a:spLocks noGrp="1"/>
          </p:cNvSpPr>
          <p:nvPr>
            <p:ph type="body" sz="quarter" idx="14"/>
          </p:nvPr>
        </p:nvSpPr>
        <p:spPr>
          <a:xfrm>
            <a:off x="754063" y="3122612"/>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13" name="Picture Placeholder 8">
            <a:extLst>
              <a:ext uri="{FF2B5EF4-FFF2-40B4-BE49-F238E27FC236}">
                <a16:creationId xmlns:a16="http://schemas.microsoft.com/office/drawing/2014/main" id="{5973D2E0-934B-41D5-82A0-62209386DE7F}"/>
              </a:ext>
            </a:extLst>
          </p:cNvPr>
          <p:cNvSpPr>
            <a:spLocks noGrp="1"/>
          </p:cNvSpPr>
          <p:nvPr>
            <p:ph type="pic" sz="quarter" idx="15"/>
          </p:nvPr>
        </p:nvSpPr>
        <p:spPr>
          <a:xfrm>
            <a:off x="3040658" y="1520826"/>
            <a:ext cx="1529556" cy="1530000"/>
          </a:xfrm>
        </p:spPr>
        <p:txBody>
          <a:bodyPr/>
          <a:lstStyle/>
          <a:p>
            <a:endParaRPr/>
          </a:p>
        </p:txBody>
      </p:sp>
      <p:sp>
        <p:nvSpPr>
          <p:cNvPr id="14" name="Text Placeholder 10">
            <a:extLst>
              <a:ext uri="{FF2B5EF4-FFF2-40B4-BE49-F238E27FC236}">
                <a16:creationId xmlns:a16="http://schemas.microsoft.com/office/drawing/2014/main" id="{A25A260C-231A-4C7D-AC21-2F7C4413A85C}"/>
              </a:ext>
            </a:extLst>
          </p:cNvPr>
          <p:cNvSpPr>
            <a:spLocks noGrp="1"/>
          </p:cNvSpPr>
          <p:nvPr>
            <p:ph type="body" sz="quarter" idx="16"/>
          </p:nvPr>
        </p:nvSpPr>
        <p:spPr>
          <a:xfrm>
            <a:off x="3040658" y="3122612"/>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15" name="Picture Placeholder 8">
            <a:extLst>
              <a:ext uri="{FF2B5EF4-FFF2-40B4-BE49-F238E27FC236}">
                <a16:creationId xmlns:a16="http://schemas.microsoft.com/office/drawing/2014/main" id="{C66A25ED-9F96-4CE8-9724-8845BA58AF49}"/>
              </a:ext>
            </a:extLst>
          </p:cNvPr>
          <p:cNvSpPr>
            <a:spLocks noGrp="1"/>
          </p:cNvSpPr>
          <p:nvPr>
            <p:ph type="pic" sz="quarter" idx="17"/>
          </p:nvPr>
        </p:nvSpPr>
        <p:spPr>
          <a:xfrm>
            <a:off x="5327253" y="1520826"/>
            <a:ext cx="1529556" cy="1530000"/>
          </a:xfrm>
        </p:spPr>
        <p:txBody>
          <a:bodyPr/>
          <a:lstStyle/>
          <a:p>
            <a:endParaRPr/>
          </a:p>
        </p:txBody>
      </p:sp>
      <p:sp>
        <p:nvSpPr>
          <p:cNvPr id="16" name="Text Placeholder 10">
            <a:extLst>
              <a:ext uri="{FF2B5EF4-FFF2-40B4-BE49-F238E27FC236}">
                <a16:creationId xmlns:a16="http://schemas.microsoft.com/office/drawing/2014/main" id="{52BC4897-BC53-48EB-A869-983B961BAECC}"/>
              </a:ext>
            </a:extLst>
          </p:cNvPr>
          <p:cNvSpPr>
            <a:spLocks noGrp="1"/>
          </p:cNvSpPr>
          <p:nvPr>
            <p:ph type="body" sz="quarter" idx="18"/>
          </p:nvPr>
        </p:nvSpPr>
        <p:spPr>
          <a:xfrm>
            <a:off x="5327253" y="3122612"/>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17" name="Picture Placeholder 8">
            <a:extLst>
              <a:ext uri="{FF2B5EF4-FFF2-40B4-BE49-F238E27FC236}">
                <a16:creationId xmlns:a16="http://schemas.microsoft.com/office/drawing/2014/main" id="{7F9493D9-27E8-4C58-8C9A-BD758C433DAF}"/>
              </a:ext>
            </a:extLst>
          </p:cNvPr>
          <p:cNvSpPr>
            <a:spLocks noGrp="1"/>
          </p:cNvSpPr>
          <p:nvPr>
            <p:ph type="pic" sz="quarter" idx="19"/>
          </p:nvPr>
        </p:nvSpPr>
        <p:spPr>
          <a:xfrm>
            <a:off x="7613848" y="1520826"/>
            <a:ext cx="1529556" cy="1530000"/>
          </a:xfrm>
        </p:spPr>
        <p:txBody>
          <a:bodyPr/>
          <a:lstStyle/>
          <a:p>
            <a:endParaRPr/>
          </a:p>
        </p:txBody>
      </p:sp>
      <p:sp>
        <p:nvSpPr>
          <p:cNvPr id="18" name="Text Placeholder 10">
            <a:extLst>
              <a:ext uri="{FF2B5EF4-FFF2-40B4-BE49-F238E27FC236}">
                <a16:creationId xmlns:a16="http://schemas.microsoft.com/office/drawing/2014/main" id="{B1B0EC22-7FA4-4FEC-84D2-F2823D45EF76}"/>
              </a:ext>
            </a:extLst>
          </p:cNvPr>
          <p:cNvSpPr>
            <a:spLocks noGrp="1"/>
          </p:cNvSpPr>
          <p:nvPr>
            <p:ph type="body" sz="quarter" idx="20"/>
          </p:nvPr>
        </p:nvSpPr>
        <p:spPr>
          <a:xfrm>
            <a:off x="7613848" y="3122612"/>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19" name="Picture Placeholder 8">
            <a:extLst>
              <a:ext uri="{FF2B5EF4-FFF2-40B4-BE49-F238E27FC236}">
                <a16:creationId xmlns:a16="http://schemas.microsoft.com/office/drawing/2014/main" id="{044B693C-2ED8-48BA-B28D-0F6D54030625}"/>
              </a:ext>
            </a:extLst>
          </p:cNvPr>
          <p:cNvSpPr>
            <a:spLocks noGrp="1"/>
          </p:cNvSpPr>
          <p:nvPr>
            <p:ph type="pic" sz="quarter" idx="21"/>
          </p:nvPr>
        </p:nvSpPr>
        <p:spPr>
          <a:xfrm>
            <a:off x="9900444" y="1520826"/>
            <a:ext cx="1529556" cy="1530000"/>
          </a:xfrm>
        </p:spPr>
        <p:txBody>
          <a:bodyPr/>
          <a:lstStyle/>
          <a:p>
            <a:endParaRPr/>
          </a:p>
        </p:txBody>
      </p:sp>
      <p:sp>
        <p:nvSpPr>
          <p:cNvPr id="20" name="Text Placeholder 10">
            <a:extLst>
              <a:ext uri="{FF2B5EF4-FFF2-40B4-BE49-F238E27FC236}">
                <a16:creationId xmlns:a16="http://schemas.microsoft.com/office/drawing/2014/main" id="{374A221F-25BC-4324-A8A9-E1AE12AF1C7D}"/>
              </a:ext>
            </a:extLst>
          </p:cNvPr>
          <p:cNvSpPr>
            <a:spLocks noGrp="1"/>
          </p:cNvSpPr>
          <p:nvPr>
            <p:ph type="body" sz="quarter" idx="22"/>
          </p:nvPr>
        </p:nvSpPr>
        <p:spPr>
          <a:xfrm>
            <a:off x="9900444" y="3122612"/>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21" name="Picture Placeholder 8">
            <a:extLst>
              <a:ext uri="{FF2B5EF4-FFF2-40B4-BE49-F238E27FC236}">
                <a16:creationId xmlns:a16="http://schemas.microsoft.com/office/drawing/2014/main" id="{42ACEDA4-5C2A-4931-AC44-4B272EE3D58C}"/>
              </a:ext>
            </a:extLst>
          </p:cNvPr>
          <p:cNvSpPr>
            <a:spLocks noGrp="1"/>
          </p:cNvSpPr>
          <p:nvPr>
            <p:ph type="pic" sz="quarter" idx="23"/>
          </p:nvPr>
        </p:nvSpPr>
        <p:spPr>
          <a:xfrm>
            <a:off x="754063" y="3814083"/>
            <a:ext cx="1529556" cy="1530000"/>
          </a:xfrm>
        </p:spPr>
        <p:txBody>
          <a:bodyPr/>
          <a:lstStyle/>
          <a:p>
            <a:endParaRPr/>
          </a:p>
        </p:txBody>
      </p:sp>
      <p:sp>
        <p:nvSpPr>
          <p:cNvPr id="22" name="Text Placeholder 10">
            <a:extLst>
              <a:ext uri="{FF2B5EF4-FFF2-40B4-BE49-F238E27FC236}">
                <a16:creationId xmlns:a16="http://schemas.microsoft.com/office/drawing/2014/main" id="{F760FFA7-619E-40DF-AC66-F5C11B33A936}"/>
              </a:ext>
            </a:extLst>
          </p:cNvPr>
          <p:cNvSpPr>
            <a:spLocks noGrp="1"/>
          </p:cNvSpPr>
          <p:nvPr>
            <p:ph type="body" sz="quarter" idx="24"/>
          </p:nvPr>
        </p:nvSpPr>
        <p:spPr>
          <a:xfrm>
            <a:off x="754063" y="5415869"/>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23" name="Picture Placeholder 8">
            <a:extLst>
              <a:ext uri="{FF2B5EF4-FFF2-40B4-BE49-F238E27FC236}">
                <a16:creationId xmlns:a16="http://schemas.microsoft.com/office/drawing/2014/main" id="{2CE14DD0-BB0E-4446-ABC6-6CFED7CDCB14}"/>
              </a:ext>
            </a:extLst>
          </p:cNvPr>
          <p:cNvSpPr>
            <a:spLocks noGrp="1"/>
          </p:cNvSpPr>
          <p:nvPr>
            <p:ph type="pic" sz="quarter" idx="25"/>
          </p:nvPr>
        </p:nvSpPr>
        <p:spPr>
          <a:xfrm>
            <a:off x="3040658" y="3814083"/>
            <a:ext cx="1529556" cy="1530000"/>
          </a:xfrm>
        </p:spPr>
        <p:txBody>
          <a:bodyPr/>
          <a:lstStyle/>
          <a:p>
            <a:endParaRPr/>
          </a:p>
        </p:txBody>
      </p:sp>
      <p:sp>
        <p:nvSpPr>
          <p:cNvPr id="24" name="Text Placeholder 10">
            <a:extLst>
              <a:ext uri="{FF2B5EF4-FFF2-40B4-BE49-F238E27FC236}">
                <a16:creationId xmlns:a16="http://schemas.microsoft.com/office/drawing/2014/main" id="{71592548-EBE0-45EC-8256-9C52CC8304EA}"/>
              </a:ext>
            </a:extLst>
          </p:cNvPr>
          <p:cNvSpPr>
            <a:spLocks noGrp="1"/>
          </p:cNvSpPr>
          <p:nvPr>
            <p:ph type="body" sz="quarter" idx="26"/>
          </p:nvPr>
        </p:nvSpPr>
        <p:spPr>
          <a:xfrm>
            <a:off x="3040658" y="5415869"/>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25" name="Picture Placeholder 8">
            <a:extLst>
              <a:ext uri="{FF2B5EF4-FFF2-40B4-BE49-F238E27FC236}">
                <a16:creationId xmlns:a16="http://schemas.microsoft.com/office/drawing/2014/main" id="{EE677E7A-20A3-4078-9426-D487E58A945E}"/>
              </a:ext>
            </a:extLst>
          </p:cNvPr>
          <p:cNvSpPr>
            <a:spLocks noGrp="1"/>
          </p:cNvSpPr>
          <p:nvPr>
            <p:ph type="pic" sz="quarter" idx="27"/>
          </p:nvPr>
        </p:nvSpPr>
        <p:spPr>
          <a:xfrm>
            <a:off x="5327253" y="3814083"/>
            <a:ext cx="1529556" cy="1530000"/>
          </a:xfrm>
        </p:spPr>
        <p:txBody>
          <a:bodyPr/>
          <a:lstStyle/>
          <a:p>
            <a:endParaRPr/>
          </a:p>
        </p:txBody>
      </p:sp>
      <p:sp>
        <p:nvSpPr>
          <p:cNvPr id="26" name="Text Placeholder 10">
            <a:extLst>
              <a:ext uri="{FF2B5EF4-FFF2-40B4-BE49-F238E27FC236}">
                <a16:creationId xmlns:a16="http://schemas.microsoft.com/office/drawing/2014/main" id="{E565FACF-CA40-43FE-A69B-85DF95209ED8}"/>
              </a:ext>
            </a:extLst>
          </p:cNvPr>
          <p:cNvSpPr>
            <a:spLocks noGrp="1"/>
          </p:cNvSpPr>
          <p:nvPr>
            <p:ph type="body" sz="quarter" idx="28"/>
          </p:nvPr>
        </p:nvSpPr>
        <p:spPr>
          <a:xfrm>
            <a:off x="5327253" y="5415869"/>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27" name="Picture Placeholder 8">
            <a:extLst>
              <a:ext uri="{FF2B5EF4-FFF2-40B4-BE49-F238E27FC236}">
                <a16:creationId xmlns:a16="http://schemas.microsoft.com/office/drawing/2014/main" id="{29F613E7-EBD7-4FE9-B4BD-EC08FA1677FF}"/>
              </a:ext>
            </a:extLst>
          </p:cNvPr>
          <p:cNvSpPr>
            <a:spLocks noGrp="1"/>
          </p:cNvSpPr>
          <p:nvPr>
            <p:ph type="pic" sz="quarter" idx="29"/>
          </p:nvPr>
        </p:nvSpPr>
        <p:spPr>
          <a:xfrm>
            <a:off x="7613848" y="3814083"/>
            <a:ext cx="1529556" cy="1530000"/>
          </a:xfrm>
        </p:spPr>
        <p:txBody>
          <a:bodyPr/>
          <a:lstStyle/>
          <a:p>
            <a:endParaRPr/>
          </a:p>
        </p:txBody>
      </p:sp>
      <p:sp>
        <p:nvSpPr>
          <p:cNvPr id="28" name="Text Placeholder 10">
            <a:extLst>
              <a:ext uri="{FF2B5EF4-FFF2-40B4-BE49-F238E27FC236}">
                <a16:creationId xmlns:a16="http://schemas.microsoft.com/office/drawing/2014/main" id="{73B69718-9FDD-4EF4-BF7F-2D4BFA41DEAE}"/>
              </a:ext>
            </a:extLst>
          </p:cNvPr>
          <p:cNvSpPr>
            <a:spLocks noGrp="1"/>
          </p:cNvSpPr>
          <p:nvPr>
            <p:ph type="body" sz="quarter" idx="30"/>
          </p:nvPr>
        </p:nvSpPr>
        <p:spPr>
          <a:xfrm>
            <a:off x="7613848" y="5415869"/>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
        <p:nvSpPr>
          <p:cNvPr id="29" name="Picture Placeholder 8">
            <a:extLst>
              <a:ext uri="{FF2B5EF4-FFF2-40B4-BE49-F238E27FC236}">
                <a16:creationId xmlns:a16="http://schemas.microsoft.com/office/drawing/2014/main" id="{F9657D82-B2B7-42EE-A283-C05595EE506D}"/>
              </a:ext>
            </a:extLst>
          </p:cNvPr>
          <p:cNvSpPr>
            <a:spLocks noGrp="1"/>
          </p:cNvSpPr>
          <p:nvPr>
            <p:ph type="pic" sz="quarter" idx="31"/>
          </p:nvPr>
        </p:nvSpPr>
        <p:spPr>
          <a:xfrm>
            <a:off x="9900444" y="3814083"/>
            <a:ext cx="1529556" cy="1530000"/>
          </a:xfrm>
        </p:spPr>
        <p:txBody>
          <a:bodyPr/>
          <a:lstStyle/>
          <a:p>
            <a:endParaRPr/>
          </a:p>
        </p:txBody>
      </p:sp>
      <p:sp>
        <p:nvSpPr>
          <p:cNvPr id="30" name="Text Placeholder 10">
            <a:extLst>
              <a:ext uri="{FF2B5EF4-FFF2-40B4-BE49-F238E27FC236}">
                <a16:creationId xmlns:a16="http://schemas.microsoft.com/office/drawing/2014/main" id="{98492975-1781-40CF-AD27-B854895CB945}"/>
              </a:ext>
            </a:extLst>
          </p:cNvPr>
          <p:cNvSpPr>
            <a:spLocks noGrp="1"/>
          </p:cNvSpPr>
          <p:nvPr>
            <p:ph type="body" sz="quarter" idx="32"/>
          </p:nvPr>
        </p:nvSpPr>
        <p:spPr>
          <a:xfrm>
            <a:off x="9900444" y="5415869"/>
            <a:ext cx="1530000" cy="612000"/>
          </a:xfrm>
        </p:spPr>
        <p:txBody>
          <a:bodyPr/>
          <a:lstStyle>
            <a:lvl1pPr>
              <a:lnSpc>
                <a:spcPct val="100000"/>
              </a:lnSpc>
              <a:spcBef>
                <a:spcPts val="300"/>
              </a:spcBef>
              <a:spcAft>
                <a:spcPts val="0"/>
              </a:spcAft>
              <a:defRPr sz="1200"/>
            </a:lvl1pPr>
            <a:lvl2pPr>
              <a:lnSpc>
                <a:spcPct val="100000"/>
              </a:lnSpc>
              <a:spcBef>
                <a:spcPts val="300"/>
              </a:spcBef>
              <a:spcAft>
                <a:spcPts val="0"/>
              </a:spcAft>
              <a:defRPr sz="1200"/>
            </a:lvl2pPr>
          </a:lstStyle>
          <a:p>
            <a:pPr lvl="0"/>
            <a:r>
              <a:t>Click to edit Master </a:t>
            </a:r>
          </a:p>
          <a:p>
            <a:pPr lvl="1"/>
            <a:r>
              <a:t>Second level</a:t>
            </a:r>
          </a:p>
        </p:txBody>
      </p:sp>
    </p:spTree>
    <p:extLst>
      <p:ext uri="{BB962C8B-B14F-4D97-AF65-F5344CB8AC3E}">
        <p14:creationId xmlns:p14="http://schemas.microsoft.com/office/powerpoint/2010/main" val="3885536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Factoid layouts">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3D20DFA8-C5FE-DB44-9BF9-1274EAD5637C}" type="slidenum">
              <a:rPr/>
              <a:t>‹#›</a:t>
            </a:fld>
            <a:endParaRPr/>
          </a:p>
        </p:txBody>
      </p:sp>
      <p:sp>
        <p:nvSpPr>
          <p:cNvPr id="6" name="Rectangle 5"/>
          <p:cNvSpPr/>
          <p:nvPr/>
        </p:nvSpPr>
        <p:spPr>
          <a:xfrm>
            <a:off x="1" y="0"/>
            <a:ext cx="12192000"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80000"/>
              </a:lnSpc>
            </a:pPr>
            <a:r>
              <a:rPr sz="11500" b="0" i="0" spc="100">
                <a:solidFill>
                  <a:srgbClr val="FFFFFF"/>
                </a:solidFill>
                <a:latin typeface="+mj-lt"/>
              </a:rPr>
              <a:t>FACTOID</a:t>
            </a:r>
            <a:br>
              <a:rPr sz="11500" b="0" i="0" spc="100">
                <a:solidFill>
                  <a:srgbClr val="FFFFFF"/>
                </a:solidFill>
                <a:latin typeface="+mj-lt"/>
              </a:rPr>
            </a:br>
            <a:r>
              <a:rPr sz="11500" b="0" i="0" spc="100">
                <a:solidFill>
                  <a:srgbClr val="FFFFFF"/>
                </a:solidFill>
                <a:latin typeface="+mj-lt"/>
              </a:rPr>
              <a:t>LAYOUTS</a:t>
            </a:r>
          </a:p>
        </p:txBody>
      </p:sp>
      <p:sp>
        <p:nvSpPr>
          <p:cNvPr id="8" name="TextBox 7">
            <a:extLst>
              <a:ext uri="{FF2B5EF4-FFF2-40B4-BE49-F238E27FC236}">
                <a16:creationId xmlns:a16="http://schemas.microsoft.com/office/drawing/2014/main" id="{730C9D3A-9A1A-C140-B0F7-9A8C63C4D4BD}"/>
              </a:ext>
            </a:extLst>
          </p:cNvPr>
          <p:cNvSpPr txBox="1"/>
          <p:nvPr/>
        </p:nvSpPr>
        <p:spPr>
          <a:xfrm>
            <a:off x="2428504" y="6365140"/>
            <a:ext cx="7334995" cy="169277"/>
          </a:xfrm>
          <a:prstGeom prst="rect">
            <a:avLst/>
          </a:prstGeom>
          <a:noFill/>
        </p:spPr>
        <p:txBody>
          <a:bodyPr wrap="square" lIns="0" tIns="0" rIns="0" bIns="0" rtlCol="0">
            <a:spAutoFit/>
          </a:bodyPr>
          <a:lstStyle/>
          <a:p>
            <a:pPr algn="ctr"/>
            <a:r>
              <a:rPr sz="1100" b="0" i="0" kern="1200">
                <a:solidFill>
                  <a:schemeClr val="bg1">
                    <a:lumMod val="85000"/>
                  </a:schemeClr>
                </a:solidFill>
                <a:effectLst/>
                <a:latin typeface="+mn-lt"/>
                <a:ea typeface="+mn-ea"/>
                <a:cs typeface="+mn-cs"/>
              </a:rPr>
              <a:t>Layouts past this point have been inherited from other files and may not be a part of the approved Asurion template.</a:t>
            </a:r>
            <a:endParaRPr sz="1100">
              <a:solidFill>
                <a:schemeClr val="bg1">
                  <a:lumMod val="85000"/>
                </a:schemeClr>
              </a:solidFill>
            </a:endParaRPr>
          </a:p>
        </p:txBody>
      </p:sp>
    </p:spTree>
    <p:extLst>
      <p:ext uri="{BB962C8B-B14F-4D97-AF65-F5344CB8AC3E}">
        <p14:creationId xmlns:p14="http://schemas.microsoft.com/office/powerpoint/2010/main" val="31570169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Illustration with Factoid">
    <p:spTree>
      <p:nvGrpSpPr>
        <p:cNvPr id="1" name=""/>
        <p:cNvGrpSpPr/>
        <p:nvPr/>
      </p:nvGrpSpPr>
      <p:grpSpPr>
        <a:xfrm>
          <a:off x="0" y="0"/>
          <a:ext cx="0" cy="0"/>
          <a:chOff x="0" y="0"/>
          <a:chExt cx="0" cy="0"/>
        </a:xfrm>
      </p:grpSpPr>
      <p:sp>
        <p:nvSpPr>
          <p:cNvPr id="8" name="Title 7"/>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20" name="Footer Placeholder 19">
            <a:extLst>
              <a:ext uri="{FF2B5EF4-FFF2-40B4-BE49-F238E27FC236}">
                <a16:creationId xmlns:a16="http://schemas.microsoft.com/office/drawing/2014/main" id="{22F74907-9901-41D8-B02E-D5156ACAC596}"/>
              </a:ext>
            </a:extLst>
          </p:cNvPr>
          <p:cNvSpPr>
            <a:spLocks noGrp="1"/>
          </p:cNvSpPr>
          <p:nvPr>
            <p:ph type="ftr" sz="quarter" idx="20"/>
          </p:nvPr>
        </p:nvSpPr>
        <p:spPr/>
        <p:txBody>
          <a:bodyPr/>
          <a:lstStyle/>
          <a:p>
            <a:r>
              <a:t>Asurion Internal Use Only</a:t>
            </a:r>
          </a:p>
        </p:txBody>
      </p:sp>
      <p:sp>
        <p:nvSpPr>
          <p:cNvPr id="21" name="Slide Number Placeholder 20">
            <a:extLst>
              <a:ext uri="{FF2B5EF4-FFF2-40B4-BE49-F238E27FC236}">
                <a16:creationId xmlns:a16="http://schemas.microsoft.com/office/drawing/2014/main" id="{1CD76F14-B7C1-4783-A9BB-4763BFA88751}"/>
              </a:ext>
            </a:extLst>
          </p:cNvPr>
          <p:cNvSpPr>
            <a:spLocks noGrp="1"/>
          </p:cNvSpPr>
          <p:nvPr>
            <p:ph type="sldNum" sz="quarter" idx="21"/>
          </p:nvPr>
        </p:nvSpPr>
        <p:spPr/>
        <p:txBody>
          <a:bodyPr/>
          <a:lstStyle/>
          <a:p>
            <a:fld id="{9C3ACAB3-CA36-4966-8A1D-076772D39D8D}" type="slidenum">
              <a:rPr/>
              <a:pPr/>
              <a:t>‹#›</a:t>
            </a:fld>
            <a:endParaRPr/>
          </a:p>
        </p:txBody>
      </p:sp>
      <p:sp>
        <p:nvSpPr>
          <p:cNvPr id="3" name="Text Placeholder 2">
            <a:extLst>
              <a:ext uri="{FF2B5EF4-FFF2-40B4-BE49-F238E27FC236}">
                <a16:creationId xmlns:a16="http://schemas.microsoft.com/office/drawing/2014/main" id="{A33466A7-5C27-FB4B-A9B7-F2C26253EB5D}"/>
              </a:ext>
            </a:extLst>
          </p:cNvPr>
          <p:cNvSpPr>
            <a:spLocks noGrp="1"/>
          </p:cNvSpPr>
          <p:nvPr>
            <p:ph type="body" sz="quarter" idx="22" hasCustomPrompt="1"/>
          </p:nvPr>
        </p:nvSpPr>
        <p:spPr>
          <a:xfrm>
            <a:off x="4495799" y="2661861"/>
            <a:ext cx="5344954" cy="923330"/>
          </a:xfrm>
        </p:spPr>
        <p:txBody>
          <a:bodyPr wrap="square" lIns="0">
            <a:spAutoFit/>
          </a:bodyPr>
          <a:lstStyle>
            <a:lvl1pPr algn="l">
              <a:lnSpc>
                <a:spcPct val="100000"/>
              </a:lnSpc>
              <a:spcBef>
                <a:spcPts val="0"/>
              </a:spcBef>
              <a:defRPr sz="6000" b="0"/>
            </a:lvl1pPr>
          </a:lstStyle>
          <a:p>
            <a:pPr lvl="0"/>
            <a:r>
              <a:t>Click to edit</a:t>
            </a:r>
          </a:p>
        </p:txBody>
      </p:sp>
      <p:sp>
        <p:nvSpPr>
          <p:cNvPr id="5" name="Text Placeholder 4">
            <a:extLst>
              <a:ext uri="{FF2B5EF4-FFF2-40B4-BE49-F238E27FC236}">
                <a16:creationId xmlns:a16="http://schemas.microsoft.com/office/drawing/2014/main" id="{D47CD0EF-8E5D-2D41-8F67-55AB7DD0D3BC}"/>
              </a:ext>
            </a:extLst>
          </p:cNvPr>
          <p:cNvSpPr>
            <a:spLocks noGrp="1"/>
          </p:cNvSpPr>
          <p:nvPr>
            <p:ph type="body" sz="quarter" idx="25"/>
          </p:nvPr>
        </p:nvSpPr>
        <p:spPr>
          <a:xfrm>
            <a:off x="4495800" y="3637927"/>
            <a:ext cx="5344954" cy="1100547"/>
          </a:xfrm>
        </p:spPr>
        <p:txBody>
          <a:bodyPr lIns="0"/>
          <a:lstStyle>
            <a:lvl1pPr algn="l">
              <a:lnSpc>
                <a:spcPct val="100000"/>
              </a:lnSpc>
              <a:spcBef>
                <a:spcPts val="0"/>
              </a:spcBef>
              <a:defRPr sz="1800" b="0">
                <a:latin typeface="+mn-lt"/>
              </a:defRPr>
            </a:lvl1pPr>
          </a:lstStyle>
          <a:p>
            <a:pPr lvl="0"/>
            <a:r>
              <a:t>Click to edit</a:t>
            </a:r>
          </a:p>
        </p:txBody>
      </p:sp>
      <p:sp>
        <p:nvSpPr>
          <p:cNvPr id="12" name="Content Placeholder 3">
            <a:extLst>
              <a:ext uri="{FF2B5EF4-FFF2-40B4-BE49-F238E27FC236}">
                <a16:creationId xmlns:a16="http://schemas.microsoft.com/office/drawing/2014/main" id="{C3AED009-9A6B-3C46-8DBC-C47FFB4586AF}"/>
              </a:ext>
            </a:extLst>
          </p:cNvPr>
          <p:cNvSpPr>
            <a:spLocks noGrp="1"/>
          </p:cNvSpPr>
          <p:nvPr>
            <p:ph sz="quarter" idx="30" hasCustomPrompt="1"/>
          </p:nvPr>
        </p:nvSpPr>
        <p:spPr>
          <a:xfrm>
            <a:off x="2174489" y="2483443"/>
            <a:ext cx="2210344" cy="2354581"/>
          </a:xfrm>
        </p:spPr>
        <p:txBody>
          <a:bodyPr/>
          <a:lstStyle>
            <a:lvl1pPr>
              <a:defRPr sz="1200" b="0"/>
            </a:lvl1pPr>
          </a:lstStyle>
          <a:p>
            <a:pPr lvl="0"/>
            <a:r>
              <a:t>Content</a:t>
            </a:r>
          </a:p>
        </p:txBody>
      </p:sp>
    </p:spTree>
    <p:extLst>
      <p:ext uri="{BB962C8B-B14F-4D97-AF65-F5344CB8AC3E}">
        <p14:creationId xmlns:p14="http://schemas.microsoft.com/office/powerpoint/2010/main" val="324079903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Illustration with Factoid Dar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0A5685-ADC9-4197-AAEB-665323328B34}"/>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0063" y="440482"/>
            <a:ext cx="5056675" cy="1080135"/>
          </a:xfrm>
        </p:spPr>
        <p:txBody>
          <a:bodyPr/>
          <a:lstStyle/>
          <a:p>
            <a:r>
              <a:t>Click to edit Master title style</a:t>
            </a:r>
          </a:p>
        </p:txBody>
      </p:sp>
      <p:sp>
        <p:nvSpPr>
          <p:cNvPr id="5" name="Footer Placeholder 4"/>
          <p:cNvSpPr>
            <a:spLocks noGrp="1"/>
          </p:cNvSpPr>
          <p:nvPr>
            <p:ph type="ftr" sz="quarter" idx="11"/>
          </p:nvPr>
        </p:nvSpPr>
        <p:spPr/>
        <p:txBody>
          <a:bodyPr/>
          <a:lstStyle>
            <a:lvl1pPr>
              <a:defRPr>
                <a:solidFill>
                  <a:schemeClr val="bg1"/>
                </a:solidFill>
              </a:defRPr>
            </a:lvl1pPr>
          </a:lstStyle>
          <a:p>
            <a:r>
              <a:t>Asurion Internal Use Only</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C3ACAB3-CA36-4966-8A1D-076772D39D8D}" type="slidenum">
              <a:rPr/>
              <a:pPr/>
              <a:t>‹#›</a:t>
            </a:fld>
            <a:endParaRPr/>
          </a:p>
        </p:txBody>
      </p:sp>
      <p:sp>
        <p:nvSpPr>
          <p:cNvPr id="13" name="Picture Placeholder 7">
            <a:extLst>
              <a:ext uri="{FF2B5EF4-FFF2-40B4-BE49-F238E27FC236}">
                <a16:creationId xmlns:a16="http://schemas.microsoft.com/office/drawing/2014/main" id="{C23BE928-69FE-1A4A-815A-A8E605AA4987}"/>
              </a:ext>
            </a:extLst>
          </p:cNvPr>
          <p:cNvSpPr>
            <a:spLocks noGrp="1"/>
          </p:cNvSpPr>
          <p:nvPr>
            <p:ph type="pic" sz="quarter" idx="15"/>
          </p:nvPr>
        </p:nvSpPr>
        <p:spPr>
          <a:xfrm>
            <a:off x="6534615" y="1041400"/>
            <a:ext cx="5157323" cy="4849813"/>
          </a:xfrm>
        </p:spPr>
        <p:txBody>
          <a:bodyPr/>
          <a:lstStyle>
            <a:lvl1pPr>
              <a:defRPr>
                <a:solidFill>
                  <a:schemeClr val="bg1"/>
                </a:solidFill>
              </a:defRPr>
            </a:lvl1pPr>
          </a:lstStyle>
          <a:p>
            <a:endParaRPr/>
          </a:p>
        </p:txBody>
      </p:sp>
      <p:sp>
        <p:nvSpPr>
          <p:cNvPr id="14" name="Text Placeholder 2">
            <a:extLst>
              <a:ext uri="{FF2B5EF4-FFF2-40B4-BE49-F238E27FC236}">
                <a16:creationId xmlns:a16="http://schemas.microsoft.com/office/drawing/2014/main" id="{F5EE7C6A-85A2-5D4F-B0CF-D40F227A6FEF}"/>
              </a:ext>
            </a:extLst>
          </p:cNvPr>
          <p:cNvSpPr>
            <a:spLocks noGrp="1"/>
          </p:cNvSpPr>
          <p:nvPr>
            <p:ph type="body" sz="quarter" idx="22" hasCustomPrompt="1"/>
          </p:nvPr>
        </p:nvSpPr>
        <p:spPr>
          <a:xfrm>
            <a:off x="500063" y="2412005"/>
            <a:ext cx="5095874" cy="923330"/>
          </a:xfrm>
        </p:spPr>
        <p:txBody>
          <a:bodyPr wrap="square" lIns="0">
            <a:spAutoFit/>
          </a:bodyPr>
          <a:lstStyle>
            <a:lvl1pPr algn="l">
              <a:lnSpc>
                <a:spcPct val="100000"/>
              </a:lnSpc>
              <a:spcBef>
                <a:spcPts val="0"/>
              </a:spcBef>
              <a:defRPr sz="6000" b="0" i="0">
                <a:latin typeface="Calibri Light" panose="020F0302020204030204" pitchFamily="34" charset="0"/>
                <a:cs typeface="Calibri Light" panose="020F0302020204030204" pitchFamily="34" charset="0"/>
              </a:defRPr>
            </a:lvl1pPr>
          </a:lstStyle>
          <a:p>
            <a:pPr lvl="0"/>
            <a:r>
              <a:t>Click to edit</a:t>
            </a:r>
          </a:p>
        </p:txBody>
      </p:sp>
      <p:sp>
        <p:nvSpPr>
          <p:cNvPr id="15" name="Text Placeholder 4">
            <a:extLst>
              <a:ext uri="{FF2B5EF4-FFF2-40B4-BE49-F238E27FC236}">
                <a16:creationId xmlns:a16="http://schemas.microsoft.com/office/drawing/2014/main" id="{46F3E38C-204B-FB48-A789-CED878B5326A}"/>
              </a:ext>
            </a:extLst>
          </p:cNvPr>
          <p:cNvSpPr>
            <a:spLocks noGrp="1"/>
          </p:cNvSpPr>
          <p:nvPr>
            <p:ph type="body" sz="quarter" idx="25"/>
          </p:nvPr>
        </p:nvSpPr>
        <p:spPr>
          <a:xfrm>
            <a:off x="500064" y="3388071"/>
            <a:ext cx="5095874" cy="1445421"/>
          </a:xfrm>
        </p:spPr>
        <p:txBody>
          <a:bodyPr lIns="0"/>
          <a:lstStyle>
            <a:lvl1pPr algn="l">
              <a:lnSpc>
                <a:spcPct val="100000"/>
              </a:lnSpc>
              <a:spcBef>
                <a:spcPts val="0"/>
              </a:spcBef>
              <a:defRPr sz="1800" b="0">
                <a:latin typeface="+mn-lt"/>
              </a:defRPr>
            </a:lvl1pPr>
          </a:lstStyle>
          <a:p>
            <a:pPr lvl="0"/>
            <a:r>
              <a:t>Click to edit</a:t>
            </a:r>
          </a:p>
        </p:txBody>
      </p:sp>
    </p:spTree>
    <p:extLst>
      <p:ext uri="{BB962C8B-B14F-4D97-AF65-F5344CB8AC3E}">
        <p14:creationId xmlns:p14="http://schemas.microsoft.com/office/powerpoint/2010/main" val="86926381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Factoid Split Dark">
    <p:bg>
      <p:bgRef idx="1001">
        <a:schemeClr val="bg1"/>
      </p:bgRef>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33A7F6AC-2D36-EA4B-9F5B-00305F9EAB16}"/>
              </a:ext>
            </a:extLst>
          </p:cNvPr>
          <p:cNvSpPr/>
          <p:nvPr/>
        </p:nvSpPr>
        <p:spPr>
          <a:xfrm>
            <a:off x="6096000" y="3429000"/>
            <a:ext cx="6096000" cy="34290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1D2E75D1-50C8-A44B-85EE-80C0B5736536}"/>
              </a:ext>
            </a:extLst>
          </p:cNvPr>
          <p:cNvSpPr/>
          <p:nvPr/>
        </p:nvSpPr>
        <p:spPr>
          <a:xfrm>
            <a:off x="6096000" y="0"/>
            <a:ext cx="6096000"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0063" y="440482"/>
            <a:ext cx="5056632"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12" name="Footer Placeholder 11">
            <a:extLst>
              <a:ext uri="{FF2B5EF4-FFF2-40B4-BE49-F238E27FC236}">
                <a16:creationId xmlns:a16="http://schemas.microsoft.com/office/drawing/2014/main" id="{0DF938D9-FDBF-4E2E-9864-B9A3DEB81AA7}"/>
              </a:ext>
            </a:extLst>
          </p:cNvPr>
          <p:cNvSpPr>
            <a:spLocks noGrp="1"/>
          </p:cNvSpPr>
          <p:nvPr>
            <p:ph type="ftr" sz="quarter" idx="16"/>
          </p:nvPr>
        </p:nvSpPr>
        <p:spPr/>
        <p:txBody>
          <a:bodyPr/>
          <a:lstStyle>
            <a:lvl1pPr>
              <a:defRPr>
                <a:solidFill>
                  <a:schemeClr val="bg1"/>
                </a:solidFill>
              </a:defRPr>
            </a:lvl1pPr>
          </a:lstStyle>
          <a:p>
            <a:r>
              <a:t>Asurion Internal Use Only</a:t>
            </a:r>
          </a:p>
        </p:txBody>
      </p:sp>
      <p:sp>
        <p:nvSpPr>
          <p:cNvPr id="13" name="Slide Number Placeholder 12">
            <a:extLst>
              <a:ext uri="{FF2B5EF4-FFF2-40B4-BE49-F238E27FC236}">
                <a16:creationId xmlns:a16="http://schemas.microsoft.com/office/drawing/2014/main" id="{3F92F295-8332-4AF1-945C-EF34A8F3D014}"/>
              </a:ext>
            </a:extLst>
          </p:cNvPr>
          <p:cNvSpPr>
            <a:spLocks noGrp="1"/>
          </p:cNvSpPr>
          <p:nvPr>
            <p:ph type="sldNum" sz="quarter" idx="17"/>
          </p:nvPr>
        </p:nvSpPr>
        <p:spPr/>
        <p:txBody>
          <a:bodyPr/>
          <a:lstStyle>
            <a:lvl1pPr>
              <a:defRPr>
                <a:solidFill>
                  <a:schemeClr val="bg1"/>
                </a:solidFill>
              </a:defRPr>
            </a:lvl1pPr>
          </a:lstStyle>
          <a:p>
            <a:fld id="{9C3ACAB3-CA36-4966-8A1D-076772D39D8D}" type="slidenum">
              <a:rPr/>
              <a:pPr/>
              <a:t>‹#›</a:t>
            </a:fld>
            <a:endParaRPr/>
          </a:p>
        </p:txBody>
      </p:sp>
      <p:sp>
        <p:nvSpPr>
          <p:cNvPr id="31" name="Text Placeholder 4">
            <a:extLst>
              <a:ext uri="{FF2B5EF4-FFF2-40B4-BE49-F238E27FC236}">
                <a16:creationId xmlns:a16="http://schemas.microsoft.com/office/drawing/2014/main" id="{1AA52CFB-7227-B94E-A04F-5E3794B0F8E5}"/>
              </a:ext>
            </a:extLst>
          </p:cNvPr>
          <p:cNvSpPr>
            <a:spLocks noGrp="1"/>
          </p:cNvSpPr>
          <p:nvPr>
            <p:ph type="body" sz="quarter" idx="25" hasCustomPrompt="1"/>
          </p:nvPr>
        </p:nvSpPr>
        <p:spPr>
          <a:xfrm>
            <a:off x="500064" y="2350522"/>
            <a:ext cx="5095874" cy="2254135"/>
          </a:xfrm>
        </p:spPr>
        <p:txBody>
          <a:bodyPr lIns="0" anchor="ctr" anchorCtr="0"/>
          <a:lstStyle>
            <a:lvl1pPr algn="l">
              <a:lnSpc>
                <a:spcPct val="100000"/>
              </a:lnSpc>
              <a:spcBef>
                <a:spcPts val="0"/>
              </a:spcBef>
              <a:spcAft>
                <a:spcPts val="600"/>
              </a:spcAft>
              <a:defRPr sz="1800" b="0">
                <a:latin typeface="+mn-lt"/>
              </a:defRPr>
            </a:lvl1pPr>
          </a:lstStyle>
          <a:p>
            <a:pPr lvl="0"/>
            <a:r>
              <a:t>Click to edit</a:t>
            </a:r>
          </a:p>
        </p:txBody>
      </p:sp>
      <p:sp>
        <p:nvSpPr>
          <p:cNvPr id="34" name="Text Placeholder 2">
            <a:extLst>
              <a:ext uri="{FF2B5EF4-FFF2-40B4-BE49-F238E27FC236}">
                <a16:creationId xmlns:a16="http://schemas.microsoft.com/office/drawing/2014/main" id="{F5A3AB30-CF44-7248-A3D3-3F5409CF34B4}"/>
              </a:ext>
            </a:extLst>
          </p:cNvPr>
          <p:cNvSpPr>
            <a:spLocks noGrp="1"/>
          </p:cNvSpPr>
          <p:nvPr>
            <p:ph type="body" sz="quarter" idx="22" hasCustomPrompt="1"/>
          </p:nvPr>
        </p:nvSpPr>
        <p:spPr>
          <a:xfrm>
            <a:off x="6235700" y="1235904"/>
            <a:ext cx="2863693" cy="1231106"/>
          </a:xfrm>
        </p:spPr>
        <p:txBody>
          <a:bodyPr wrap="square" lIns="0">
            <a:spAutoFit/>
          </a:bodyPr>
          <a:lstStyle>
            <a:lvl1pPr algn="r">
              <a:lnSpc>
                <a:spcPct val="100000"/>
              </a:lnSpc>
              <a:spcBef>
                <a:spcPts val="0"/>
              </a:spcBef>
              <a:defRPr sz="8000" b="0">
                <a:solidFill>
                  <a:schemeClr val="bg1"/>
                </a:solidFill>
              </a:defRPr>
            </a:lvl1pPr>
          </a:lstStyle>
          <a:p>
            <a:pPr lvl="0"/>
            <a:r>
              <a:t>#</a:t>
            </a:r>
          </a:p>
        </p:txBody>
      </p:sp>
      <p:sp>
        <p:nvSpPr>
          <p:cNvPr id="35" name="Text Placeholder 4">
            <a:extLst>
              <a:ext uri="{FF2B5EF4-FFF2-40B4-BE49-F238E27FC236}">
                <a16:creationId xmlns:a16="http://schemas.microsoft.com/office/drawing/2014/main" id="{703B6F5A-60F0-DC4B-A37F-01DBA21C5CBD}"/>
              </a:ext>
            </a:extLst>
          </p:cNvPr>
          <p:cNvSpPr>
            <a:spLocks noGrp="1"/>
          </p:cNvSpPr>
          <p:nvPr>
            <p:ph type="body" sz="quarter" idx="27" hasCustomPrompt="1"/>
          </p:nvPr>
        </p:nvSpPr>
        <p:spPr>
          <a:xfrm>
            <a:off x="9233204" y="1415428"/>
            <a:ext cx="2458733" cy="837118"/>
          </a:xfrm>
        </p:spPr>
        <p:txBody>
          <a:bodyPr lIns="91440" anchor="ctr" anchorCtr="0"/>
          <a:lstStyle>
            <a:lvl1pPr algn="l">
              <a:lnSpc>
                <a:spcPct val="100000"/>
              </a:lnSpc>
              <a:spcBef>
                <a:spcPts val="0"/>
              </a:spcBef>
              <a:defRPr sz="1400" b="0">
                <a:solidFill>
                  <a:schemeClr val="bg1"/>
                </a:solidFill>
                <a:latin typeface="+mn-lt"/>
              </a:defRPr>
            </a:lvl1pPr>
          </a:lstStyle>
          <a:p>
            <a:pPr lvl="0"/>
            <a:r>
              <a:t>Click to edit</a:t>
            </a:r>
          </a:p>
        </p:txBody>
      </p:sp>
      <p:sp>
        <p:nvSpPr>
          <p:cNvPr id="16" name="Content Placeholder 3">
            <a:extLst>
              <a:ext uri="{FF2B5EF4-FFF2-40B4-BE49-F238E27FC236}">
                <a16:creationId xmlns:a16="http://schemas.microsoft.com/office/drawing/2014/main" id="{956821E9-8772-804F-B6CD-FF23B856CA86}"/>
              </a:ext>
            </a:extLst>
          </p:cNvPr>
          <p:cNvSpPr>
            <a:spLocks noGrp="1"/>
          </p:cNvSpPr>
          <p:nvPr>
            <p:ph sz="quarter" idx="30" hasCustomPrompt="1"/>
          </p:nvPr>
        </p:nvSpPr>
        <p:spPr>
          <a:xfrm>
            <a:off x="7667546" y="3801447"/>
            <a:ext cx="2937214" cy="2090868"/>
          </a:xfrm>
        </p:spPr>
        <p:txBody>
          <a:bodyPr/>
          <a:lstStyle>
            <a:lvl1pPr>
              <a:defRPr sz="1400" b="1">
                <a:solidFill>
                  <a:schemeClr val="bg1"/>
                </a:solidFill>
              </a:defRPr>
            </a:lvl1pPr>
          </a:lstStyle>
          <a:p>
            <a:pPr lvl="0"/>
            <a:r>
              <a:t>Content</a:t>
            </a:r>
          </a:p>
        </p:txBody>
      </p:sp>
    </p:spTree>
    <p:extLst>
      <p:ext uri="{BB962C8B-B14F-4D97-AF65-F5344CB8AC3E}">
        <p14:creationId xmlns:p14="http://schemas.microsoft.com/office/powerpoint/2010/main" val="19191397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Eight Numbered Facts">
    <p:spTree>
      <p:nvGrpSpPr>
        <p:cNvPr id="1" name=""/>
        <p:cNvGrpSpPr/>
        <p:nvPr/>
      </p:nvGrpSpPr>
      <p:grpSpPr>
        <a:xfrm>
          <a:off x="0" y="0"/>
          <a:ext cx="0" cy="0"/>
          <a:chOff x="0" y="0"/>
          <a:chExt cx="0" cy="0"/>
        </a:xfrm>
      </p:grpSpPr>
      <p:sp>
        <p:nvSpPr>
          <p:cNvPr id="8" name="Title 7"/>
          <p:cNvSpPr>
            <a:spLocks noGrp="1"/>
          </p:cNvSpPr>
          <p:nvPr>
            <p:ph type="title"/>
          </p:nvPr>
        </p:nvSpPr>
        <p:spPr>
          <a:xfrm>
            <a:off x="500063" y="440482"/>
            <a:ext cx="11191875"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20" name="Footer Placeholder 19">
            <a:extLst>
              <a:ext uri="{FF2B5EF4-FFF2-40B4-BE49-F238E27FC236}">
                <a16:creationId xmlns:a16="http://schemas.microsoft.com/office/drawing/2014/main" id="{22F74907-9901-41D8-B02E-D5156ACAC596}"/>
              </a:ext>
            </a:extLst>
          </p:cNvPr>
          <p:cNvSpPr>
            <a:spLocks noGrp="1"/>
          </p:cNvSpPr>
          <p:nvPr>
            <p:ph type="ftr" sz="quarter" idx="20"/>
          </p:nvPr>
        </p:nvSpPr>
        <p:spPr/>
        <p:txBody>
          <a:bodyPr/>
          <a:lstStyle/>
          <a:p>
            <a:r>
              <a:t>Asurion Internal Use Only</a:t>
            </a:r>
          </a:p>
        </p:txBody>
      </p:sp>
      <p:sp>
        <p:nvSpPr>
          <p:cNvPr id="21" name="Slide Number Placeholder 20">
            <a:extLst>
              <a:ext uri="{FF2B5EF4-FFF2-40B4-BE49-F238E27FC236}">
                <a16:creationId xmlns:a16="http://schemas.microsoft.com/office/drawing/2014/main" id="{1CD76F14-B7C1-4783-A9BB-4763BFA88751}"/>
              </a:ext>
            </a:extLst>
          </p:cNvPr>
          <p:cNvSpPr>
            <a:spLocks noGrp="1"/>
          </p:cNvSpPr>
          <p:nvPr>
            <p:ph type="sldNum" sz="quarter" idx="21"/>
          </p:nvPr>
        </p:nvSpPr>
        <p:spPr/>
        <p:txBody>
          <a:bodyPr/>
          <a:lstStyle/>
          <a:p>
            <a:fld id="{9C3ACAB3-CA36-4966-8A1D-076772D39D8D}" type="slidenum">
              <a:rPr/>
              <a:pPr/>
              <a:t>‹#›</a:t>
            </a:fld>
            <a:endParaRPr/>
          </a:p>
        </p:txBody>
      </p:sp>
      <p:sp>
        <p:nvSpPr>
          <p:cNvPr id="27" name="Text Placeholder 10">
            <a:extLst>
              <a:ext uri="{FF2B5EF4-FFF2-40B4-BE49-F238E27FC236}">
                <a16:creationId xmlns:a16="http://schemas.microsoft.com/office/drawing/2014/main" id="{51866E3A-7DEB-5C4E-8324-44DAFB711044}"/>
              </a:ext>
            </a:extLst>
          </p:cNvPr>
          <p:cNvSpPr>
            <a:spLocks noGrp="1"/>
          </p:cNvSpPr>
          <p:nvPr>
            <p:ph type="body" sz="quarter" idx="14" hasCustomPrompt="1"/>
          </p:nvPr>
        </p:nvSpPr>
        <p:spPr>
          <a:xfrm>
            <a:off x="799032" y="2645919"/>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53" name="Text Placeholder 2">
            <a:extLst>
              <a:ext uri="{FF2B5EF4-FFF2-40B4-BE49-F238E27FC236}">
                <a16:creationId xmlns:a16="http://schemas.microsoft.com/office/drawing/2014/main" id="{2203A6C8-48F7-4D4E-AD85-EAA8F99930FB}"/>
              </a:ext>
            </a:extLst>
          </p:cNvPr>
          <p:cNvSpPr>
            <a:spLocks noGrp="1"/>
          </p:cNvSpPr>
          <p:nvPr>
            <p:ph type="body" sz="quarter" idx="22" hasCustomPrompt="1"/>
          </p:nvPr>
        </p:nvSpPr>
        <p:spPr>
          <a:xfrm>
            <a:off x="799034" y="2009049"/>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54" name="Text Placeholder 10">
            <a:extLst>
              <a:ext uri="{FF2B5EF4-FFF2-40B4-BE49-F238E27FC236}">
                <a16:creationId xmlns:a16="http://schemas.microsoft.com/office/drawing/2014/main" id="{CF2CF0DB-CDB9-1C4A-8839-F41C532D5CBC}"/>
              </a:ext>
            </a:extLst>
          </p:cNvPr>
          <p:cNvSpPr>
            <a:spLocks noGrp="1"/>
          </p:cNvSpPr>
          <p:nvPr>
            <p:ph type="body" sz="quarter" idx="36" hasCustomPrompt="1"/>
          </p:nvPr>
        </p:nvSpPr>
        <p:spPr>
          <a:xfrm>
            <a:off x="1403870" y="2009049"/>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55" name="Text Placeholder 10">
            <a:extLst>
              <a:ext uri="{FF2B5EF4-FFF2-40B4-BE49-F238E27FC236}">
                <a16:creationId xmlns:a16="http://schemas.microsoft.com/office/drawing/2014/main" id="{AE28C0EB-3AAE-0047-9B43-726D44D97030}"/>
              </a:ext>
            </a:extLst>
          </p:cNvPr>
          <p:cNvSpPr>
            <a:spLocks noGrp="1"/>
          </p:cNvSpPr>
          <p:nvPr>
            <p:ph type="body" sz="quarter" idx="37" hasCustomPrompt="1"/>
          </p:nvPr>
        </p:nvSpPr>
        <p:spPr>
          <a:xfrm>
            <a:off x="3564953" y="2645919"/>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56" name="Text Placeholder 2">
            <a:extLst>
              <a:ext uri="{FF2B5EF4-FFF2-40B4-BE49-F238E27FC236}">
                <a16:creationId xmlns:a16="http://schemas.microsoft.com/office/drawing/2014/main" id="{B085BC16-2098-9147-A6CA-B4CD22B9ED7C}"/>
              </a:ext>
            </a:extLst>
          </p:cNvPr>
          <p:cNvSpPr>
            <a:spLocks noGrp="1"/>
          </p:cNvSpPr>
          <p:nvPr>
            <p:ph type="body" sz="quarter" idx="38" hasCustomPrompt="1"/>
          </p:nvPr>
        </p:nvSpPr>
        <p:spPr>
          <a:xfrm>
            <a:off x="3564955" y="2009049"/>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57" name="Text Placeholder 10">
            <a:extLst>
              <a:ext uri="{FF2B5EF4-FFF2-40B4-BE49-F238E27FC236}">
                <a16:creationId xmlns:a16="http://schemas.microsoft.com/office/drawing/2014/main" id="{9E61EAAA-A66E-D846-8EDA-9834B2616C32}"/>
              </a:ext>
            </a:extLst>
          </p:cNvPr>
          <p:cNvSpPr>
            <a:spLocks noGrp="1"/>
          </p:cNvSpPr>
          <p:nvPr>
            <p:ph type="body" sz="quarter" idx="39" hasCustomPrompt="1"/>
          </p:nvPr>
        </p:nvSpPr>
        <p:spPr>
          <a:xfrm>
            <a:off x="4169791" y="2009049"/>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58" name="Text Placeholder 10">
            <a:extLst>
              <a:ext uri="{FF2B5EF4-FFF2-40B4-BE49-F238E27FC236}">
                <a16:creationId xmlns:a16="http://schemas.microsoft.com/office/drawing/2014/main" id="{288D383F-E969-DA4F-BE90-F15614FF2486}"/>
              </a:ext>
            </a:extLst>
          </p:cNvPr>
          <p:cNvSpPr>
            <a:spLocks noGrp="1"/>
          </p:cNvSpPr>
          <p:nvPr>
            <p:ph type="body" sz="quarter" idx="40" hasCustomPrompt="1"/>
          </p:nvPr>
        </p:nvSpPr>
        <p:spPr>
          <a:xfrm>
            <a:off x="6355954" y="2643295"/>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59" name="Text Placeholder 2">
            <a:extLst>
              <a:ext uri="{FF2B5EF4-FFF2-40B4-BE49-F238E27FC236}">
                <a16:creationId xmlns:a16="http://schemas.microsoft.com/office/drawing/2014/main" id="{A40412F6-ABC2-824C-A321-7EB4158892A5}"/>
              </a:ext>
            </a:extLst>
          </p:cNvPr>
          <p:cNvSpPr>
            <a:spLocks noGrp="1"/>
          </p:cNvSpPr>
          <p:nvPr>
            <p:ph type="body" sz="quarter" idx="41" hasCustomPrompt="1"/>
          </p:nvPr>
        </p:nvSpPr>
        <p:spPr>
          <a:xfrm>
            <a:off x="6355956" y="2006425"/>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60" name="Text Placeholder 10">
            <a:extLst>
              <a:ext uri="{FF2B5EF4-FFF2-40B4-BE49-F238E27FC236}">
                <a16:creationId xmlns:a16="http://schemas.microsoft.com/office/drawing/2014/main" id="{F8D29A9A-8DF4-7141-834D-BD93C48F105E}"/>
              </a:ext>
            </a:extLst>
          </p:cNvPr>
          <p:cNvSpPr>
            <a:spLocks noGrp="1"/>
          </p:cNvSpPr>
          <p:nvPr>
            <p:ph type="body" sz="quarter" idx="42" hasCustomPrompt="1"/>
          </p:nvPr>
        </p:nvSpPr>
        <p:spPr>
          <a:xfrm>
            <a:off x="6960792" y="2006425"/>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61" name="Text Placeholder 10">
            <a:extLst>
              <a:ext uri="{FF2B5EF4-FFF2-40B4-BE49-F238E27FC236}">
                <a16:creationId xmlns:a16="http://schemas.microsoft.com/office/drawing/2014/main" id="{843DE115-8C87-8344-8886-25A75BB8D95A}"/>
              </a:ext>
            </a:extLst>
          </p:cNvPr>
          <p:cNvSpPr>
            <a:spLocks noGrp="1"/>
          </p:cNvSpPr>
          <p:nvPr>
            <p:ph type="body" sz="quarter" idx="43" hasCustomPrompt="1"/>
          </p:nvPr>
        </p:nvSpPr>
        <p:spPr>
          <a:xfrm>
            <a:off x="9087822" y="2645919"/>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62" name="Text Placeholder 2">
            <a:extLst>
              <a:ext uri="{FF2B5EF4-FFF2-40B4-BE49-F238E27FC236}">
                <a16:creationId xmlns:a16="http://schemas.microsoft.com/office/drawing/2014/main" id="{A7C507EF-6B56-8142-A1B5-703F7301FA5E}"/>
              </a:ext>
            </a:extLst>
          </p:cNvPr>
          <p:cNvSpPr>
            <a:spLocks noGrp="1"/>
          </p:cNvSpPr>
          <p:nvPr>
            <p:ph type="body" sz="quarter" idx="44" hasCustomPrompt="1"/>
          </p:nvPr>
        </p:nvSpPr>
        <p:spPr>
          <a:xfrm>
            <a:off x="9087824" y="2009049"/>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63" name="Text Placeholder 10">
            <a:extLst>
              <a:ext uri="{FF2B5EF4-FFF2-40B4-BE49-F238E27FC236}">
                <a16:creationId xmlns:a16="http://schemas.microsoft.com/office/drawing/2014/main" id="{047276DC-2172-434C-A123-1524D3E5DB80}"/>
              </a:ext>
            </a:extLst>
          </p:cNvPr>
          <p:cNvSpPr>
            <a:spLocks noGrp="1"/>
          </p:cNvSpPr>
          <p:nvPr>
            <p:ph type="body" sz="quarter" idx="45" hasCustomPrompt="1"/>
          </p:nvPr>
        </p:nvSpPr>
        <p:spPr>
          <a:xfrm>
            <a:off x="9692660" y="2009049"/>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67" name="Text Placeholder 10">
            <a:extLst>
              <a:ext uri="{FF2B5EF4-FFF2-40B4-BE49-F238E27FC236}">
                <a16:creationId xmlns:a16="http://schemas.microsoft.com/office/drawing/2014/main" id="{CD273DAC-811D-1A48-B24F-1BEC6D6CAE3B}"/>
              </a:ext>
            </a:extLst>
          </p:cNvPr>
          <p:cNvSpPr>
            <a:spLocks noGrp="1"/>
          </p:cNvSpPr>
          <p:nvPr>
            <p:ph type="body" sz="quarter" idx="46" hasCustomPrompt="1"/>
          </p:nvPr>
        </p:nvSpPr>
        <p:spPr>
          <a:xfrm>
            <a:off x="799032" y="4578907"/>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68" name="Text Placeholder 2">
            <a:extLst>
              <a:ext uri="{FF2B5EF4-FFF2-40B4-BE49-F238E27FC236}">
                <a16:creationId xmlns:a16="http://schemas.microsoft.com/office/drawing/2014/main" id="{E22A3C03-E052-BE45-AB65-9153D3E52409}"/>
              </a:ext>
            </a:extLst>
          </p:cNvPr>
          <p:cNvSpPr>
            <a:spLocks noGrp="1"/>
          </p:cNvSpPr>
          <p:nvPr>
            <p:ph type="body" sz="quarter" idx="47" hasCustomPrompt="1"/>
          </p:nvPr>
        </p:nvSpPr>
        <p:spPr>
          <a:xfrm>
            <a:off x="799034" y="3942037"/>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69" name="Text Placeholder 10">
            <a:extLst>
              <a:ext uri="{FF2B5EF4-FFF2-40B4-BE49-F238E27FC236}">
                <a16:creationId xmlns:a16="http://schemas.microsoft.com/office/drawing/2014/main" id="{6D80D084-8BE0-AA45-9990-239C8C7054EC}"/>
              </a:ext>
            </a:extLst>
          </p:cNvPr>
          <p:cNvSpPr>
            <a:spLocks noGrp="1"/>
          </p:cNvSpPr>
          <p:nvPr>
            <p:ph type="body" sz="quarter" idx="48" hasCustomPrompt="1"/>
          </p:nvPr>
        </p:nvSpPr>
        <p:spPr>
          <a:xfrm>
            <a:off x="1403870" y="3942037"/>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70" name="Text Placeholder 10">
            <a:extLst>
              <a:ext uri="{FF2B5EF4-FFF2-40B4-BE49-F238E27FC236}">
                <a16:creationId xmlns:a16="http://schemas.microsoft.com/office/drawing/2014/main" id="{3D6EC247-3707-CF41-9AFF-46DCFF35B9C4}"/>
              </a:ext>
            </a:extLst>
          </p:cNvPr>
          <p:cNvSpPr>
            <a:spLocks noGrp="1"/>
          </p:cNvSpPr>
          <p:nvPr>
            <p:ph type="body" sz="quarter" idx="49" hasCustomPrompt="1"/>
          </p:nvPr>
        </p:nvSpPr>
        <p:spPr>
          <a:xfrm>
            <a:off x="3564953" y="4578907"/>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71" name="Text Placeholder 2">
            <a:extLst>
              <a:ext uri="{FF2B5EF4-FFF2-40B4-BE49-F238E27FC236}">
                <a16:creationId xmlns:a16="http://schemas.microsoft.com/office/drawing/2014/main" id="{F712BE49-08EC-9644-BA42-E079E6F4B0A5}"/>
              </a:ext>
            </a:extLst>
          </p:cNvPr>
          <p:cNvSpPr>
            <a:spLocks noGrp="1"/>
          </p:cNvSpPr>
          <p:nvPr>
            <p:ph type="body" sz="quarter" idx="50" hasCustomPrompt="1"/>
          </p:nvPr>
        </p:nvSpPr>
        <p:spPr>
          <a:xfrm>
            <a:off x="3564955" y="3942037"/>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72" name="Text Placeholder 10">
            <a:extLst>
              <a:ext uri="{FF2B5EF4-FFF2-40B4-BE49-F238E27FC236}">
                <a16:creationId xmlns:a16="http://schemas.microsoft.com/office/drawing/2014/main" id="{BB6BD5CF-5783-3C4F-BF8D-B06E51A0EC61}"/>
              </a:ext>
            </a:extLst>
          </p:cNvPr>
          <p:cNvSpPr>
            <a:spLocks noGrp="1"/>
          </p:cNvSpPr>
          <p:nvPr>
            <p:ph type="body" sz="quarter" idx="51" hasCustomPrompt="1"/>
          </p:nvPr>
        </p:nvSpPr>
        <p:spPr>
          <a:xfrm>
            <a:off x="4169791" y="3942037"/>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73" name="Text Placeholder 10">
            <a:extLst>
              <a:ext uri="{FF2B5EF4-FFF2-40B4-BE49-F238E27FC236}">
                <a16:creationId xmlns:a16="http://schemas.microsoft.com/office/drawing/2014/main" id="{89364852-4B67-BE4C-B32D-D6F4629D2878}"/>
              </a:ext>
            </a:extLst>
          </p:cNvPr>
          <p:cNvSpPr>
            <a:spLocks noGrp="1"/>
          </p:cNvSpPr>
          <p:nvPr>
            <p:ph type="body" sz="quarter" idx="52" hasCustomPrompt="1"/>
          </p:nvPr>
        </p:nvSpPr>
        <p:spPr>
          <a:xfrm>
            <a:off x="6355954" y="4576283"/>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74" name="Text Placeholder 2">
            <a:extLst>
              <a:ext uri="{FF2B5EF4-FFF2-40B4-BE49-F238E27FC236}">
                <a16:creationId xmlns:a16="http://schemas.microsoft.com/office/drawing/2014/main" id="{EAB19194-3969-F64C-86BF-9B57D83CAF3B}"/>
              </a:ext>
            </a:extLst>
          </p:cNvPr>
          <p:cNvSpPr>
            <a:spLocks noGrp="1"/>
          </p:cNvSpPr>
          <p:nvPr>
            <p:ph type="body" sz="quarter" idx="53" hasCustomPrompt="1"/>
          </p:nvPr>
        </p:nvSpPr>
        <p:spPr>
          <a:xfrm>
            <a:off x="6355956" y="3939413"/>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75" name="Text Placeholder 10">
            <a:extLst>
              <a:ext uri="{FF2B5EF4-FFF2-40B4-BE49-F238E27FC236}">
                <a16:creationId xmlns:a16="http://schemas.microsoft.com/office/drawing/2014/main" id="{49080CC3-7630-F140-9CF8-8794360A5476}"/>
              </a:ext>
            </a:extLst>
          </p:cNvPr>
          <p:cNvSpPr>
            <a:spLocks noGrp="1"/>
          </p:cNvSpPr>
          <p:nvPr>
            <p:ph type="body" sz="quarter" idx="54" hasCustomPrompt="1"/>
          </p:nvPr>
        </p:nvSpPr>
        <p:spPr>
          <a:xfrm>
            <a:off x="6960792" y="3939413"/>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76" name="Text Placeholder 10">
            <a:extLst>
              <a:ext uri="{FF2B5EF4-FFF2-40B4-BE49-F238E27FC236}">
                <a16:creationId xmlns:a16="http://schemas.microsoft.com/office/drawing/2014/main" id="{56852BAC-70A5-1D4E-BC18-FBEFD6D03BB5}"/>
              </a:ext>
            </a:extLst>
          </p:cNvPr>
          <p:cNvSpPr>
            <a:spLocks noGrp="1"/>
          </p:cNvSpPr>
          <p:nvPr>
            <p:ph type="body" sz="quarter" idx="55" hasCustomPrompt="1"/>
          </p:nvPr>
        </p:nvSpPr>
        <p:spPr>
          <a:xfrm>
            <a:off x="9087822" y="4578907"/>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77" name="Text Placeholder 2">
            <a:extLst>
              <a:ext uri="{FF2B5EF4-FFF2-40B4-BE49-F238E27FC236}">
                <a16:creationId xmlns:a16="http://schemas.microsoft.com/office/drawing/2014/main" id="{259A7000-3C5E-BB43-A5AE-594FB6186AE2}"/>
              </a:ext>
            </a:extLst>
          </p:cNvPr>
          <p:cNvSpPr>
            <a:spLocks noGrp="1"/>
          </p:cNvSpPr>
          <p:nvPr>
            <p:ph type="body" sz="quarter" idx="56" hasCustomPrompt="1"/>
          </p:nvPr>
        </p:nvSpPr>
        <p:spPr>
          <a:xfrm>
            <a:off x="9087824" y="3942037"/>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78" name="Text Placeholder 10">
            <a:extLst>
              <a:ext uri="{FF2B5EF4-FFF2-40B4-BE49-F238E27FC236}">
                <a16:creationId xmlns:a16="http://schemas.microsoft.com/office/drawing/2014/main" id="{771ABC88-66E2-FB42-807A-A13D16900BA7}"/>
              </a:ext>
            </a:extLst>
          </p:cNvPr>
          <p:cNvSpPr>
            <a:spLocks noGrp="1"/>
          </p:cNvSpPr>
          <p:nvPr>
            <p:ph type="body" sz="quarter" idx="57" hasCustomPrompt="1"/>
          </p:nvPr>
        </p:nvSpPr>
        <p:spPr>
          <a:xfrm>
            <a:off x="9692660" y="3942037"/>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Tree>
    <p:extLst>
      <p:ext uri="{BB962C8B-B14F-4D97-AF65-F5344CB8AC3E}">
        <p14:creationId xmlns:p14="http://schemas.microsoft.com/office/powerpoint/2010/main" val="57960209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Eight Numbers Facts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00063" y="440482"/>
            <a:ext cx="11192256" cy="1080135"/>
          </a:xfrm>
        </p:spPr>
        <p:txBody>
          <a:bodyPr/>
          <a:lstStyle>
            <a:lvl1pPr>
              <a:defRPr b="0" i="0">
                <a:latin typeface="Calibri Light" panose="020F0302020204030204" pitchFamily="34" charset="0"/>
                <a:cs typeface="Calibri Light" panose="020F0302020204030204" pitchFamily="34" charset="0"/>
              </a:defRPr>
            </a:lvl1pPr>
          </a:lstStyle>
          <a:p>
            <a:r>
              <a:t>Click to edit Master title style</a:t>
            </a:r>
          </a:p>
        </p:txBody>
      </p:sp>
      <p:sp>
        <p:nvSpPr>
          <p:cNvPr id="12" name="Footer Placeholder 11">
            <a:extLst>
              <a:ext uri="{FF2B5EF4-FFF2-40B4-BE49-F238E27FC236}">
                <a16:creationId xmlns:a16="http://schemas.microsoft.com/office/drawing/2014/main" id="{0DF938D9-FDBF-4E2E-9864-B9A3DEB81AA7}"/>
              </a:ext>
            </a:extLst>
          </p:cNvPr>
          <p:cNvSpPr>
            <a:spLocks noGrp="1"/>
          </p:cNvSpPr>
          <p:nvPr>
            <p:ph type="ftr" sz="quarter" idx="16"/>
          </p:nvPr>
        </p:nvSpPr>
        <p:spPr/>
        <p:txBody>
          <a:bodyPr/>
          <a:lstStyle>
            <a:lvl1pPr>
              <a:defRPr>
                <a:solidFill>
                  <a:schemeClr val="tx1"/>
                </a:solidFill>
              </a:defRPr>
            </a:lvl1pPr>
          </a:lstStyle>
          <a:p>
            <a:r>
              <a:t>Asurion Internal Use Only</a:t>
            </a:r>
          </a:p>
        </p:txBody>
      </p:sp>
      <p:sp>
        <p:nvSpPr>
          <p:cNvPr id="13" name="Slide Number Placeholder 12">
            <a:extLst>
              <a:ext uri="{FF2B5EF4-FFF2-40B4-BE49-F238E27FC236}">
                <a16:creationId xmlns:a16="http://schemas.microsoft.com/office/drawing/2014/main" id="{3F92F295-8332-4AF1-945C-EF34A8F3D014}"/>
              </a:ext>
            </a:extLst>
          </p:cNvPr>
          <p:cNvSpPr>
            <a:spLocks noGrp="1"/>
          </p:cNvSpPr>
          <p:nvPr>
            <p:ph type="sldNum" sz="quarter" idx="17"/>
          </p:nvPr>
        </p:nvSpPr>
        <p:spPr/>
        <p:txBody>
          <a:bodyPr/>
          <a:lstStyle>
            <a:lvl1pPr>
              <a:defRPr>
                <a:solidFill>
                  <a:schemeClr val="tx1"/>
                </a:solidFill>
              </a:defRPr>
            </a:lvl1pPr>
          </a:lstStyle>
          <a:p>
            <a:fld id="{9C3ACAB3-CA36-4966-8A1D-076772D39D8D}" type="slidenum">
              <a:rPr/>
              <a:pPr/>
              <a:t>‹#›</a:t>
            </a:fld>
            <a:endParaRPr/>
          </a:p>
        </p:txBody>
      </p:sp>
      <p:sp>
        <p:nvSpPr>
          <p:cNvPr id="14" name="Text Placeholder 10">
            <a:extLst>
              <a:ext uri="{FF2B5EF4-FFF2-40B4-BE49-F238E27FC236}">
                <a16:creationId xmlns:a16="http://schemas.microsoft.com/office/drawing/2014/main" id="{B9A0D239-81E9-6647-BF62-476D7D0AEFAE}"/>
              </a:ext>
            </a:extLst>
          </p:cNvPr>
          <p:cNvSpPr>
            <a:spLocks noGrp="1"/>
          </p:cNvSpPr>
          <p:nvPr>
            <p:ph type="body" sz="quarter" idx="14" hasCustomPrompt="1"/>
          </p:nvPr>
        </p:nvSpPr>
        <p:spPr>
          <a:xfrm>
            <a:off x="799032" y="2645919"/>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16" name="Text Placeholder 2">
            <a:extLst>
              <a:ext uri="{FF2B5EF4-FFF2-40B4-BE49-F238E27FC236}">
                <a16:creationId xmlns:a16="http://schemas.microsoft.com/office/drawing/2014/main" id="{27B3718C-D3BC-0A4A-AB24-8E0527BD0BC7}"/>
              </a:ext>
            </a:extLst>
          </p:cNvPr>
          <p:cNvSpPr>
            <a:spLocks noGrp="1"/>
          </p:cNvSpPr>
          <p:nvPr>
            <p:ph type="body" sz="quarter" idx="22" hasCustomPrompt="1"/>
          </p:nvPr>
        </p:nvSpPr>
        <p:spPr>
          <a:xfrm>
            <a:off x="799034" y="2009049"/>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17" name="Text Placeholder 10">
            <a:extLst>
              <a:ext uri="{FF2B5EF4-FFF2-40B4-BE49-F238E27FC236}">
                <a16:creationId xmlns:a16="http://schemas.microsoft.com/office/drawing/2014/main" id="{EE3CF9FC-234B-B34A-AEED-DD9EA191F1E8}"/>
              </a:ext>
            </a:extLst>
          </p:cNvPr>
          <p:cNvSpPr>
            <a:spLocks noGrp="1"/>
          </p:cNvSpPr>
          <p:nvPr>
            <p:ph type="body" sz="quarter" idx="36" hasCustomPrompt="1"/>
          </p:nvPr>
        </p:nvSpPr>
        <p:spPr>
          <a:xfrm>
            <a:off x="1403870" y="2009049"/>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18" name="Text Placeholder 10">
            <a:extLst>
              <a:ext uri="{FF2B5EF4-FFF2-40B4-BE49-F238E27FC236}">
                <a16:creationId xmlns:a16="http://schemas.microsoft.com/office/drawing/2014/main" id="{41D09DAB-1589-E34E-A510-555E37F2B147}"/>
              </a:ext>
            </a:extLst>
          </p:cNvPr>
          <p:cNvSpPr>
            <a:spLocks noGrp="1"/>
          </p:cNvSpPr>
          <p:nvPr>
            <p:ph type="body" sz="quarter" idx="37" hasCustomPrompt="1"/>
          </p:nvPr>
        </p:nvSpPr>
        <p:spPr>
          <a:xfrm>
            <a:off x="3564953" y="2645919"/>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19" name="Text Placeholder 2">
            <a:extLst>
              <a:ext uri="{FF2B5EF4-FFF2-40B4-BE49-F238E27FC236}">
                <a16:creationId xmlns:a16="http://schemas.microsoft.com/office/drawing/2014/main" id="{D0148C53-1352-2940-948D-748160CC579F}"/>
              </a:ext>
            </a:extLst>
          </p:cNvPr>
          <p:cNvSpPr>
            <a:spLocks noGrp="1"/>
          </p:cNvSpPr>
          <p:nvPr>
            <p:ph type="body" sz="quarter" idx="38" hasCustomPrompt="1"/>
          </p:nvPr>
        </p:nvSpPr>
        <p:spPr>
          <a:xfrm>
            <a:off x="3564955" y="2009049"/>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21" name="Text Placeholder 10">
            <a:extLst>
              <a:ext uri="{FF2B5EF4-FFF2-40B4-BE49-F238E27FC236}">
                <a16:creationId xmlns:a16="http://schemas.microsoft.com/office/drawing/2014/main" id="{EBA9D11E-F868-C845-97E0-A54B829042E3}"/>
              </a:ext>
            </a:extLst>
          </p:cNvPr>
          <p:cNvSpPr>
            <a:spLocks noGrp="1"/>
          </p:cNvSpPr>
          <p:nvPr>
            <p:ph type="body" sz="quarter" idx="39" hasCustomPrompt="1"/>
          </p:nvPr>
        </p:nvSpPr>
        <p:spPr>
          <a:xfrm>
            <a:off x="4169791" y="2009049"/>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22" name="Text Placeholder 10">
            <a:extLst>
              <a:ext uri="{FF2B5EF4-FFF2-40B4-BE49-F238E27FC236}">
                <a16:creationId xmlns:a16="http://schemas.microsoft.com/office/drawing/2014/main" id="{DAB052B3-0DA4-6A48-B41E-0E11CF17D0B5}"/>
              </a:ext>
            </a:extLst>
          </p:cNvPr>
          <p:cNvSpPr>
            <a:spLocks noGrp="1"/>
          </p:cNvSpPr>
          <p:nvPr>
            <p:ph type="body" sz="quarter" idx="40" hasCustomPrompt="1"/>
          </p:nvPr>
        </p:nvSpPr>
        <p:spPr>
          <a:xfrm>
            <a:off x="6355954" y="2643295"/>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23" name="Text Placeholder 2">
            <a:extLst>
              <a:ext uri="{FF2B5EF4-FFF2-40B4-BE49-F238E27FC236}">
                <a16:creationId xmlns:a16="http://schemas.microsoft.com/office/drawing/2014/main" id="{0FE77869-6ECC-DB4F-A3D0-18767E1BEBAE}"/>
              </a:ext>
            </a:extLst>
          </p:cNvPr>
          <p:cNvSpPr>
            <a:spLocks noGrp="1"/>
          </p:cNvSpPr>
          <p:nvPr>
            <p:ph type="body" sz="quarter" idx="41" hasCustomPrompt="1"/>
          </p:nvPr>
        </p:nvSpPr>
        <p:spPr>
          <a:xfrm>
            <a:off x="6355956" y="2006425"/>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24" name="Text Placeholder 10">
            <a:extLst>
              <a:ext uri="{FF2B5EF4-FFF2-40B4-BE49-F238E27FC236}">
                <a16:creationId xmlns:a16="http://schemas.microsoft.com/office/drawing/2014/main" id="{D2A7BAE2-7988-A84E-8577-17742D7D8685}"/>
              </a:ext>
            </a:extLst>
          </p:cNvPr>
          <p:cNvSpPr>
            <a:spLocks noGrp="1"/>
          </p:cNvSpPr>
          <p:nvPr>
            <p:ph type="body" sz="quarter" idx="42" hasCustomPrompt="1"/>
          </p:nvPr>
        </p:nvSpPr>
        <p:spPr>
          <a:xfrm>
            <a:off x="6960792" y="2006425"/>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25" name="Text Placeholder 10">
            <a:extLst>
              <a:ext uri="{FF2B5EF4-FFF2-40B4-BE49-F238E27FC236}">
                <a16:creationId xmlns:a16="http://schemas.microsoft.com/office/drawing/2014/main" id="{1F637BFE-09A3-5441-9BA3-60AADA8A5646}"/>
              </a:ext>
            </a:extLst>
          </p:cNvPr>
          <p:cNvSpPr>
            <a:spLocks noGrp="1"/>
          </p:cNvSpPr>
          <p:nvPr>
            <p:ph type="body" sz="quarter" idx="43" hasCustomPrompt="1"/>
          </p:nvPr>
        </p:nvSpPr>
        <p:spPr>
          <a:xfrm>
            <a:off x="9087822" y="2645919"/>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27" name="Text Placeholder 2">
            <a:extLst>
              <a:ext uri="{FF2B5EF4-FFF2-40B4-BE49-F238E27FC236}">
                <a16:creationId xmlns:a16="http://schemas.microsoft.com/office/drawing/2014/main" id="{FD3EC017-1E80-954A-BD2B-A8224CCBFE99}"/>
              </a:ext>
            </a:extLst>
          </p:cNvPr>
          <p:cNvSpPr>
            <a:spLocks noGrp="1"/>
          </p:cNvSpPr>
          <p:nvPr>
            <p:ph type="body" sz="quarter" idx="44" hasCustomPrompt="1"/>
          </p:nvPr>
        </p:nvSpPr>
        <p:spPr>
          <a:xfrm>
            <a:off x="9087824" y="2009049"/>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28" name="Text Placeholder 10">
            <a:extLst>
              <a:ext uri="{FF2B5EF4-FFF2-40B4-BE49-F238E27FC236}">
                <a16:creationId xmlns:a16="http://schemas.microsoft.com/office/drawing/2014/main" id="{D4AD2563-C182-174B-A94A-E5EA2C0B9741}"/>
              </a:ext>
            </a:extLst>
          </p:cNvPr>
          <p:cNvSpPr>
            <a:spLocks noGrp="1"/>
          </p:cNvSpPr>
          <p:nvPr>
            <p:ph type="body" sz="quarter" idx="45" hasCustomPrompt="1"/>
          </p:nvPr>
        </p:nvSpPr>
        <p:spPr>
          <a:xfrm>
            <a:off x="9692660" y="2009049"/>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30" name="Text Placeholder 10">
            <a:extLst>
              <a:ext uri="{FF2B5EF4-FFF2-40B4-BE49-F238E27FC236}">
                <a16:creationId xmlns:a16="http://schemas.microsoft.com/office/drawing/2014/main" id="{45AFD8F7-BBCE-974E-9799-7F97EABB126B}"/>
              </a:ext>
            </a:extLst>
          </p:cNvPr>
          <p:cNvSpPr>
            <a:spLocks noGrp="1"/>
          </p:cNvSpPr>
          <p:nvPr>
            <p:ph type="body" sz="quarter" idx="46" hasCustomPrompt="1"/>
          </p:nvPr>
        </p:nvSpPr>
        <p:spPr>
          <a:xfrm>
            <a:off x="799032" y="4578907"/>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32" name="Text Placeholder 2">
            <a:extLst>
              <a:ext uri="{FF2B5EF4-FFF2-40B4-BE49-F238E27FC236}">
                <a16:creationId xmlns:a16="http://schemas.microsoft.com/office/drawing/2014/main" id="{61049030-51FD-9B4C-9370-6D16E702C04A}"/>
              </a:ext>
            </a:extLst>
          </p:cNvPr>
          <p:cNvSpPr>
            <a:spLocks noGrp="1"/>
          </p:cNvSpPr>
          <p:nvPr>
            <p:ph type="body" sz="quarter" idx="47" hasCustomPrompt="1"/>
          </p:nvPr>
        </p:nvSpPr>
        <p:spPr>
          <a:xfrm>
            <a:off x="799034" y="3942037"/>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33" name="Text Placeholder 10">
            <a:extLst>
              <a:ext uri="{FF2B5EF4-FFF2-40B4-BE49-F238E27FC236}">
                <a16:creationId xmlns:a16="http://schemas.microsoft.com/office/drawing/2014/main" id="{10CB1AC8-5D47-6444-B4F6-244A3485DB92}"/>
              </a:ext>
            </a:extLst>
          </p:cNvPr>
          <p:cNvSpPr>
            <a:spLocks noGrp="1"/>
          </p:cNvSpPr>
          <p:nvPr>
            <p:ph type="body" sz="quarter" idx="48" hasCustomPrompt="1"/>
          </p:nvPr>
        </p:nvSpPr>
        <p:spPr>
          <a:xfrm>
            <a:off x="1403870" y="3942037"/>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36" name="Text Placeholder 10">
            <a:extLst>
              <a:ext uri="{FF2B5EF4-FFF2-40B4-BE49-F238E27FC236}">
                <a16:creationId xmlns:a16="http://schemas.microsoft.com/office/drawing/2014/main" id="{9E51DDB3-2697-2045-9C29-713A45B2EA12}"/>
              </a:ext>
            </a:extLst>
          </p:cNvPr>
          <p:cNvSpPr>
            <a:spLocks noGrp="1"/>
          </p:cNvSpPr>
          <p:nvPr>
            <p:ph type="body" sz="quarter" idx="49" hasCustomPrompt="1"/>
          </p:nvPr>
        </p:nvSpPr>
        <p:spPr>
          <a:xfrm>
            <a:off x="3564953" y="4578907"/>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37" name="Text Placeholder 2">
            <a:extLst>
              <a:ext uri="{FF2B5EF4-FFF2-40B4-BE49-F238E27FC236}">
                <a16:creationId xmlns:a16="http://schemas.microsoft.com/office/drawing/2014/main" id="{930A8F0C-8538-1A4C-9D42-4C76264FD4C2}"/>
              </a:ext>
            </a:extLst>
          </p:cNvPr>
          <p:cNvSpPr>
            <a:spLocks noGrp="1"/>
          </p:cNvSpPr>
          <p:nvPr>
            <p:ph type="body" sz="quarter" idx="50" hasCustomPrompt="1"/>
          </p:nvPr>
        </p:nvSpPr>
        <p:spPr>
          <a:xfrm>
            <a:off x="3564955" y="3942037"/>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38" name="Text Placeholder 10">
            <a:extLst>
              <a:ext uri="{FF2B5EF4-FFF2-40B4-BE49-F238E27FC236}">
                <a16:creationId xmlns:a16="http://schemas.microsoft.com/office/drawing/2014/main" id="{D281AB27-A235-4A44-B0D5-04A4A1D66624}"/>
              </a:ext>
            </a:extLst>
          </p:cNvPr>
          <p:cNvSpPr>
            <a:spLocks noGrp="1"/>
          </p:cNvSpPr>
          <p:nvPr>
            <p:ph type="body" sz="quarter" idx="51" hasCustomPrompt="1"/>
          </p:nvPr>
        </p:nvSpPr>
        <p:spPr>
          <a:xfrm>
            <a:off x="4169791" y="3942037"/>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39" name="Text Placeholder 10">
            <a:extLst>
              <a:ext uri="{FF2B5EF4-FFF2-40B4-BE49-F238E27FC236}">
                <a16:creationId xmlns:a16="http://schemas.microsoft.com/office/drawing/2014/main" id="{5B1D1191-6A82-3442-A392-EE6ED5417C2A}"/>
              </a:ext>
            </a:extLst>
          </p:cNvPr>
          <p:cNvSpPr>
            <a:spLocks noGrp="1"/>
          </p:cNvSpPr>
          <p:nvPr>
            <p:ph type="body" sz="quarter" idx="52" hasCustomPrompt="1"/>
          </p:nvPr>
        </p:nvSpPr>
        <p:spPr>
          <a:xfrm>
            <a:off x="6355954" y="4576283"/>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40" name="Text Placeholder 2">
            <a:extLst>
              <a:ext uri="{FF2B5EF4-FFF2-40B4-BE49-F238E27FC236}">
                <a16:creationId xmlns:a16="http://schemas.microsoft.com/office/drawing/2014/main" id="{DA310A7C-745E-2C46-BF2C-CAE702280EDB}"/>
              </a:ext>
            </a:extLst>
          </p:cNvPr>
          <p:cNvSpPr>
            <a:spLocks noGrp="1"/>
          </p:cNvSpPr>
          <p:nvPr>
            <p:ph type="body" sz="quarter" idx="53" hasCustomPrompt="1"/>
          </p:nvPr>
        </p:nvSpPr>
        <p:spPr>
          <a:xfrm>
            <a:off x="6355956" y="3939413"/>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41" name="Text Placeholder 10">
            <a:extLst>
              <a:ext uri="{FF2B5EF4-FFF2-40B4-BE49-F238E27FC236}">
                <a16:creationId xmlns:a16="http://schemas.microsoft.com/office/drawing/2014/main" id="{A529FFF3-211A-4649-B80F-7080F4EF3427}"/>
              </a:ext>
            </a:extLst>
          </p:cNvPr>
          <p:cNvSpPr>
            <a:spLocks noGrp="1"/>
          </p:cNvSpPr>
          <p:nvPr>
            <p:ph type="body" sz="quarter" idx="54" hasCustomPrompt="1"/>
          </p:nvPr>
        </p:nvSpPr>
        <p:spPr>
          <a:xfrm>
            <a:off x="6960792" y="3939413"/>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
        <p:nvSpPr>
          <p:cNvPr id="42" name="Text Placeholder 10">
            <a:extLst>
              <a:ext uri="{FF2B5EF4-FFF2-40B4-BE49-F238E27FC236}">
                <a16:creationId xmlns:a16="http://schemas.microsoft.com/office/drawing/2014/main" id="{89F1FE9B-2E3B-7046-88A0-6C5E57B90977}"/>
              </a:ext>
            </a:extLst>
          </p:cNvPr>
          <p:cNvSpPr>
            <a:spLocks noGrp="1"/>
          </p:cNvSpPr>
          <p:nvPr>
            <p:ph type="body" sz="quarter" idx="55" hasCustomPrompt="1"/>
          </p:nvPr>
        </p:nvSpPr>
        <p:spPr>
          <a:xfrm>
            <a:off x="9087822" y="4578907"/>
            <a:ext cx="2286595" cy="1017550"/>
          </a:xfrm>
        </p:spPr>
        <p:txBody>
          <a:bodyPr/>
          <a:lstStyle>
            <a:lvl1pPr>
              <a:lnSpc>
                <a:spcPct val="100000"/>
              </a:lnSpc>
              <a:spcBef>
                <a:spcPts val="0"/>
              </a:spcBef>
              <a:spcAft>
                <a:spcPts val="0"/>
              </a:spcAft>
              <a:defRPr sz="1200" b="0">
                <a:latin typeface="+mn-lt"/>
              </a:defRPr>
            </a:lvl1pPr>
            <a:lvl2pPr>
              <a:lnSpc>
                <a:spcPct val="108000"/>
              </a:lnSpc>
              <a:spcBef>
                <a:spcPts val="0"/>
              </a:spcBef>
              <a:spcAft>
                <a:spcPts val="0"/>
              </a:spcAft>
              <a:defRPr sz="1200"/>
            </a:lvl2pPr>
          </a:lstStyle>
          <a:p>
            <a:pPr lvl="0"/>
            <a:r>
              <a:t>Click to edit Master</a:t>
            </a:r>
          </a:p>
        </p:txBody>
      </p:sp>
      <p:sp>
        <p:nvSpPr>
          <p:cNvPr id="43" name="Text Placeholder 2">
            <a:extLst>
              <a:ext uri="{FF2B5EF4-FFF2-40B4-BE49-F238E27FC236}">
                <a16:creationId xmlns:a16="http://schemas.microsoft.com/office/drawing/2014/main" id="{B03A7643-78B5-2B4D-AD2C-2D9A2B1E603E}"/>
              </a:ext>
            </a:extLst>
          </p:cNvPr>
          <p:cNvSpPr>
            <a:spLocks noGrp="1"/>
          </p:cNvSpPr>
          <p:nvPr>
            <p:ph type="body" sz="quarter" idx="56" hasCustomPrompt="1"/>
          </p:nvPr>
        </p:nvSpPr>
        <p:spPr>
          <a:xfrm>
            <a:off x="9087824" y="3942037"/>
            <a:ext cx="604836" cy="615553"/>
          </a:xfrm>
        </p:spPr>
        <p:txBody>
          <a:bodyPr wrap="square" lIns="0">
            <a:spAutoFit/>
          </a:bodyPr>
          <a:lstStyle>
            <a:lvl1pPr algn="r">
              <a:lnSpc>
                <a:spcPct val="100000"/>
              </a:lnSpc>
              <a:spcBef>
                <a:spcPts val="0"/>
              </a:spcBef>
              <a:defRPr sz="4000" b="0">
                <a:solidFill>
                  <a:schemeClr val="tx1"/>
                </a:solidFill>
              </a:defRPr>
            </a:lvl1pPr>
          </a:lstStyle>
          <a:p>
            <a:pPr lvl="0"/>
            <a:r>
              <a:t>#</a:t>
            </a:r>
          </a:p>
        </p:txBody>
      </p:sp>
      <p:sp>
        <p:nvSpPr>
          <p:cNvPr id="44" name="Text Placeholder 10">
            <a:extLst>
              <a:ext uri="{FF2B5EF4-FFF2-40B4-BE49-F238E27FC236}">
                <a16:creationId xmlns:a16="http://schemas.microsoft.com/office/drawing/2014/main" id="{204CA410-10E1-0146-87AE-21BDA4ACECB4}"/>
              </a:ext>
            </a:extLst>
          </p:cNvPr>
          <p:cNvSpPr>
            <a:spLocks noGrp="1"/>
          </p:cNvSpPr>
          <p:nvPr>
            <p:ph type="body" sz="quarter" idx="57" hasCustomPrompt="1"/>
          </p:nvPr>
        </p:nvSpPr>
        <p:spPr>
          <a:xfrm>
            <a:off x="9692660" y="3942037"/>
            <a:ext cx="1681759" cy="603504"/>
          </a:xfrm>
        </p:spPr>
        <p:txBody>
          <a:bodyPr lIns="91440" tIns="0" bIns="91440" anchor="b" anchorCtr="0"/>
          <a:lstStyle>
            <a:lvl1pPr>
              <a:lnSpc>
                <a:spcPct val="100000"/>
              </a:lnSpc>
              <a:spcBef>
                <a:spcPts val="0"/>
              </a:spcBef>
              <a:spcAft>
                <a:spcPts val="0"/>
              </a:spcAft>
              <a:defRPr sz="1400" b="1">
                <a:latin typeface="+mn-lt"/>
              </a:defRPr>
            </a:lvl1pPr>
            <a:lvl2pPr>
              <a:lnSpc>
                <a:spcPct val="108000"/>
              </a:lnSpc>
              <a:spcBef>
                <a:spcPts val="0"/>
              </a:spcBef>
              <a:spcAft>
                <a:spcPts val="0"/>
              </a:spcAft>
              <a:defRPr sz="1200"/>
            </a:lvl2pPr>
          </a:lstStyle>
          <a:p>
            <a:pPr lvl="0"/>
            <a:r>
              <a:t>Click to edit Master</a:t>
            </a:r>
          </a:p>
        </p:txBody>
      </p:sp>
    </p:spTree>
    <p:extLst>
      <p:ext uri="{BB962C8B-B14F-4D97-AF65-F5344CB8AC3E}">
        <p14:creationId xmlns:p14="http://schemas.microsoft.com/office/powerpoint/2010/main" val="21019385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EA01E96-DFCE-8A47-95E4-C17CB5B7677B}"/>
              </a:ext>
            </a:extLst>
          </p:cNvPr>
          <p:cNvSpPr>
            <a:spLocks noGrp="1"/>
          </p:cNvSpPr>
          <p:nvPr>
            <p:ph type="pic" sz="quarter" idx="12"/>
          </p:nvPr>
        </p:nvSpPr>
        <p:spPr>
          <a:xfrm>
            <a:off x="0" y="0"/>
            <a:ext cx="12192000" cy="6858000"/>
          </a:xfrm>
          <a:solidFill>
            <a:schemeClr val="bg1">
              <a:lumMod val="95000"/>
            </a:schemeClr>
          </a:solidFill>
          <a:ln>
            <a:noFill/>
          </a:ln>
        </p:spPr>
        <p:txBody>
          <a:bodyPr/>
          <a:lstStyle/>
          <a:p>
            <a:endParaRPr lang="en-US"/>
          </a:p>
        </p:txBody>
      </p:sp>
      <p:sp>
        <p:nvSpPr>
          <p:cNvPr id="2" name="Title 1">
            <a:extLst>
              <a:ext uri="{FF2B5EF4-FFF2-40B4-BE49-F238E27FC236}">
                <a16:creationId xmlns:a16="http://schemas.microsoft.com/office/drawing/2014/main" id="{76C4D158-65DE-0842-BD47-216B25C04EEF}"/>
              </a:ext>
            </a:extLst>
          </p:cNvPr>
          <p:cNvSpPr>
            <a:spLocks noGrp="1"/>
          </p:cNvSpPr>
          <p:nvPr>
            <p:ph type="title"/>
          </p:nvPr>
        </p:nvSpPr>
        <p:spPr>
          <a:xfrm>
            <a:off x="500063" y="440482"/>
            <a:ext cx="4636713" cy="2800259"/>
          </a:xfrm>
        </p:spPr>
        <p:txBody>
          <a:bodyPr/>
          <a:lstStyle>
            <a:lvl1pPr>
              <a:defRPr sz="5400"/>
            </a:lvl1pPr>
          </a:lstStyle>
          <a:p>
            <a:r>
              <a:rPr lang="en-US"/>
              <a:t>Click to edit Master title style</a:t>
            </a:r>
          </a:p>
        </p:txBody>
      </p:sp>
      <p:sp>
        <p:nvSpPr>
          <p:cNvPr id="3" name="Footer Placeholder 2">
            <a:extLst>
              <a:ext uri="{FF2B5EF4-FFF2-40B4-BE49-F238E27FC236}">
                <a16:creationId xmlns:a16="http://schemas.microsoft.com/office/drawing/2014/main" id="{9FA02E6C-722C-7048-BD48-797E23EE615F}"/>
              </a:ext>
            </a:extLst>
          </p:cNvPr>
          <p:cNvSpPr>
            <a:spLocks noGrp="1"/>
          </p:cNvSpPr>
          <p:nvPr>
            <p:ph type="ftr" sz="quarter" idx="1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1915BA52-1787-734E-AF70-5A45B0941944}"/>
              </a:ext>
            </a:extLst>
          </p:cNvPr>
          <p:cNvSpPr>
            <a:spLocks noGrp="1"/>
          </p:cNvSpPr>
          <p:nvPr>
            <p:ph type="sldNum" sz="quarter" idx="11"/>
          </p:nvPr>
        </p:nvSpPr>
        <p:spPr/>
        <p:txBody>
          <a:bodyPr/>
          <a:lstStyle/>
          <a:p>
            <a:fld id="{9C3ACAB3-CA36-4966-8A1D-076772D39D8D}" type="slidenum">
              <a:rPr lang="en-US" smtClean="0"/>
              <a:pPr/>
              <a:t>‹#›</a:t>
            </a:fld>
            <a:endParaRPr lang="en-US"/>
          </a:p>
        </p:txBody>
      </p:sp>
    </p:spTree>
    <p:extLst>
      <p:ext uri="{BB962C8B-B14F-4D97-AF65-F5344CB8AC3E}">
        <p14:creationId xmlns:p14="http://schemas.microsoft.com/office/powerpoint/2010/main" val="311746273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Section Header 4">
    <p:bg>
      <p:bgRef idx="1001">
        <a:schemeClr val="bg1"/>
      </p:bgRef>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535141" y="446743"/>
            <a:ext cx="3778097" cy="2690351"/>
          </a:xfrm>
        </p:spPr>
        <p:txBody>
          <a:bodyPr anchor="t" anchorCtr="0"/>
          <a:lstStyle>
            <a:lvl1pPr algn="l">
              <a:lnSpc>
                <a:spcPct val="90000"/>
              </a:lnSpc>
              <a:defRPr sz="4400" b="0" i="0">
                <a:solidFill>
                  <a:schemeClr val="tx1"/>
                </a:solidFill>
                <a:latin typeface="Calibri Light" panose="020F0302020204030204" pitchFamily="34" charset="0"/>
                <a:cs typeface="Calibri Light" panose="020F0302020204030204" pitchFamily="34" charset="0"/>
              </a:defRPr>
            </a:lvl1pPr>
          </a:lstStyle>
          <a:p>
            <a:r>
              <a:t>Click to edit Master title </a:t>
            </a:r>
            <a:br>
              <a:rPr lang="en-US"/>
            </a:br>
            <a:r>
              <a:t>style</a:t>
            </a:r>
          </a:p>
        </p:txBody>
      </p:sp>
      <p:sp>
        <p:nvSpPr>
          <p:cNvPr id="10" name="Footer Placeholder 9">
            <a:extLst>
              <a:ext uri="{FF2B5EF4-FFF2-40B4-BE49-F238E27FC236}">
                <a16:creationId xmlns:a16="http://schemas.microsoft.com/office/drawing/2014/main" id="{4801ECF7-ED14-487E-B2E6-FB13DE50CA02}"/>
              </a:ext>
            </a:extLst>
          </p:cNvPr>
          <p:cNvSpPr>
            <a:spLocks noGrp="1"/>
          </p:cNvSpPr>
          <p:nvPr>
            <p:ph type="ftr" sz="quarter" idx="11"/>
          </p:nvPr>
        </p:nvSpPr>
        <p:spPr>
          <a:xfrm>
            <a:off x="8991600" y="6477425"/>
            <a:ext cx="1952422" cy="180000"/>
          </a:xfrm>
        </p:spPr>
        <p:txBody>
          <a:bodyPr/>
          <a:lstStyle/>
          <a:p>
            <a:r>
              <a:t>Asurion Internal Use Only</a:t>
            </a:r>
          </a:p>
        </p:txBody>
      </p:sp>
      <p:sp>
        <p:nvSpPr>
          <p:cNvPr id="12" name="Slide Number Placeholder 11">
            <a:extLst>
              <a:ext uri="{FF2B5EF4-FFF2-40B4-BE49-F238E27FC236}">
                <a16:creationId xmlns:a16="http://schemas.microsoft.com/office/drawing/2014/main" id="{A0BC3CDB-7A13-465F-9F51-87CE695D4C89}"/>
              </a:ext>
            </a:extLst>
          </p:cNvPr>
          <p:cNvSpPr>
            <a:spLocks noGrp="1"/>
          </p:cNvSpPr>
          <p:nvPr>
            <p:ph type="sldNum" sz="quarter" idx="12"/>
          </p:nvPr>
        </p:nvSpPr>
        <p:spPr/>
        <p:txBody>
          <a:bodyPr/>
          <a:lstStyle/>
          <a:p>
            <a:fld id="{9C3ACAB3-CA36-4966-8A1D-076772D39D8D}" type="slidenum">
              <a:rPr/>
              <a:pPr/>
              <a:t>‹#›</a:t>
            </a:fld>
            <a:endParaRPr/>
          </a:p>
        </p:txBody>
      </p:sp>
      <p:sp>
        <p:nvSpPr>
          <p:cNvPr id="21" name="Subtitle 2">
            <a:extLst>
              <a:ext uri="{FF2B5EF4-FFF2-40B4-BE49-F238E27FC236}">
                <a16:creationId xmlns:a16="http://schemas.microsoft.com/office/drawing/2014/main" id="{0A8629D5-1353-B143-9D56-3314F8FA1EC1}"/>
              </a:ext>
            </a:extLst>
          </p:cNvPr>
          <p:cNvSpPr>
            <a:spLocks noGrp="1"/>
          </p:cNvSpPr>
          <p:nvPr>
            <p:ph type="subTitle" idx="1"/>
          </p:nvPr>
        </p:nvSpPr>
        <p:spPr>
          <a:xfrm>
            <a:off x="542624" y="3436642"/>
            <a:ext cx="3773609" cy="2452713"/>
          </a:xfrm>
        </p:spPr>
        <p:txBody>
          <a:bodyPr/>
          <a:lstStyle>
            <a:lvl1pPr marL="0" indent="0" algn="l">
              <a:lnSpc>
                <a:spcPct val="100000"/>
              </a:lnSpc>
              <a:spcBef>
                <a:spcPts val="0"/>
              </a:spcBef>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4983716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Section Header 4">
    <p:bg>
      <p:bgPr>
        <a:solidFill>
          <a:schemeClr val="accent2"/>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535141" y="446743"/>
            <a:ext cx="3778097" cy="2690351"/>
          </a:xfrm>
        </p:spPr>
        <p:txBody>
          <a:bodyPr anchor="t" anchorCtr="0"/>
          <a:lstStyle>
            <a:lvl1pPr algn="l">
              <a:lnSpc>
                <a:spcPct val="90000"/>
              </a:lnSpc>
              <a:defRPr sz="4400" b="0" i="0">
                <a:solidFill>
                  <a:schemeClr val="tx1"/>
                </a:solidFill>
                <a:latin typeface="Calibri Light" panose="020F0302020204030204" pitchFamily="34" charset="0"/>
                <a:cs typeface="Calibri Light" panose="020F0302020204030204" pitchFamily="34" charset="0"/>
              </a:defRPr>
            </a:lvl1pPr>
          </a:lstStyle>
          <a:p>
            <a:r>
              <a:t>Click to edit Master title </a:t>
            </a:r>
            <a:br>
              <a:rPr lang="en-US"/>
            </a:br>
            <a:r>
              <a:t>style</a:t>
            </a:r>
          </a:p>
        </p:txBody>
      </p:sp>
      <p:sp>
        <p:nvSpPr>
          <p:cNvPr id="10" name="Footer Placeholder 9">
            <a:extLst>
              <a:ext uri="{FF2B5EF4-FFF2-40B4-BE49-F238E27FC236}">
                <a16:creationId xmlns:a16="http://schemas.microsoft.com/office/drawing/2014/main" id="{4801ECF7-ED14-487E-B2E6-FB13DE50CA02}"/>
              </a:ext>
            </a:extLst>
          </p:cNvPr>
          <p:cNvSpPr>
            <a:spLocks noGrp="1"/>
          </p:cNvSpPr>
          <p:nvPr>
            <p:ph type="ftr" sz="quarter" idx="11"/>
          </p:nvPr>
        </p:nvSpPr>
        <p:spPr>
          <a:xfrm>
            <a:off x="8991600" y="6477425"/>
            <a:ext cx="1952422" cy="180000"/>
          </a:xfrm>
        </p:spPr>
        <p:txBody>
          <a:bodyPr/>
          <a:lstStyle/>
          <a:p>
            <a:r>
              <a:t>Asurion Internal Use Only</a:t>
            </a:r>
          </a:p>
        </p:txBody>
      </p:sp>
      <p:sp>
        <p:nvSpPr>
          <p:cNvPr id="12" name="Slide Number Placeholder 11">
            <a:extLst>
              <a:ext uri="{FF2B5EF4-FFF2-40B4-BE49-F238E27FC236}">
                <a16:creationId xmlns:a16="http://schemas.microsoft.com/office/drawing/2014/main" id="{A0BC3CDB-7A13-465F-9F51-87CE695D4C89}"/>
              </a:ext>
            </a:extLst>
          </p:cNvPr>
          <p:cNvSpPr>
            <a:spLocks noGrp="1"/>
          </p:cNvSpPr>
          <p:nvPr>
            <p:ph type="sldNum" sz="quarter" idx="12"/>
          </p:nvPr>
        </p:nvSpPr>
        <p:spPr/>
        <p:txBody>
          <a:bodyPr/>
          <a:lstStyle/>
          <a:p>
            <a:fld id="{9C3ACAB3-CA36-4966-8A1D-076772D39D8D}" type="slidenum">
              <a:rPr/>
              <a:pPr/>
              <a:t>‹#›</a:t>
            </a:fld>
            <a:endParaRPr/>
          </a:p>
        </p:txBody>
      </p:sp>
      <p:sp>
        <p:nvSpPr>
          <p:cNvPr id="21" name="Subtitle 2">
            <a:extLst>
              <a:ext uri="{FF2B5EF4-FFF2-40B4-BE49-F238E27FC236}">
                <a16:creationId xmlns:a16="http://schemas.microsoft.com/office/drawing/2014/main" id="{0A8629D5-1353-B143-9D56-3314F8FA1EC1}"/>
              </a:ext>
            </a:extLst>
          </p:cNvPr>
          <p:cNvSpPr>
            <a:spLocks noGrp="1"/>
          </p:cNvSpPr>
          <p:nvPr>
            <p:ph type="subTitle" idx="1"/>
          </p:nvPr>
        </p:nvSpPr>
        <p:spPr>
          <a:xfrm>
            <a:off x="542624" y="3436642"/>
            <a:ext cx="3773609" cy="2452713"/>
          </a:xfrm>
        </p:spPr>
        <p:txBody>
          <a:bodyPr/>
          <a:lstStyle>
            <a:lvl1pPr marL="0" indent="0" algn="l">
              <a:lnSpc>
                <a:spcPct val="100000"/>
              </a:lnSpc>
              <a:spcBef>
                <a:spcPts val="0"/>
              </a:spcBef>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14192488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Section Header 5">
    <p:bg>
      <p:bgPr>
        <a:solidFill>
          <a:schemeClr val="accent1"/>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535141" y="446743"/>
            <a:ext cx="3778097" cy="2690351"/>
          </a:xfrm>
        </p:spPr>
        <p:txBody>
          <a:bodyPr anchor="t" anchorCtr="0"/>
          <a:lstStyle>
            <a:lvl1pPr algn="l">
              <a:lnSpc>
                <a:spcPct val="90000"/>
              </a:lnSpc>
              <a:defRPr sz="4400" b="0" i="0">
                <a:solidFill>
                  <a:schemeClr val="tx1"/>
                </a:solidFill>
                <a:latin typeface="Calibri Light" panose="020F0302020204030204" pitchFamily="34" charset="0"/>
                <a:cs typeface="Calibri Light" panose="020F0302020204030204" pitchFamily="34" charset="0"/>
              </a:defRPr>
            </a:lvl1pPr>
          </a:lstStyle>
          <a:p>
            <a:r>
              <a:t>Click to edit Master title </a:t>
            </a:r>
            <a:br>
              <a:rPr/>
            </a:br>
            <a:r>
              <a:t>style</a:t>
            </a:r>
          </a:p>
        </p:txBody>
      </p:sp>
      <p:sp>
        <p:nvSpPr>
          <p:cNvPr id="10" name="Footer Placeholder 9">
            <a:extLst>
              <a:ext uri="{FF2B5EF4-FFF2-40B4-BE49-F238E27FC236}">
                <a16:creationId xmlns:a16="http://schemas.microsoft.com/office/drawing/2014/main" id="{4801ECF7-ED14-487E-B2E6-FB13DE50CA02}"/>
              </a:ext>
            </a:extLst>
          </p:cNvPr>
          <p:cNvSpPr>
            <a:spLocks noGrp="1"/>
          </p:cNvSpPr>
          <p:nvPr>
            <p:ph type="ftr" sz="quarter" idx="11"/>
          </p:nvPr>
        </p:nvSpPr>
        <p:spPr>
          <a:xfrm>
            <a:off x="8991600" y="6477425"/>
            <a:ext cx="1952422" cy="180000"/>
          </a:xfrm>
        </p:spPr>
        <p:txBody>
          <a:bodyPr/>
          <a:lstStyle/>
          <a:p>
            <a:r>
              <a:t>Asurion Internal Use Only</a:t>
            </a:r>
          </a:p>
        </p:txBody>
      </p:sp>
      <p:sp>
        <p:nvSpPr>
          <p:cNvPr id="12" name="Slide Number Placeholder 11">
            <a:extLst>
              <a:ext uri="{FF2B5EF4-FFF2-40B4-BE49-F238E27FC236}">
                <a16:creationId xmlns:a16="http://schemas.microsoft.com/office/drawing/2014/main" id="{A0BC3CDB-7A13-465F-9F51-87CE695D4C89}"/>
              </a:ext>
            </a:extLst>
          </p:cNvPr>
          <p:cNvSpPr>
            <a:spLocks noGrp="1"/>
          </p:cNvSpPr>
          <p:nvPr>
            <p:ph type="sldNum" sz="quarter" idx="12"/>
          </p:nvPr>
        </p:nvSpPr>
        <p:spPr>
          <a:xfrm>
            <a:off x="11172825" y="6477425"/>
            <a:ext cx="519112" cy="180000"/>
          </a:xfrm>
        </p:spPr>
        <p:txBody>
          <a:bodyPr/>
          <a:lstStyle/>
          <a:p>
            <a:fld id="{9C3ACAB3-CA36-4966-8A1D-076772D39D8D}" type="slidenum">
              <a:rPr/>
              <a:pPr/>
              <a:t>‹#›</a:t>
            </a:fld>
            <a:endParaRPr/>
          </a:p>
        </p:txBody>
      </p:sp>
      <p:sp>
        <p:nvSpPr>
          <p:cNvPr id="21" name="Subtitle 2">
            <a:extLst>
              <a:ext uri="{FF2B5EF4-FFF2-40B4-BE49-F238E27FC236}">
                <a16:creationId xmlns:a16="http://schemas.microsoft.com/office/drawing/2014/main" id="{468D2047-5D6F-7C41-984A-AC9DD6F37AAC}"/>
              </a:ext>
            </a:extLst>
          </p:cNvPr>
          <p:cNvSpPr>
            <a:spLocks noGrp="1"/>
          </p:cNvSpPr>
          <p:nvPr>
            <p:ph type="subTitle" idx="1"/>
          </p:nvPr>
        </p:nvSpPr>
        <p:spPr>
          <a:xfrm>
            <a:off x="542624" y="3436642"/>
            <a:ext cx="3773609" cy="2452713"/>
          </a:xfrm>
        </p:spPr>
        <p:txBody>
          <a:bodyPr/>
          <a:lstStyle>
            <a:lvl1pPr marL="0" indent="0" algn="l">
              <a:lnSpc>
                <a:spcPct val="100000"/>
              </a:lnSpc>
              <a:spcBef>
                <a:spcPts val="0"/>
              </a:spcBef>
              <a:buNone/>
              <a:defRPr sz="15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23403752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End Slid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3D20DFA8-C5FE-DB44-9BF9-1274EAD5637C}" type="slidenum">
              <a:rPr/>
              <a:t>‹#›</a:t>
            </a:fld>
            <a:endParaRPr/>
          </a:p>
        </p:txBody>
      </p:sp>
      <p:sp>
        <p:nvSpPr>
          <p:cNvPr id="6" name="Rectangle 5"/>
          <p:cNvSpPr/>
          <p:nvPr/>
        </p:nvSpPr>
        <p:spPr>
          <a:xfrm>
            <a:off x="1" y="0"/>
            <a:ext cx="12192000"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80000"/>
              </a:lnSpc>
            </a:pPr>
            <a:r>
              <a:rPr sz="11500" b="0" i="0" spc="100">
                <a:solidFill>
                  <a:srgbClr val="FFFFFF"/>
                </a:solidFill>
                <a:latin typeface="+mj-lt"/>
              </a:rPr>
              <a:t>END SLIDES</a:t>
            </a:r>
          </a:p>
        </p:txBody>
      </p:sp>
      <p:sp>
        <p:nvSpPr>
          <p:cNvPr id="8" name="TextBox 7">
            <a:extLst>
              <a:ext uri="{FF2B5EF4-FFF2-40B4-BE49-F238E27FC236}">
                <a16:creationId xmlns:a16="http://schemas.microsoft.com/office/drawing/2014/main" id="{730C9D3A-9A1A-C140-B0F7-9A8C63C4D4BD}"/>
              </a:ext>
            </a:extLst>
          </p:cNvPr>
          <p:cNvSpPr txBox="1"/>
          <p:nvPr/>
        </p:nvSpPr>
        <p:spPr>
          <a:xfrm>
            <a:off x="2428504" y="6365140"/>
            <a:ext cx="7334995" cy="169277"/>
          </a:xfrm>
          <a:prstGeom prst="rect">
            <a:avLst/>
          </a:prstGeom>
          <a:noFill/>
        </p:spPr>
        <p:txBody>
          <a:bodyPr wrap="square" lIns="0" tIns="0" rIns="0" bIns="0" rtlCol="0">
            <a:spAutoFit/>
          </a:bodyPr>
          <a:lstStyle/>
          <a:p>
            <a:pPr algn="ctr"/>
            <a:r>
              <a:rPr sz="1100" b="0" i="0" kern="1200">
                <a:solidFill>
                  <a:schemeClr val="bg1">
                    <a:lumMod val="85000"/>
                  </a:schemeClr>
                </a:solidFill>
                <a:effectLst/>
                <a:latin typeface="+mn-lt"/>
                <a:ea typeface="+mn-ea"/>
                <a:cs typeface="+mn-cs"/>
              </a:rPr>
              <a:t>Layouts past this point have been inherited from other files and may not be a part of the approved Asurion template.</a:t>
            </a:r>
            <a:endParaRPr sz="1100">
              <a:solidFill>
                <a:schemeClr val="bg1">
                  <a:lumMod val="85000"/>
                </a:schemeClr>
              </a:solidFill>
            </a:endParaRPr>
          </a:p>
        </p:txBody>
      </p:sp>
    </p:spTree>
    <p:extLst>
      <p:ext uri="{BB962C8B-B14F-4D97-AF65-F5344CB8AC3E}">
        <p14:creationId xmlns:p14="http://schemas.microsoft.com/office/powerpoint/2010/main" val="15004828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End Slide with Illustration">
    <p:bg>
      <p:bgRef idx="1001">
        <a:schemeClr val="bg1"/>
      </p:bgRef>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744DE2C-A424-4827-A247-97648814534C}"/>
              </a:ext>
            </a:extLst>
          </p:cNvPr>
          <p:cNvSpPr/>
          <p:nvPr/>
        </p:nvSpPr>
        <p:spPr>
          <a:xfrm>
            <a:off x="6095747" y="0"/>
            <a:ext cx="609625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B0D4F442-ECB4-4EA4-AE95-53D8E965A64C}"/>
              </a:ext>
            </a:extLst>
          </p:cNvPr>
          <p:cNvSpPr/>
          <p:nvPr/>
        </p:nvSpPr>
        <p:spPr>
          <a:xfrm>
            <a:off x="0" y="0"/>
            <a:ext cx="6096000" cy="55839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hasCustomPrompt="1"/>
          </p:nvPr>
        </p:nvSpPr>
        <p:spPr>
          <a:xfrm>
            <a:off x="515939" y="1983105"/>
            <a:ext cx="5454650" cy="1840230"/>
          </a:xfrm>
        </p:spPr>
        <p:txBody>
          <a:bodyPr anchor="t" anchorCtr="0"/>
          <a:lstStyle>
            <a:lvl1pPr algn="l">
              <a:lnSpc>
                <a:spcPct val="90000"/>
              </a:lnSpc>
              <a:defRPr sz="6200" b="0" i="0">
                <a:solidFill>
                  <a:schemeClr val="tx1"/>
                </a:solidFill>
                <a:latin typeface="Calibri Light" panose="020F0302020204030204" pitchFamily="34" charset="0"/>
                <a:cs typeface="Calibri Light" panose="020F0302020204030204" pitchFamily="34" charset="0"/>
              </a:defRPr>
            </a:lvl1pPr>
          </a:lstStyle>
          <a:p>
            <a:r>
              <a:t>Type text here</a:t>
            </a:r>
          </a:p>
        </p:txBody>
      </p:sp>
      <p:grpSp>
        <p:nvGrpSpPr>
          <p:cNvPr id="15" name="asurion logo">
            <a:extLst>
              <a:ext uri="{FF2B5EF4-FFF2-40B4-BE49-F238E27FC236}">
                <a16:creationId xmlns:a16="http://schemas.microsoft.com/office/drawing/2014/main" id="{742C3EE8-5E66-4064-AD77-262ED2AF1054}"/>
              </a:ext>
            </a:extLst>
          </p:cNvPr>
          <p:cNvGrpSpPr>
            <a:grpSpLocks noChangeAspect="1"/>
          </p:cNvGrpSpPr>
          <p:nvPr/>
        </p:nvGrpSpPr>
        <p:grpSpPr bwMode="auto">
          <a:xfrm>
            <a:off x="504030" y="5995713"/>
            <a:ext cx="1527969" cy="354615"/>
            <a:chOff x="316" y="3952"/>
            <a:chExt cx="586" cy="136"/>
          </a:xfrm>
          <a:solidFill>
            <a:schemeClr val="tx1"/>
          </a:solidFill>
        </p:grpSpPr>
        <p:sp>
          <p:nvSpPr>
            <p:cNvPr id="16" name="Freeform 5">
              <a:extLst>
                <a:ext uri="{FF2B5EF4-FFF2-40B4-BE49-F238E27FC236}">
                  <a16:creationId xmlns:a16="http://schemas.microsoft.com/office/drawing/2014/main" id="{9EF3FF97-F9E4-4229-93B3-D336E320D50F}"/>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6">
              <a:extLst>
                <a:ext uri="{FF2B5EF4-FFF2-40B4-BE49-F238E27FC236}">
                  <a16:creationId xmlns:a16="http://schemas.microsoft.com/office/drawing/2014/main" id="{9D763D80-7D31-4C23-92B5-7AA5C7093A4C}"/>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7">
              <a:extLst>
                <a:ext uri="{FF2B5EF4-FFF2-40B4-BE49-F238E27FC236}">
                  <a16:creationId xmlns:a16="http://schemas.microsoft.com/office/drawing/2014/main" id="{D0697A47-C99B-4053-ADFB-D711F85AEE32}"/>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8">
              <a:extLst>
                <a:ext uri="{FF2B5EF4-FFF2-40B4-BE49-F238E27FC236}">
                  <a16:creationId xmlns:a16="http://schemas.microsoft.com/office/drawing/2014/main" id="{B1BCB078-E3E2-4D42-8199-48743255792D}"/>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9">
              <a:extLst>
                <a:ext uri="{FF2B5EF4-FFF2-40B4-BE49-F238E27FC236}">
                  <a16:creationId xmlns:a16="http://schemas.microsoft.com/office/drawing/2014/main" id="{961A3D60-6C30-4644-91DF-BEEC5109B1D4}"/>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
              <a:extLst>
                <a:ext uri="{FF2B5EF4-FFF2-40B4-BE49-F238E27FC236}">
                  <a16:creationId xmlns:a16="http://schemas.microsoft.com/office/drawing/2014/main" id="{F348E325-407C-441C-B197-E60FC5A685F1}"/>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1">
              <a:extLst>
                <a:ext uri="{FF2B5EF4-FFF2-40B4-BE49-F238E27FC236}">
                  <a16:creationId xmlns:a16="http://schemas.microsoft.com/office/drawing/2014/main" id="{9F368039-5BAA-412B-A0CF-A7E83F9606F9}"/>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pic>
        <p:nvPicPr>
          <p:cNvPr id="24" name="Picture 23">
            <a:extLst>
              <a:ext uri="{FF2B5EF4-FFF2-40B4-BE49-F238E27FC236}">
                <a16:creationId xmlns:a16="http://schemas.microsoft.com/office/drawing/2014/main" id="{13DAD560-03AB-9E4E-8F93-C72CEA1F86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3791" y="1048609"/>
            <a:ext cx="4957148" cy="5015468"/>
          </a:xfrm>
          <a:prstGeom prst="rect">
            <a:avLst/>
          </a:prstGeom>
        </p:spPr>
      </p:pic>
    </p:spTree>
    <p:extLst>
      <p:ext uri="{BB962C8B-B14F-4D97-AF65-F5344CB8AC3E}">
        <p14:creationId xmlns:p14="http://schemas.microsoft.com/office/powerpoint/2010/main" val="25481637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End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5939" y="2245995"/>
            <a:ext cx="5454650" cy="1840230"/>
          </a:xfrm>
        </p:spPr>
        <p:txBody>
          <a:bodyPr anchor="t" anchorCtr="0"/>
          <a:lstStyle>
            <a:lvl1pPr algn="l">
              <a:lnSpc>
                <a:spcPct val="90000"/>
              </a:lnSpc>
              <a:defRPr sz="6200" b="0" i="0">
                <a:solidFill>
                  <a:schemeClr val="tx1"/>
                </a:solidFill>
                <a:latin typeface="Calibri Light" panose="020F0302020204030204" pitchFamily="34" charset="0"/>
                <a:cs typeface="Calibri Light" panose="020F0302020204030204" pitchFamily="34" charset="0"/>
              </a:defRPr>
            </a:lvl1pPr>
          </a:lstStyle>
          <a:p>
            <a:r>
              <a:t>Type text here</a:t>
            </a:r>
          </a:p>
        </p:txBody>
      </p:sp>
      <p:grpSp>
        <p:nvGrpSpPr>
          <p:cNvPr id="15" name="asurion logo">
            <a:extLst>
              <a:ext uri="{FF2B5EF4-FFF2-40B4-BE49-F238E27FC236}">
                <a16:creationId xmlns:a16="http://schemas.microsoft.com/office/drawing/2014/main" id="{742C3EE8-5E66-4064-AD77-262ED2AF1054}"/>
              </a:ext>
            </a:extLst>
          </p:cNvPr>
          <p:cNvGrpSpPr>
            <a:grpSpLocks noChangeAspect="1"/>
          </p:cNvGrpSpPr>
          <p:nvPr/>
        </p:nvGrpSpPr>
        <p:grpSpPr bwMode="auto">
          <a:xfrm>
            <a:off x="504030" y="5995713"/>
            <a:ext cx="1527969" cy="354615"/>
            <a:chOff x="316" y="3952"/>
            <a:chExt cx="586" cy="136"/>
          </a:xfrm>
          <a:solidFill>
            <a:schemeClr val="tx1"/>
          </a:solidFill>
        </p:grpSpPr>
        <p:sp>
          <p:nvSpPr>
            <p:cNvPr id="16" name="Freeform 5">
              <a:extLst>
                <a:ext uri="{FF2B5EF4-FFF2-40B4-BE49-F238E27FC236}">
                  <a16:creationId xmlns:a16="http://schemas.microsoft.com/office/drawing/2014/main" id="{9EF3FF97-F9E4-4229-93B3-D336E320D50F}"/>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7" name="Freeform 6">
              <a:extLst>
                <a:ext uri="{FF2B5EF4-FFF2-40B4-BE49-F238E27FC236}">
                  <a16:creationId xmlns:a16="http://schemas.microsoft.com/office/drawing/2014/main" id="{9D763D80-7D31-4C23-92B5-7AA5C7093A4C}"/>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8" name="Freeform 7">
              <a:extLst>
                <a:ext uri="{FF2B5EF4-FFF2-40B4-BE49-F238E27FC236}">
                  <a16:creationId xmlns:a16="http://schemas.microsoft.com/office/drawing/2014/main" id="{D0697A47-C99B-4053-ADFB-D711F85AEE32}"/>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19" name="Freeform 8">
              <a:extLst>
                <a:ext uri="{FF2B5EF4-FFF2-40B4-BE49-F238E27FC236}">
                  <a16:creationId xmlns:a16="http://schemas.microsoft.com/office/drawing/2014/main" id="{B1BCB078-E3E2-4D42-8199-48743255792D}"/>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0" name="Freeform 9">
              <a:extLst>
                <a:ext uri="{FF2B5EF4-FFF2-40B4-BE49-F238E27FC236}">
                  <a16:creationId xmlns:a16="http://schemas.microsoft.com/office/drawing/2014/main" id="{961A3D60-6C30-4644-91DF-BEEC5109B1D4}"/>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1" name="Freeform 10">
              <a:extLst>
                <a:ext uri="{FF2B5EF4-FFF2-40B4-BE49-F238E27FC236}">
                  <a16:creationId xmlns:a16="http://schemas.microsoft.com/office/drawing/2014/main" id="{F348E325-407C-441C-B197-E60FC5A685F1}"/>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22" name="Freeform 11">
              <a:extLst>
                <a:ext uri="{FF2B5EF4-FFF2-40B4-BE49-F238E27FC236}">
                  <a16:creationId xmlns:a16="http://schemas.microsoft.com/office/drawing/2014/main" id="{9F368039-5BAA-412B-A0CF-A7E83F9606F9}"/>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Tree>
    <p:extLst>
      <p:ext uri="{BB962C8B-B14F-4D97-AF65-F5344CB8AC3E}">
        <p14:creationId xmlns:p14="http://schemas.microsoft.com/office/powerpoint/2010/main" val="2633161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End of Layouts">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3D20DFA8-C5FE-DB44-9BF9-1274EAD5637C}" type="slidenum">
              <a:rPr/>
              <a:t>‹#›</a:t>
            </a:fld>
            <a:endParaRPr/>
          </a:p>
        </p:txBody>
      </p:sp>
      <p:sp>
        <p:nvSpPr>
          <p:cNvPr id="6" name="Rectangle 5"/>
          <p:cNvSpPr/>
          <p:nvPr/>
        </p:nvSpPr>
        <p:spPr>
          <a:xfrm>
            <a:off x="1" y="0"/>
            <a:ext cx="12192000"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80000"/>
              </a:lnSpc>
            </a:pPr>
            <a:r>
              <a:rPr sz="11500" b="0" i="0" spc="100">
                <a:solidFill>
                  <a:srgbClr val="FFFFFF"/>
                </a:solidFill>
                <a:latin typeface="+mj-lt"/>
              </a:rPr>
              <a:t>DO NOT USE </a:t>
            </a:r>
            <a:br>
              <a:rPr sz="11500" b="0" i="0" spc="100">
                <a:solidFill>
                  <a:srgbClr val="FFFFFF"/>
                </a:solidFill>
                <a:latin typeface="+mj-lt"/>
              </a:rPr>
            </a:br>
            <a:r>
              <a:rPr sz="11500" b="0" i="0" spc="100">
                <a:solidFill>
                  <a:srgbClr val="FFFFFF"/>
                </a:solidFill>
                <a:latin typeface="+mj-lt"/>
              </a:rPr>
              <a:t>ANY</a:t>
            </a:r>
            <a:r>
              <a:rPr sz="11500" b="0" i="0" spc="100" baseline="0">
                <a:solidFill>
                  <a:srgbClr val="FFFFFF"/>
                </a:solidFill>
                <a:latin typeface="+mj-lt"/>
              </a:rPr>
              <a:t> LAYOUTS </a:t>
            </a:r>
            <a:br>
              <a:rPr sz="11500" b="0" i="0" spc="100" baseline="0">
                <a:solidFill>
                  <a:srgbClr val="FFFFFF"/>
                </a:solidFill>
                <a:latin typeface="+mj-lt"/>
              </a:rPr>
            </a:br>
            <a:r>
              <a:rPr sz="11500" b="0" i="0" spc="100" baseline="0">
                <a:solidFill>
                  <a:srgbClr val="FFFFFF"/>
                </a:solidFill>
                <a:latin typeface="+mj-lt"/>
              </a:rPr>
              <a:t>PAST THIS POINT</a:t>
            </a:r>
            <a:endParaRPr sz="11500" b="0" i="0" spc="100">
              <a:solidFill>
                <a:srgbClr val="FFFFFF"/>
              </a:solidFill>
              <a:latin typeface="+mj-lt"/>
            </a:endParaRPr>
          </a:p>
        </p:txBody>
      </p:sp>
      <p:sp>
        <p:nvSpPr>
          <p:cNvPr id="8" name="TextBox 7">
            <a:extLst>
              <a:ext uri="{FF2B5EF4-FFF2-40B4-BE49-F238E27FC236}">
                <a16:creationId xmlns:a16="http://schemas.microsoft.com/office/drawing/2014/main" id="{730C9D3A-9A1A-C140-B0F7-9A8C63C4D4BD}"/>
              </a:ext>
            </a:extLst>
          </p:cNvPr>
          <p:cNvSpPr txBox="1"/>
          <p:nvPr/>
        </p:nvSpPr>
        <p:spPr>
          <a:xfrm>
            <a:off x="2428504" y="6365140"/>
            <a:ext cx="7334995" cy="169277"/>
          </a:xfrm>
          <a:prstGeom prst="rect">
            <a:avLst/>
          </a:prstGeom>
          <a:noFill/>
        </p:spPr>
        <p:txBody>
          <a:bodyPr wrap="square" lIns="0" tIns="0" rIns="0" bIns="0" rtlCol="0">
            <a:spAutoFit/>
          </a:bodyPr>
          <a:lstStyle/>
          <a:p>
            <a:pPr algn="ctr"/>
            <a:r>
              <a:rPr sz="1100" b="0" i="0" kern="1200">
                <a:solidFill>
                  <a:schemeClr val="bg1">
                    <a:lumMod val="85000"/>
                  </a:schemeClr>
                </a:solidFill>
                <a:effectLst/>
                <a:latin typeface="+mn-lt"/>
                <a:ea typeface="+mn-ea"/>
                <a:cs typeface="+mn-cs"/>
              </a:rPr>
              <a:t>Layouts past this point have been inherited from other files and may not be a part of the approved Asurion template.</a:t>
            </a:r>
            <a:endParaRPr sz="1100">
              <a:solidFill>
                <a:schemeClr val="bg1">
                  <a:lumMod val="85000"/>
                </a:schemeClr>
              </a:solidFill>
            </a:endParaRPr>
          </a:p>
        </p:txBody>
      </p:sp>
    </p:spTree>
    <p:extLst>
      <p:ext uri="{BB962C8B-B14F-4D97-AF65-F5344CB8AC3E}">
        <p14:creationId xmlns:p14="http://schemas.microsoft.com/office/powerpoint/2010/main" val="42058709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2" name="grid" hidden="1">
            <a:extLst>
              <a:ext uri="{FF2B5EF4-FFF2-40B4-BE49-F238E27FC236}">
                <a16:creationId xmlns:a16="http://schemas.microsoft.com/office/drawing/2014/main" id="{CB62F4A8-D16F-4ED4-8FB1-033DD30013A9}"/>
              </a:ext>
            </a:extLst>
          </p:cNvPr>
          <p:cNvGrpSpPr/>
          <p:nvPr/>
        </p:nvGrpSpPr>
        <p:grpSpPr>
          <a:xfrm>
            <a:off x="496953" y="-460390"/>
            <a:ext cx="11194985" cy="298579"/>
            <a:chOff x="496953" y="-460390"/>
            <a:chExt cx="11194985" cy="298579"/>
          </a:xfrm>
        </p:grpSpPr>
        <p:grpSp>
          <p:nvGrpSpPr>
            <p:cNvPr id="11" name="Group 10">
              <a:extLst>
                <a:ext uri="{FF2B5EF4-FFF2-40B4-BE49-F238E27FC236}">
                  <a16:creationId xmlns:a16="http://schemas.microsoft.com/office/drawing/2014/main" id="{71894BAE-7B52-43F3-AD46-8957D93FF5AB}"/>
                </a:ext>
              </a:extLst>
            </p:cNvPr>
            <p:cNvGrpSpPr/>
            <p:nvPr/>
          </p:nvGrpSpPr>
          <p:grpSpPr>
            <a:xfrm>
              <a:off x="4061925" y="-460390"/>
              <a:ext cx="250032" cy="298579"/>
              <a:chOff x="4064744" y="4163251"/>
              <a:chExt cx="250032" cy="298579"/>
            </a:xfrm>
          </p:grpSpPr>
          <p:cxnSp>
            <p:nvCxnSpPr>
              <p:cNvPr id="10" name="Straight Connector 9">
                <a:extLst>
                  <a:ext uri="{FF2B5EF4-FFF2-40B4-BE49-F238E27FC236}">
                    <a16:creationId xmlns:a16="http://schemas.microsoft.com/office/drawing/2014/main" id="{D69FFFF0-32A9-46BC-A379-334A55789281}"/>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5309365-DA95-40B6-BE77-1DE527E38447}"/>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9B2BADEC-78DB-464B-937A-8F5A0553FC53}"/>
                </a:ext>
              </a:extLst>
            </p:cNvPr>
            <p:cNvGrpSpPr/>
            <p:nvPr/>
          </p:nvGrpSpPr>
          <p:grpSpPr>
            <a:xfrm>
              <a:off x="7876929" y="-460390"/>
              <a:ext cx="250032" cy="298579"/>
              <a:chOff x="4064744" y="4163251"/>
              <a:chExt cx="250032" cy="298579"/>
            </a:xfrm>
          </p:grpSpPr>
          <p:cxnSp>
            <p:nvCxnSpPr>
              <p:cNvPr id="54" name="Straight Connector 53">
                <a:extLst>
                  <a:ext uri="{FF2B5EF4-FFF2-40B4-BE49-F238E27FC236}">
                    <a16:creationId xmlns:a16="http://schemas.microsoft.com/office/drawing/2014/main" id="{3359999C-DB9A-40C8-A213-DE83FF39D2FF}"/>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BC82D5E-5908-416C-A039-B3C5E9E76A20}"/>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cxnSp>
          <p:nvCxnSpPr>
            <p:cNvPr id="57" name="Straight Connector 56">
              <a:extLst>
                <a:ext uri="{FF2B5EF4-FFF2-40B4-BE49-F238E27FC236}">
                  <a16:creationId xmlns:a16="http://schemas.microsoft.com/office/drawing/2014/main" id="{9BD3A864-9244-44A2-BC6D-E12531C98F2B}"/>
                </a:ext>
              </a:extLst>
            </p:cNvPr>
            <p:cNvCxnSpPr/>
            <p:nvPr/>
          </p:nvCxnSpPr>
          <p:spPr>
            <a:xfrm flipV="1">
              <a:off x="11691938" y="-460390"/>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1B0B773-2456-421E-88AD-5BDE6AE70DD6}"/>
                </a:ext>
              </a:extLst>
            </p:cNvPr>
            <p:cNvCxnSpPr/>
            <p:nvPr/>
          </p:nvCxnSpPr>
          <p:spPr>
            <a:xfrm flipV="1">
              <a:off x="496953" y="-460390"/>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60A68A3A-0635-4F43-BA2C-5851E81FB4E5}"/>
                </a:ext>
              </a:extLst>
            </p:cNvPr>
            <p:cNvGrpSpPr/>
            <p:nvPr/>
          </p:nvGrpSpPr>
          <p:grpSpPr>
            <a:xfrm>
              <a:off x="5015676" y="-460390"/>
              <a:ext cx="250032" cy="298579"/>
              <a:chOff x="4064744" y="4163251"/>
              <a:chExt cx="250032" cy="298579"/>
            </a:xfrm>
          </p:grpSpPr>
          <p:cxnSp>
            <p:nvCxnSpPr>
              <p:cNvPr id="63" name="Straight Connector 62">
                <a:extLst>
                  <a:ext uri="{FF2B5EF4-FFF2-40B4-BE49-F238E27FC236}">
                    <a16:creationId xmlns:a16="http://schemas.microsoft.com/office/drawing/2014/main" id="{A1510E22-07F2-431C-9AE0-9C324064EE1B}"/>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EB28B4D-AA6D-43C7-88A2-BCC85F19B05F}"/>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0CF7E8B5-622F-4BF0-84FB-6FF1209E1B37}"/>
                </a:ext>
              </a:extLst>
            </p:cNvPr>
            <p:cNvGrpSpPr/>
            <p:nvPr/>
          </p:nvGrpSpPr>
          <p:grpSpPr>
            <a:xfrm>
              <a:off x="8830680" y="-460390"/>
              <a:ext cx="250032" cy="298579"/>
              <a:chOff x="4064744" y="4163251"/>
              <a:chExt cx="250032" cy="298579"/>
            </a:xfrm>
          </p:grpSpPr>
          <p:cxnSp>
            <p:nvCxnSpPr>
              <p:cNvPr id="66" name="Straight Connector 65">
                <a:extLst>
                  <a:ext uri="{FF2B5EF4-FFF2-40B4-BE49-F238E27FC236}">
                    <a16:creationId xmlns:a16="http://schemas.microsoft.com/office/drawing/2014/main" id="{2E0374FC-F58E-4D64-A360-B31F7E507689}"/>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EBD2373-920F-4A20-8101-EBE313602255}"/>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95344890-0CBB-4202-9B84-6E7E05C9758C}"/>
                </a:ext>
              </a:extLst>
            </p:cNvPr>
            <p:cNvGrpSpPr/>
            <p:nvPr/>
          </p:nvGrpSpPr>
          <p:grpSpPr>
            <a:xfrm>
              <a:off x="2154423" y="-460390"/>
              <a:ext cx="250032" cy="298579"/>
              <a:chOff x="4064744" y="4163251"/>
              <a:chExt cx="250032" cy="298579"/>
            </a:xfrm>
          </p:grpSpPr>
          <p:cxnSp>
            <p:nvCxnSpPr>
              <p:cNvPr id="69" name="Straight Connector 68">
                <a:extLst>
                  <a:ext uri="{FF2B5EF4-FFF2-40B4-BE49-F238E27FC236}">
                    <a16:creationId xmlns:a16="http://schemas.microsoft.com/office/drawing/2014/main" id="{7F042FB1-165C-440E-B77F-E292AFA64B0E}"/>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0BBFE8B-221F-4C1F-A5A4-2E939142690E}"/>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grpSp>
          <p:nvGrpSpPr>
            <p:cNvPr id="71" name="Group 70">
              <a:extLst>
                <a:ext uri="{FF2B5EF4-FFF2-40B4-BE49-F238E27FC236}">
                  <a16:creationId xmlns:a16="http://schemas.microsoft.com/office/drawing/2014/main" id="{17C07F7F-02BB-48E5-BF4C-B6EE445706A8}"/>
                </a:ext>
              </a:extLst>
            </p:cNvPr>
            <p:cNvGrpSpPr/>
            <p:nvPr/>
          </p:nvGrpSpPr>
          <p:grpSpPr>
            <a:xfrm>
              <a:off x="5969427" y="-460390"/>
              <a:ext cx="250032" cy="298579"/>
              <a:chOff x="4064744" y="4163251"/>
              <a:chExt cx="250032" cy="298579"/>
            </a:xfrm>
          </p:grpSpPr>
          <p:cxnSp>
            <p:nvCxnSpPr>
              <p:cNvPr id="72" name="Straight Connector 71">
                <a:extLst>
                  <a:ext uri="{FF2B5EF4-FFF2-40B4-BE49-F238E27FC236}">
                    <a16:creationId xmlns:a16="http://schemas.microsoft.com/office/drawing/2014/main" id="{F88119E8-458B-487E-831B-9D94F51C7B9F}"/>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E5D1344-D8EC-4227-B4BB-677DC19F6240}"/>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707EE5FF-2576-4FCB-9182-2554FB3F1F11}"/>
                </a:ext>
              </a:extLst>
            </p:cNvPr>
            <p:cNvGrpSpPr/>
            <p:nvPr/>
          </p:nvGrpSpPr>
          <p:grpSpPr>
            <a:xfrm>
              <a:off x="3108174" y="-460390"/>
              <a:ext cx="250032" cy="298579"/>
              <a:chOff x="4064744" y="4163251"/>
              <a:chExt cx="250032" cy="298579"/>
            </a:xfrm>
          </p:grpSpPr>
          <p:cxnSp>
            <p:nvCxnSpPr>
              <p:cNvPr id="75" name="Straight Connector 74">
                <a:extLst>
                  <a:ext uri="{FF2B5EF4-FFF2-40B4-BE49-F238E27FC236}">
                    <a16:creationId xmlns:a16="http://schemas.microsoft.com/office/drawing/2014/main" id="{E3537DD2-AF3A-4C5B-A26B-3A0AE4C0726E}"/>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12949BF-3BF1-4F97-887B-0EF07678E5A8}"/>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B0FE3B8D-DE34-413B-8685-B3267BF30B0A}"/>
                </a:ext>
              </a:extLst>
            </p:cNvPr>
            <p:cNvGrpSpPr/>
            <p:nvPr/>
          </p:nvGrpSpPr>
          <p:grpSpPr>
            <a:xfrm>
              <a:off x="6923178" y="-460390"/>
              <a:ext cx="250032" cy="298579"/>
              <a:chOff x="4064744" y="4163251"/>
              <a:chExt cx="250032" cy="298579"/>
            </a:xfrm>
          </p:grpSpPr>
          <p:cxnSp>
            <p:nvCxnSpPr>
              <p:cNvPr id="78" name="Straight Connector 77">
                <a:extLst>
                  <a:ext uri="{FF2B5EF4-FFF2-40B4-BE49-F238E27FC236}">
                    <a16:creationId xmlns:a16="http://schemas.microsoft.com/office/drawing/2014/main" id="{E0AB49DE-9843-42AE-A181-B8AA532C1F1A}"/>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0396B43-ED23-4636-B0EC-6600AC751ECE}"/>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96A4C146-789C-46C9-9990-98BA8700B6B2}"/>
                </a:ext>
              </a:extLst>
            </p:cNvPr>
            <p:cNvGrpSpPr/>
            <p:nvPr/>
          </p:nvGrpSpPr>
          <p:grpSpPr>
            <a:xfrm>
              <a:off x="9784431" y="-460390"/>
              <a:ext cx="250032" cy="298579"/>
              <a:chOff x="4064744" y="4163251"/>
              <a:chExt cx="250032" cy="298579"/>
            </a:xfrm>
          </p:grpSpPr>
          <p:cxnSp>
            <p:nvCxnSpPr>
              <p:cNvPr id="81" name="Straight Connector 80">
                <a:extLst>
                  <a:ext uri="{FF2B5EF4-FFF2-40B4-BE49-F238E27FC236}">
                    <a16:creationId xmlns:a16="http://schemas.microsoft.com/office/drawing/2014/main" id="{BBC805BC-769A-4780-92F9-387732D73767}"/>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AD4B2AC-1438-4828-BA67-23B1E4959E53}"/>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grpSp>
          <p:nvGrpSpPr>
            <p:cNvPr id="83" name="Group 82">
              <a:extLst>
                <a:ext uri="{FF2B5EF4-FFF2-40B4-BE49-F238E27FC236}">
                  <a16:creationId xmlns:a16="http://schemas.microsoft.com/office/drawing/2014/main" id="{AE3CDB29-21B3-426F-8811-CDFF7BA0BB9D}"/>
                </a:ext>
              </a:extLst>
            </p:cNvPr>
            <p:cNvGrpSpPr/>
            <p:nvPr/>
          </p:nvGrpSpPr>
          <p:grpSpPr>
            <a:xfrm>
              <a:off x="10738182" y="-460390"/>
              <a:ext cx="250032" cy="298579"/>
              <a:chOff x="4064744" y="4163251"/>
              <a:chExt cx="250032" cy="298579"/>
            </a:xfrm>
          </p:grpSpPr>
          <p:cxnSp>
            <p:nvCxnSpPr>
              <p:cNvPr id="84" name="Straight Connector 83">
                <a:extLst>
                  <a:ext uri="{FF2B5EF4-FFF2-40B4-BE49-F238E27FC236}">
                    <a16:creationId xmlns:a16="http://schemas.microsoft.com/office/drawing/2014/main" id="{3608AFE2-D125-4BAF-8B88-9FFD54F13482}"/>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185F5C1-E2E4-44B0-AC93-E84867931145}"/>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F990C8D8-4DBC-48EB-A8BE-D38B8ADE5756}"/>
                </a:ext>
              </a:extLst>
            </p:cNvPr>
            <p:cNvGrpSpPr/>
            <p:nvPr/>
          </p:nvGrpSpPr>
          <p:grpSpPr>
            <a:xfrm>
              <a:off x="1200672" y="-460390"/>
              <a:ext cx="250032" cy="298579"/>
              <a:chOff x="4064744" y="4163251"/>
              <a:chExt cx="250032" cy="298579"/>
            </a:xfrm>
          </p:grpSpPr>
          <p:cxnSp>
            <p:nvCxnSpPr>
              <p:cNvPr id="87" name="Straight Connector 86">
                <a:extLst>
                  <a:ext uri="{FF2B5EF4-FFF2-40B4-BE49-F238E27FC236}">
                    <a16:creationId xmlns:a16="http://schemas.microsoft.com/office/drawing/2014/main" id="{7D95FD34-2539-4FDB-909A-4C1FC7A8A9DA}"/>
                  </a:ext>
                </a:extLst>
              </p:cNvPr>
              <p:cNvCxnSpPr/>
              <p:nvPr/>
            </p:nvCxnSpPr>
            <p:spPr>
              <a:xfrm flipV="1">
                <a:off x="4064744"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F99285D-83CD-4C92-B5B0-2242E55F5A96}"/>
                  </a:ext>
                </a:extLst>
              </p:cNvPr>
              <p:cNvCxnSpPr/>
              <p:nvPr/>
            </p:nvCxnSpPr>
            <p:spPr>
              <a:xfrm flipV="1">
                <a:off x="4314776" y="4163251"/>
                <a:ext cx="0" cy="298579"/>
              </a:xfrm>
              <a:prstGeom prst="line">
                <a:avLst/>
              </a:prstGeom>
              <a:ln w="127"/>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500063" y="440482"/>
            <a:ext cx="11191875" cy="1080135"/>
          </a:xfrm>
          <a:prstGeom prst="rect">
            <a:avLst/>
          </a:prstGeom>
        </p:spPr>
        <p:txBody>
          <a:bodyPr vert="horz" lIns="0" tIns="0" rIns="0" bIns="0" rtlCol="0" anchor="t" anchorCtr="0">
            <a:noAutofit/>
          </a:bodyPr>
          <a:lstStyle/>
          <a:p>
            <a:r>
              <a:t>Click to edit Master title style</a:t>
            </a:r>
          </a:p>
        </p:txBody>
      </p:sp>
      <p:sp>
        <p:nvSpPr>
          <p:cNvPr id="3" name="Text Placeholder 2"/>
          <p:cNvSpPr>
            <a:spLocks noGrp="1"/>
          </p:cNvSpPr>
          <p:nvPr>
            <p:ph type="body" idx="1"/>
          </p:nvPr>
        </p:nvSpPr>
        <p:spPr>
          <a:xfrm>
            <a:off x="500063" y="2520000"/>
            <a:ext cx="11191875" cy="3366000"/>
          </a:xfrm>
          <a:prstGeom prst="rect">
            <a:avLst/>
          </a:prstGeom>
        </p:spPr>
        <p:txBody>
          <a:bodyPr vert="horz" lIns="0" tIns="0" rIns="0" bIns="0" rtlCol="0">
            <a:noAutofit/>
          </a:bodyPr>
          <a:lstStyle/>
          <a:p>
            <a:pPr lvl="0"/>
            <a:r>
              <a:t>Click to edit Master text styles</a:t>
            </a:r>
          </a:p>
          <a:p>
            <a:pPr lvl="1"/>
            <a:r>
              <a:t>Second level</a:t>
            </a:r>
          </a:p>
          <a:p>
            <a:pPr lvl="2"/>
            <a:r>
              <a:t>Third level</a:t>
            </a:r>
          </a:p>
          <a:p>
            <a:pPr lvl="3"/>
            <a:r>
              <a:t>Fourth level</a:t>
            </a:r>
          </a:p>
          <a:p>
            <a:pPr lvl="4"/>
            <a:r>
              <a:t>Fifth level</a:t>
            </a:r>
          </a:p>
        </p:txBody>
      </p:sp>
      <p:sp>
        <p:nvSpPr>
          <p:cNvPr id="5" name="Footer Placeholder 4"/>
          <p:cNvSpPr>
            <a:spLocks noGrp="1"/>
          </p:cNvSpPr>
          <p:nvPr>
            <p:ph type="ftr" sz="quarter" idx="3"/>
          </p:nvPr>
        </p:nvSpPr>
        <p:spPr>
          <a:xfrm>
            <a:off x="8991600" y="6477425"/>
            <a:ext cx="1952422" cy="180000"/>
          </a:xfrm>
          <a:prstGeom prst="rect">
            <a:avLst/>
          </a:prstGeom>
        </p:spPr>
        <p:txBody>
          <a:bodyPr vert="horz" lIns="0" tIns="0" rIns="0" bIns="0" rtlCol="0" anchor="ctr" anchorCtr="0">
            <a:noAutofit/>
          </a:bodyPr>
          <a:lstStyle>
            <a:lvl1pPr algn="r">
              <a:defRPr sz="700">
                <a:solidFill>
                  <a:schemeClr val="tx1"/>
                </a:solidFill>
              </a:defRPr>
            </a:lvl1pPr>
          </a:lstStyle>
          <a:p>
            <a:r>
              <a:t>Asurion Internal Use Only</a:t>
            </a:r>
          </a:p>
        </p:txBody>
      </p:sp>
      <p:sp>
        <p:nvSpPr>
          <p:cNvPr id="6" name="Slide Number Placeholder 5"/>
          <p:cNvSpPr>
            <a:spLocks noGrp="1"/>
          </p:cNvSpPr>
          <p:nvPr>
            <p:ph type="sldNum" sz="quarter" idx="4"/>
          </p:nvPr>
        </p:nvSpPr>
        <p:spPr>
          <a:xfrm>
            <a:off x="11172825" y="6477425"/>
            <a:ext cx="519112" cy="180000"/>
          </a:xfrm>
          <a:prstGeom prst="rect">
            <a:avLst/>
          </a:prstGeom>
        </p:spPr>
        <p:txBody>
          <a:bodyPr vert="horz" lIns="0" tIns="0" rIns="0" bIns="0" rtlCol="0" anchor="ctr" anchorCtr="0">
            <a:noAutofit/>
          </a:bodyPr>
          <a:lstStyle>
            <a:lvl1pPr algn="r">
              <a:defRPr sz="700">
                <a:solidFill>
                  <a:schemeClr val="tx1"/>
                </a:solidFill>
              </a:defRPr>
            </a:lvl1pPr>
          </a:lstStyle>
          <a:p>
            <a:fld id="{9C3ACAB3-CA36-4966-8A1D-076772D39D8D}" type="slidenum">
              <a:rPr/>
              <a:pPr/>
              <a:t>‹#›</a:t>
            </a:fld>
            <a:endParaRPr/>
          </a:p>
        </p:txBody>
      </p:sp>
      <p:grpSp>
        <p:nvGrpSpPr>
          <p:cNvPr id="53" name="asurion logo">
            <a:extLst>
              <a:ext uri="{FF2B5EF4-FFF2-40B4-BE49-F238E27FC236}">
                <a16:creationId xmlns:a16="http://schemas.microsoft.com/office/drawing/2014/main" id="{0054DC85-FB4E-AF4F-A304-F50E7E8C3ABA}"/>
              </a:ext>
            </a:extLst>
          </p:cNvPr>
          <p:cNvGrpSpPr>
            <a:grpSpLocks noChangeAspect="1"/>
          </p:cNvGrpSpPr>
          <p:nvPr userDrawn="1"/>
        </p:nvGrpSpPr>
        <p:grpSpPr bwMode="auto">
          <a:xfrm>
            <a:off x="504031" y="6390186"/>
            <a:ext cx="918000" cy="213052"/>
            <a:chOff x="316" y="3952"/>
            <a:chExt cx="586" cy="136"/>
          </a:xfrm>
          <a:solidFill>
            <a:schemeClr val="tx1"/>
          </a:solidFill>
        </p:grpSpPr>
        <p:sp>
          <p:nvSpPr>
            <p:cNvPr id="56" name="Freeform 5">
              <a:extLst>
                <a:ext uri="{FF2B5EF4-FFF2-40B4-BE49-F238E27FC236}">
                  <a16:creationId xmlns:a16="http://schemas.microsoft.com/office/drawing/2014/main" id="{27514E15-DE5A-834F-9CD6-45C4817C650B}"/>
                </a:ext>
              </a:extLst>
            </p:cNvPr>
            <p:cNvSpPr>
              <a:spLocks/>
            </p:cNvSpPr>
            <p:nvPr/>
          </p:nvSpPr>
          <p:spPr bwMode="auto">
            <a:xfrm>
              <a:off x="428" y="3990"/>
              <a:ext cx="66" cy="98"/>
            </a:xfrm>
            <a:custGeom>
              <a:avLst/>
              <a:gdLst>
                <a:gd name="T0" fmla="*/ 662 w 2176"/>
                <a:gd name="T1" fmla="*/ 2151 h 3230"/>
                <a:gd name="T2" fmla="*/ 1079 w 2176"/>
                <a:gd name="T3" fmla="*/ 2574 h 3230"/>
                <a:gd name="T4" fmla="*/ 1483 w 2176"/>
                <a:gd name="T5" fmla="*/ 2183 h 3230"/>
                <a:gd name="T6" fmla="*/ 864 w 2176"/>
                <a:gd name="T7" fmla="*/ 1716 h 3230"/>
                <a:gd name="T8" fmla="*/ 208 w 2176"/>
                <a:gd name="T9" fmla="*/ 870 h 3230"/>
                <a:gd name="T10" fmla="*/ 1079 w 2176"/>
                <a:gd name="T11" fmla="*/ 0 h 3230"/>
                <a:gd name="T12" fmla="*/ 1830 w 2176"/>
                <a:gd name="T13" fmla="*/ 404 h 3230"/>
                <a:gd name="T14" fmla="*/ 1400 w 2176"/>
                <a:gd name="T15" fmla="*/ 826 h 3230"/>
                <a:gd name="T16" fmla="*/ 1123 w 2176"/>
                <a:gd name="T17" fmla="*/ 618 h 3230"/>
                <a:gd name="T18" fmla="*/ 871 w 2176"/>
                <a:gd name="T19" fmla="*/ 870 h 3230"/>
                <a:gd name="T20" fmla="*/ 1565 w 2176"/>
                <a:gd name="T21" fmla="*/ 1268 h 3230"/>
                <a:gd name="T22" fmla="*/ 2176 w 2176"/>
                <a:gd name="T23" fmla="*/ 2170 h 3230"/>
                <a:gd name="T24" fmla="*/ 1079 w 2176"/>
                <a:gd name="T25" fmla="*/ 3230 h 3230"/>
                <a:gd name="T26" fmla="*/ 0 w 2176"/>
                <a:gd name="T27" fmla="*/ 2151 h 3230"/>
                <a:gd name="T28" fmla="*/ 662 w 2176"/>
                <a:gd name="T29" fmla="*/ 215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76" h="3230">
                  <a:moveTo>
                    <a:pt x="662" y="2151"/>
                  </a:moveTo>
                  <a:cubicBezTo>
                    <a:pt x="662" y="2416"/>
                    <a:pt x="871" y="2574"/>
                    <a:pt x="1079" y="2574"/>
                  </a:cubicBezTo>
                  <a:cubicBezTo>
                    <a:pt x="1319" y="2574"/>
                    <a:pt x="1483" y="2435"/>
                    <a:pt x="1483" y="2183"/>
                  </a:cubicBezTo>
                  <a:cubicBezTo>
                    <a:pt x="1483" y="1829"/>
                    <a:pt x="1174" y="1804"/>
                    <a:pt x="864" y="1716"/>
                  </a:cubicBezTo>
                  <a:cubicBezTo>
                    <a:pt x="549" y="1627"/>
                    <a:pt x="208" y="1382"/>
                    <a:pt x="208" y="870"/>
                  </a:cubicBezTo>
                  <a:cubicBezTo>
                    <a:pt x="208" y="366"/>
                    <a:pt x="599" y="0"/>
                    <a:pt x="1079" y="0"/>
                  </a:cubicBezTo>
                  <a:cubicBezTo>
                    <a:pt x="1407" y="0"/>
                    <a:pt x="1653" y="145"/>
                    <a:pt x="1830" y="404"/>
                  </a:cubicBezTo>
                  <a:cubicBezTo>
                    <a:pt x="1400" y="826"/>
                    <a:pt x="1400" y="826"/>
                    <a:pt x="1400" y="826"/>
                  </a:cubicBezTo>
                  <a:cubicBezTo>
                    <a:pt x="1350" y="700"/>
                    <a:pt x="1249" y="618"/>
                    <a:pt x="1123" y="618"/>
                  </a:cubicBezTo>
                  <a:cubicBezTo>
                    <a:pt x="959" y="618"/>
                    <a:pt x="871" y="744"/>
                    <a:pt x="871" y="870"/>
                  </a:cubicBezTo>
                  <a:cubicBezTo>
                    <a:pt x="871" y="1148"/>
                    <a:pt x="1224" y="1142"/>
                    <a:pt x="1565" y="1268"/>
                  </a:cubicBezTo>
                  <a:cubicBezTo>
                    <a:pt x="1886" y="1388"/>
                    <a:pt x="2176" y="1634"/>
                    <a:pt x="2176" y="2170"/>
                  </a:cubicBezTo>
                  <a:cubicBezTo>
                    <a:pt x="2176" y="2801"/>
                    <a:pt x="1716" y="3230"/>
                    <a:pt x="1079" y="3230"/>
                  </a:cubicBezTo>
                  <a:cubicBezTo>
                    <a:pt x="429" y="3230"/>
                    <a:pt x="0" y="2751"/>
                    <a:pt x="0" y="2151"/>
                  </a:cubicBezTo>
                  <a:lnTo>
                    <a:pt x="662" y="2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8" name="Freeform 6">
              <a:extLst>
                <a:ext uri="{FF2B5EF4-FFF2-40B4-BE49-F238E27FC236}">
                  <a16:creationId xmlns:a16="http://schemas.microsoft.com/office/drawing/2014/main" id="{8CFA00F3-584A-D44A-ACED-67911C8C43E8}"/>
                </a:ext>
              </a:extLst>
            </p:cNvPr>
            <p:cNvSpPr>
              <a:spLocks/>
            </p:cNvSpPr>
            <p:nvPr/>
          </p:nvSpPr>
          <p:spPr bwMode="auto">
            <a:xfrm>
              <a:off x="505" y="3991"/>
              <a:ext cx="85" cy="97"/>
            </a:xfrm>
            <a:custGeom>
              <a:avLst/>
              <a:gdLst>
                <a:gd name="T0" fmla="*/ 2769 w 2769"/>
                <a:gd name="T1" fmla="*/ 3154 h 3192"/>
                <a:gd name="T2" fmla="*/ 2076 w 2769"/>
                <a:gd name="T3" fmla="*/ 3154 h 3192"/>
                <a:gd name="T4" fmla="*/ 2076 w 2769"/>
                <a:gd name="T5" fmla="*/ 2794 h 3192"/>
                <a:gd name="T6" fmla="*/ 1211 w 2769"/>
                <a:gd name="T7" fmla="*/ 3192 h 3192"/>
                <a:gd name="T8" fmla="*/ 0 w 2769"/>
                <a:gd name="T9" fmla="*/ 1892 h 3192"/>
                <a:gd name="T10" fmla="*/ 0 w 2769"/>
                <a:gd name="T11" fmla="*/ 0 h 3192"/>
                <a:gd name="T12" fmla="*/ 694 w 2769"/>
                <a:gd name="T13" fmla="*/ 0 h 3192"/>
                <a:gd name="T14" fmla="*/ 694 w 2769"/>
                <a:gd name="T15" fmla="*/ 1741 h 3192"/>
                <a:gd name="T16" fmla="*/ 1381 w 2769"/>
                <a:gd name="T17" fmla="*/ 2536 h 3192"/>
                <a:gd name="T18" fmla="*/ 2076 w 2769"/>
                <a:gd name="T19" fmla="*/ 1741 h 3192"/>
                <a:gd name="T20" fmla="*/ 2076 w 2769"/>
                <a:gd name="T21" fmla="*/ 0 h 3192"/>
                <a:gd name="T22" fmla="*/ 2769 w 2769"/>
                <a:gd name="T23" fmla="*/ 0 h 3192"/>
                <a:gd name="T24" fmla="*/ 2769 w 2769"/>
                <a:gd name="T25" fmla="*/ 3154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9" h="3192">
                  <a:moveTo>
                    <a:pt x="2769" y="3154"/>
                  </a:moveTo>
                  <a:cubicBezTo>
                    <a:pt x="2076" y="3154"/>
                    <a:pt x="2076" y="3154"/>
                    <a:pt x="2076" y="3154"/>
                  </a:cubicBezTo>
                  <a:cubicBezTo>
                    <a:pt x="2076" y="2794"/>
                    <a:pt x="2076" y="2794"/>
                    <a:pt x="2076" y="2794"/>
                  </a:cubicBezTo>
                  <a:cubicBezTo>
                    <a:pt x="1931" y="2983"/>
                    <a:pt x="1647" y="3192"/>
                    <a:pt x="1211" y="3192"/>
                  </a:cubicBezTo>
                  <a:cubicBezTo>
                    <a:pt x="429" y="3192"/>
                    <a:pt x="0" y="2731"/>
                    <a:pt x="0" y="1892"/>
                  </a:cubicBezTo>
                  <a:cubicBezTo>
                    <a:pt x="0" y="0"/>
                    <a:pt x="0" y="0"/>
                    <a:pt x="0" y="0"/>
                  </a:cubicBezTo>
                  <a:cubicBezTo>
                    <a:pt x="694" y="0"/>
                    <a:pt x="694" y="0"/>
                    <a:pt x="694" y="0"/>
                  </a:cubicBezTo>
                  <a:cubicBezTo>
                    <a:pt x="694" y="1741"/>
                    <a:pt x="694" y="1741"/>
                    <a:pt x="694" y="1741"/>
                  </a:cubicBezTo>
                  <a:cubicBezTo>
                    <a:pt x="694" y="2296"/>
                    <a:pt x="927" y="2536"/>
                    <a:pt x="1381" y="2536"/>
                  </a:cubicBezTo>
                  <a:cubicBezTo>
                    <a:pt x="1836" y="2536"/>
                    <a:pt x="2076" y="2208"/>
                    <a:pt x="2076" y="1741"/>
                  </a:cubicBezTo>
                  <a:cubicBezTo>
                    <a:pt x="2076" y="0"/>
                    <a:pt x="2076" y="0"/>
                    <a:pt x="2076" y="0"/>
                  </a:cubicBezTo>
                  <a:cubicBezTo>
                    <a:pt x="2769" y="0"/>
                    <a:pt x="2769" y="0"/>
                    <a:pt x="2769" y="0"/>
                  </a:cubicBezTo>
                  <a:lnTo>
                    <a:pt x="2769" y="3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59" name="Freeform 7">
              <a:extLst>
                <a:ext uri="{FF2B5EF4-FFF2-40B4-BE49-F238E27FC236}">
                  <a16:creationId xmlns:a16="http://schemas.microsoft.com/office/drawing/2014/main" id="{4300FCF8-0ADE-F347-837A-0EF8F48B32B8}"/>
                </a:ext>
              </a:extLst>
            </p:cNvPr>
            <p:cNvSpPr>
              <a:spLocks/>
            </p:cNvSpPr>
            <p:nvPr/>
          </p:nvSpPr>
          <p:spPr bwMode="auto">
            <a:xfrm>
              <a:off x="608" y="3990"/>
              <a:ext cx="46" cy="97"/>
            </a:xfrm>
            <a:custGeom>
              <a:avLst/>
              <a:gdLst>
                <a:gd name="T0" fmla="*/ 0 w 1508"/>
                <a:gd name="T1" fmla="*/ 38 h 3192"/>
                <a:gd name="T2" fmla="*/ 694 w 1508"/>
                <a:gd name="T3" fmla="*/ 38 h 3192"/>
                <a:gd name="T4" fmla="*/ 694 w 1508"/>
                <a:gd name="T5" fmla="*/ 366 h 3192"/>
                <a:gd name="T6" fmla="*/ 1508 w 1508"/>
                <a:gd name="T7" fmla="*/ 0 h 3192"/>
                <a:gd name="T8" fmla="*/ 1508 w 1508"/>
                <a:gd name="T9" fmla="*/ 669 h 3192"/>
                <a:gd name="T10" fmla="*/ 1445 w 1508"/>
                <a:gd name="T11" fmla="*/ 669 h 3192"/>
                <a:gd name="T12" fmla="*/ 694 w 1508"/>
                <a:gd name="T13" fmla="*/ 1451 h 3192"/>
                <a:gd name="T14" fmla="*/ 694 w 1508"/>
                <a:gd name="T15" fmla="*/ 3192 h 3192"/>
                <a:gd name="T16" fmla="*/ 0 w 1508"/>
                <a:gd name="T17" fmla="*/ 3192 h 3192"/>
                <a:gd name="T18" fmla="*/ 0 w 1508"/>
                <a:gd name="T19" fmla="*/ 38 h 3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8" h="3192">
                  <a:moveTo>
                    <a:pt x="0" y="38"/>
                  </a:moveTo>
                  <a:cubicBezTo>
                    <a:pt x="694" y="38"/>
                    <a:pt x="694" y="38"/>
                    <a:pt x="694" y="38"/>
                  </a:cubicBezTo>
                  <a:cubicBezTo>
                    <a:pt x="694" y="366"/>
                    <a:pt x="694" y="366"/>
                    <a:pt x="694" y="366"/>
                  </a:cubicBezTo>
                  <a:cubicBezTo>
                    <a:pt x="845" y="164"/>
                    <a:pt x="1066" y="0"/>
                    <a:pt x="1508" y="0"/>
                  </a:cubicBezTo>
                  <a:cubicBezTo>
                    <a:pt x="1508" y="669"/>
                    <a:pt x="1508" y="669"/>
                    <a:pt x="1508" y="669"/>
                  </a:cubicBezTo>
                  <a:cubicBezTo>
                    <a:pt x="1445" y="669"/>
                    <a:pt x="1445" y="669"/>
                    <a:pt x="1445" y="669"/>
                  </a:cubicBezTo>
                  <a:cubicBezTo>
                    <a:pt x="1003" y="669"/>
                    <a:pt x="694" y="984"/>
                    <a:pt x="694" y="1451"/>
                  </a:cubicBezTo>
                  <a:cubicBezTo>
                    <a:pt x="694" y="3192"/>
                    <a:pt x="694" y="3192"/>
                    <a:pt x="694" y="3192"/>
                  </a:cubicBezTo>
                  <a:cubicBezTo>
                    <a:pt x="0" y="3192"/>
                    <a:pt x="0" y="3192"/>
                    <a:pt x="0" y="3192"/>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60" name="Freeform 8">
              <a:extLst>
                <a:ext uri="{FF2B5EF4-FFF2-40B4-BE49-F238E27FC236}">
                  <a16:creationId xmlns:a16="http://schemas.microsoft.com/office/drawing/2014/main" id="{4E9D92D8-69D2-5849-9754-890FBBC038C1}"/>
                </a:ext>
              </a:extLst>
            </p:cNvPr>
            <p:cNvSpPr>
              <a:spLocks noEditPoints="1"/>
            </p:cNvSpPr>
            <p:nvPr/>
          </p:nvSpPr>
          <p:spPr bwMode="auto">
            <a:xfrm>
              <a:off x="664" y="3952"/>
              <a:ext cx="28" cy="135"/>
            </a:xfrm>
            <a:custGeom>
              <a:avLst/>
              <a:gdLst>
                <a:gd name="T0" fmla="*/ 467 w 934"/>
                <a:gd name="T1" fmla="*/ 0 h 4454"/>
                <a:gd name="T2" fmla="*/ 934 w 934"/>
                <a:gd name="T3" fmla="*/ 473 h 4454"/>
                <a:gd name="T4" fmla="*/ 467 w 934"/>
                <a:gd name="T5" fmla="*/ 946 h 4454"/>
                <a:gd name="T6" fmla="*/ 0 w 934"/>
                <a:gd name="T7" fmla="*/ 473 h 4454"/>
                <a:gd name="T8" fmla="*/ 467 w 934"/>
                <a:gd name="T9" fmla="*/ 0 h 4454"/>
                <a:gd name="T10" fmla="*/ 120 w 934"/>
                <a:gd name="T11" fmla="*/ 1300 h 4454"/>
                <a:gd name="T12" fmla="*/ 814 w 934"/>
                <a:gd name="T13" fmla="*/ 1300 h 4454"/>
                <a:gd name="T14" fmla="*/ 814 w 934"/>
                <a:gd name="T15" fmla="*/ 4454 h 4454"/>
                <a:gd name="T16" fmla="*/ 120 w 934"/>
                <a:gd name="T17" fmla="*/ 4454 h 4454"/>
                <a:gd name="T18" fmla="*/ 120 w 934"/>
                <a:gd name="T19" fmla="*/ 1300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4454">
                  <a:moveTo>
                    <a:pt x="467" y="0"/>
                  </a:moveTo>
                  <a:cubicBezTo>
                    <a:pt x="726" y="0"/>
                    <a:pt x="934" y="209"/>
                    <a:pt x="934" y="473"/>
                  </a:cubicBezTo>
                  <a:cubicBezTo>
                    <a:pt x="934" y="738"/>
                    <a:pt x="726" y="946"/>
                    <a:pt x="467" y="946"/>
                  </a:cubicBezTo>
                  <a:cubicBezTo>
                    <a:pt x="208" y="946"/>
                    <a:pt x="0" y="738"/>
                    <a:pt x="0" y="473"/>
                  </a:cubicBezTo>
                  <a:cubicBezTo>
                    <a:pt x="0" y="209"/>
                    <a:pt x="208" y="0"/>
                    <a:pt x="467" y="0"/>
                  </a:cubicBezTo>
                  <a:moveTo>
                    <a:pt x="120" y="1300"/>
                  </a:moveTo>
                  <a:cubicBezTo>
                    <a:pt x="814" y="1300"/>
                    <a:pt x="814" y="1300"/>
                    <a:pt x="814" y="1300"/>
                  </a:cubicBezTo>
                  <a:cubicBezTo>
                    <a:pt x="814" y="4454"/>
                    <a:pt x="814" y="4454"/>
                    <a:pt x="814" y="4454"/>
                  </a:cubicBezTo>
                  <a:cubicBezTo>
                    <a:pt x="120" y="4454"/>
                    <a:pt x="120" y="4454"/>
                    <a:pt x="120" y="4454"/>
                  </a:cubicBezTo>
                  <a:lnTo>
                    <a:pt x="120" y="1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89" name="Freeform 9">
              <a:extLst>
                <a:ext uri="{FF2B5EF4-FFF2-40B4-BE49-F238E27FC236}">
                  <a16:creationId xmlns:a16="http://schemas.microsoft.com/office/drawing/2014/main" id="{E6273E3A-A4E9-FA4E-9427-5903B8CC906E}"/>
                </a:ext>
              </a:extLst>
            </p:cNvPr>
            <p:cNvSpPr>
              <a:spLocks noEditPoints="1"/>
            </p:cNvSpPr>
            <p:nvPr/>
          </p:nvSpPr>
          <p:spPr bwMode="auto">
            <a:xfrm>
              <a:off x="702" y="3990"/>
              <a:ext cx="98" cy="98"/>
            </a:xfrm>
            <a:custGeom>
              <a:avLst/>
              <a:gdLst>
                <a:gd name="T0" fmla="*/ 1615 w 3231"/>
                <a:gd name="T1" fmla="*/ 0 h 3230"/>
                <a:gd name="T2" fmla="*/ 3231 w 3231"/>
                <a:gd name="T3" fmla="*/ 1615 h 3230"/>
                <a:gd name="T4" fmla="*/ 1615 w 3231"/>
                <a:gd name="T5" fmla="*/ 3230 h 3230"/>
                <a:gd name="T6" fmla="*/ 0 w 3231"/>
                <a:gd name="T7" fmla="*/ 1615 h 3230"/>
                <a:gd name="T8" fmla="*/ 1615 w 3231"/>
                <a:gd name="T9" fmla="*/ 0 h 3230"/>
                <a:gd name="T10" fmla="*/ 1615 w 3231"/>
                <a:gd name="T11" fmla="*/ 2561 h 3230"/>
                <a:gd name="T12" fmla="*/ 2524 w 3231"/>
                <a:gd name="T13" fmla="*/ 1615 h 3230"/>
                <a:gd name="T14" fmla="*/ 1615 w 3231"/>
                <a:gd name="T15" fmla="*/ 668 h 3230"/>
                <a:gd name="T16" fmla="*/ 707 w 3231"/>
                <a:gd name="T17" fmla="*/ 1615 h 3230"/>
                <a:gd name="T18" fmla="*/ 1615 w 3231"/>
                <a:gd name="T19" fmla="*/ 256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31" h="3230">
                  <a:moveTo>
                    <a:pt x="1615" y="0"/>
                  </a:moveTo>
                  <a:cubicBezTo>
                    <a:pt x="2549" y="0"/>
                    <a:pt x="3231" y="694"/>
                    <a:pt x="3231" y="1615"/>
                  </a:cubicBezTo>
                  <a:cubicBezTo>
                    <a:pt x="3231" y="2536"/>
                    <a:pt x="2549" y="3230"/>
                    <a:pt x="1615" y="3230"/>
                  </a:cubicBezTo>
                  <a:cubicBezTo>
                    <a:pt x="682" y="3230"/>
                    <a:pt x="0" y="2536"/>
                    <a:pt x="0" y="1615"/>
                  </a:cubicBezTo>
                  <a:cubicBezTo>
                    <a:pt x="0" y="694"/>
                    <a:pt x="682" y="0"/>
                    <a:pt x="1615" y="0"/>
                  </a:cubicBezTo>
                  <a:moveTo>
                    <a:pt x="1615" y="2561"/>
                  </a:moveTo>
                  <a:cubicBezTo>
                    <a:pt x="2158" y="2561"/>
                    <a:pt x="2524" y="2164"/>
                    <a:pt x="2524" y="1615"/>
                  </a:cubicBezTo>
                  <a:cubicBezTo>
                    <a:pt x="2524" y="1066"/>
                    <a:pt x="2158" y="668"/>
                    <a:pt x="1615" y="668"/>
                  </a:cubicBezTo>
                  <a:cubicBezTo>
                    <a:pt x="1073" y="668"/>
                    <a:pt x="707" y="1066"/>
                    <a:pt x="707" y="1615"/>
                  </a:cubicBezTo>
                  <a:cubicBezTo>
                    <a:pt x="707" y="2164"/>
                    <a:pt x="1073" y="2561"/>
                    <a:pt x="1615" y="256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0" name="Freeform 10">
              <a:extLst>
                <a:ext uri="{FF2B5EF4-FFF2-40B4-BE49-F238E27FC236}">
                  <a16:creationId xmlns:a16="http://schemas.microsoft.com/office/drawing/2014/main" id="{5281E602-33CA-D04A-ABF4-6EE04B721139}"/>
                </a:ext>
              </a:extLst>
            </p:cNvPr>
            <p:cNvSpPr>
              <a:spLocks/>
            </p:cNvSpPr>
            <p:nvPr/>
          </p:nvSpPr>
          <p:spPr bwMode="auto">
            <a:xfrm>
              <a:off x="814" y="3990"/>
              <a:ext cx="88" cy="97"/>
            </a:xfrm>
            <a:custGeom>
              <a:avLst/>
              <a:gdLst>
                <a:gd name="T0" fmla="*/ 2893 w 2893"/>
                <a:gd name="T1" fmla="*/ 3211 h 3211"/>
                <a:gd name="T2" fmla="*/ 2214 w 2893"/>
                <a:gd name="T3" fmla="*/ 3211 h 3211"/>
                <a:gd name="T4" fmla="*/ 2214 w 2893"/>
                <a:gd name="T5" fmla="*/ 1447 h 3211"/>
                <a:gd name="T6" fmla="*/ 1446 w 2893"/>
                <a:gd name="T7" fmla="*/ 679 h 3211"/>
                <a:gd name="T8" fmla="*/ 679 w 2893"/>
                <a:gd name="T9" fmla="*/ 1447 h 3211"/>
                <a:gd name="T10" fmla="*/ 679 w 2893"/>
                <a:gd name="T11" fmla="*/ 3211 h 3211"/>
                <a:gd name="T12" fmla="*/ 0 w 2893"/>
                <a:gd name="T13" fmla="*/ 3211 h 3211"/>
                <a:gd name="T14" fmla="*/ 0 w 2893"/>
                <a:gd name="T15" fmla="*/ 1447 h 3211"/>
                <a:gd name="T16" fmla="*/ 1446 w 2893"/>
                <a:gd name="T17" fmla="*/ 0 h 3211"/>
                <a:gd name="T18" fmla="*/ 2893 w 2893"/>
                <a:gd name="T19" fmla="*/ 1447 h 3211"/>
                <a:gd name="T20" fmla="*/ 2893 w 2893"/>
                <a:gd name="T21" fmla="*/ 3211 h 3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3" h="3211">
                  <a:moveTo>
                    <a:pt x="2893" y="3211"/>
                  </a:moveTo>
                  <a:cubicBezTo>
                    <a:pt x="2214" y="3211"/>
                    <a:pt x="2214" y="3211"/>
                    <a:pt x="2214" y="3211"/>
                  </a:cubicBezTo>
                  <a:cubicBezTo>
                    <a:pt x="2214" y="1447"/>
                    <a:pt x="2214" y="1447"/>
                    <a:pt x="2214" y="1447"/>
                  </a:cubicBezTo>
                  <a:cubicBezTo>
                    <a:pt x="2214" y="1024"/>
                    <a:pt x="1870" y="679"/>
                    <a:pt x="1446" y="679"/>
                  </a:cubicBezTo>
                  <a:cubicBezTo>
                    <a:pt x="1023" y="679"/>
                    <a:pt x="679" y="1024"/>
                    <a:pt x="679" y="1447"/>
                  </a:cubicBezTo>
                  <a:cubicBezTo>
                    <a:pt x="679" y="3211"/>
                    <a:pt x="679" y="3211"/>
                    <a:pt x="679" y="3211"/>
                  </a:cubicBezTo>
                  <a:cubicBezTo>
                    <a:pt x="0" y="3211"/>
                    <a:pt x="0" y="3211"/>
                    <a:pt x="0" y="3211"/>
                  </a:cubicBezTo>
                  <a:cubicBezTo>
                    <a:pt x="0" y="1447"/>
                    <a:pt x="0" y="1447"/>
                    <a:pt x="0" y="1447"/>
                  </a:cubicBezTo>
                  <a:cubicBezTo>
                    <a:pt x="0" y="649"/>
                    <a:pt x="649" y="0"/>
                    <a:pt x="1446" y="0"/>
                  </a:cubicBezTo>
                  <a:cubicBezTo>
                    <a:pt x="2244" y="0"/>
                    <a:pt x="2893" y="649"/>
                    <a:pt x="2893" y="1447"/>
                  </a:cubicBezTo>
                  <a:lnTo>
                    <a:pt x="2893" y="3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sp>
          <p:nvSpPr>
            <p:cNvPr id="91" name="Freeform 11">
              <a:extLst>
                <a:ext uri="{FF2B5EF4-FFF2-40B4-BE49-F238E27FC236}">
                  <a16:creationId xmlns:a16="http://schemas.microsoft.com/office/drawing/2014/main" id="{987BEF18-299F-F349-831D-8F73AD2D8A76}"/>
                </a:ext>
              </a:extLst>
            </p:cNvPr>
            <p:cNvSpPr>
              <a:spLocks noEditPoints="1"/>
            </p:cNvSpPr>
            <p:nvPr/>
          </p:nvSpPr>
          <p:spPr bwMode="auto">
            <a:xfrm>
              <a:off x="316" y="3990"/>
              <a:ext cx="98" cy="98"/>
            </a:xfrm>
            <a:custGeom>
              <a:avLst/>
              <a:gdLst>
                <a:gd name="T0" fmla="*/ 1615 w 3230"/>
                <a:gd name="T1" fmla="*/ 0 h 3230"/>
                <a:gd name="T2" fmla="*/ 0 w 3230"/>
                <a:gd name="T3" fmla="*/ 1615 h 3230"/>
                <a:gd name="T4" fmla="*/ 1615 w 3230"/>
                <a:gd name="T5" fmla="*/ 3230 h 3230"/>
                <a:gd name="T6" fmla="*/ 2536 w 3230"/>
                <a:gd name="T7" fmla="*/ 2832 h 3230"/>
                <a:gd name="T8" fmla="*/ 2536 w 3230"/>
                <a:gd name="T9" fmla="*/ 3192 h 3230"/>
                <a:gd name="T10" fmla="*/ 3230 w 3230"/>
                <a:gd name="T11" fmla="*/ 3192 h 3230"/>
                <a:gd name="T12" fmla="*/ 3230 w 3230"/>
                <a:gd name="T13" fmla="*/ 1615 h 3230"/>
                <a:gd name="T14" fmla="*/ 1615 w 3230"/>
                <a:gd name="T15" fmla="*/ 0 h 3230"/>
                <a:gd name="T16" fmla="*/ 1615 w 3230"/>
                <a:gd name="T17" fmla="*/ 2536 h 3230"/>
                <a:gd name="T18" fmla="*/ 694 w 3230"/>
                <a:gd name="T19" fmla="*/ 1615 h 3230"/>
                <a:gd name="T20" fmla="*/ 1615 w 3230"/>
                <a:gd name="T21" fmla="*/ 694 h 3230"/>
                <a:gd name="T22" fmla="*/ 2536 w 3230"/>
                <a:gd name="T23" fmla="*/ 1615 h 3230"/>
                <a:gd name="T24" fmla="*/ 1615 w 3230"/>
                <a:gd name="T25" fmla="*/ 2536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0" h="3230">
                  <a:moveTo>
                    <a:pt x="1615" y="0"/>
                  </a:moveTo>
                  <a:cubicBezTo>
                    <a:pt x="723" y="0"/>
                    <a:pt x="0" y="723"/>
                    <a:pt x="0" y="1615"/>
                  </a:cubicBezTo>
                  <a:cubicBezTo>
                    <a:pt x="0" y="2507"/>
                    <a:pt x="723" y="3230"/>
                    <a:pt x="1615" y="3230"/>
                  </a:cubicBezTo>
                  <a:cubicBezTo>
                    <a:pt x="1921" y="3230"/>
                    <a:pt x="2261" y="3141"/>
                    <a:pt x="2536" y="2832"/>
                  </a:cubicBezTo>
                  <a:cubicBezTo>
                    <a:pt x="2536" y="3192"/>
                    <a:pt x="2536" y="3192"/>
                    <a:pt x="2536" y="3192"/>
                  </a:cubicBezTo>
                  <a:cubicBezTo>
                    <a:pt x="3230" y="3192"/>
                    <a:pt x="3230" y="3192"/>
                    <a:pt x="3230" y="3192"/>
                  </a:cubicBezTo>
                  <a:cubicBezTo>
                    <a:pt x="3230" y="1615"/>
                    <a:pt x="3230" y="1615"/>
                    <a:pt x="3230" y="1615"/>
                  </a:cubicBezTo>
                  <a:cubicBezTo>
                    <a:pt x="3230" y="723"/>
                    <a:pt x="2507" y="0"/>
                    <a:pt x="1615" y="0"/>
                  </a:cubicBezTo>
                  <a:moveTo>
                    <a:pt x="1615" y="2536"/>
                  </a:moveTo>
                  <a:cubicBezTo>
                    <a:pt x="1106" y="2536"/>
                    <a:pt x="694" y="2123"/>
                    <a:pt x="694" y="1615"/>
                  </a:cubicBezTo>
                  <a:cubicBezTo>
                    <a:pt x="694" y="1106"/>
                    <a:pt x="1106" y="694"/>
                    <a:pt x="1615" y="694"/>
                  </a:cubicBezTo>
                  <a:cubicBezTo>
                    <a:pt x="2123" y="694"/>
                    <a:pt x="2536" y="1106"/>
                    <a:pt x="2536" y="1615"/>
                  </a:cubicBezTo>
                  <a:cubicBezTo>
                    <a:pt x="2536" y="2123"/>
                    <a:pt x="2123" y="2536"/>
                    <a:pt x="1615" y="25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a:p>
          </p:txBody>
        </p:sp>
      </p:grpSp>
      <p:sp>
        <p:nvSpPr>
          <p:cNvPr id="4" name="MSIPCMContentMarking" descr="{&quot;HashCode&quot;:1204982525,&quot;Placement&quot;:&quot;Footer&quot;,&quot;Top&quot;:522.0343,&quot;Left&quot;:424.873322,&quot;SlideWidth&quot;:960,&quot;SlideHeight&quot;:540}">
            <a:extLst>
              <a:ext uri="{FF2B5EF4-FFF2-40B4-BE49-F238E27FC236}">
                <a16:creationId xmlns:a16="http://schemas.microsoft.com/office/drawing/2014/main" id="{37BE9460-6A6F-4AD8-891E-4665564552B8}"/>
              </a:ext>
            </a:extLst>
          </p:cNvPr>
          <p:cNvSpPr txBox="1"/>
          <p:nvPr userDrawn="1"/>
        </p:nvSpPr>
        <p:spPr>
          <a:xfrm>
            <a:off x="5395891" y="6629836"/>
            <a:ext cx="1400218" cy="228163"/>
          </a:xfrm>
          <a:prstGeom prst="rect">
            <a:avLst/>
          </a:prstGeom>
          <a:noFill/>
        </p:spPr>
        <p:txBody>
          <a:bodyPr vert="horz" wrap="square" lIns="0" tIns="0" rIns="0" bIns="0" rtlCol="0" anchor="ctr" anchorCtr="1">
            <a:spAutoFit/>
          </a:bodyPr>
          <a:lstStyle/>
          <a:p>
            <a:pPr algn="ctr">
              <a:spcBef>
                <a:spcPts val="0"/>
              </a:spcBef>
              <a:spcAft>
                <a:spcPts val="0"/>
              </a:spcAft>
            </a:pPr>
            <a:r>
              <a:rPr lang="en-US" sz="800">
                <a:solidFill>
                  <a:srgbClr val="737373"/>
                </a:solidFill>
                <a:latin typeface="Calibri" panose="020F0502020204030204" pitchFamily="34" charset="0"/>
                <a:cs typeface="Georgia"/>
              </a:rPr>
              <a:t>Asurion_Internal_Use_Only</a:t>
            </a:r>
          </a:p>
        </p:txBody>
      </p:sp>
    </p:spTree>
    <p:extLst>
      <p:ext uri="{BB962C8B-B14F-4D97-AF65-F5344CB8AC3E}">
        <p14:creationId xmlns:p14="http://schemas.microsoft.com/office/powerpoint/2010/main" val="2388322647"/>
      </p:ext>
    </p:extLst>
  </p:cSld>
  <p:clrMap bg1="lt1" tx1="dk1" bg2="lt2" tx2="dk2" accent1="accent1" accent2="accent2" accent3="accent3" accent4="accent4" accent5="accent5" accent6="accent6" hlink="hlink" folHlink="folHlink"/>
  <p:sldLayoutIdLst>
    <p:sldLayoutId id="2147483744" r:id="rId1"/>
    <p:sldLayoutId id="2147483661" r:id="rId2"/>
    <p:sldLayoutId id="2147483681" r:id="rId3"/>
    <p:sldLayoutId id="2147483682" r:id="rId4"/>
    <p:sldLayoutId id="2147483683" r:id="rId5"/>
    <p:sldLayoutId id="2147483684" r:id="rId6"/>
    <p:sldLayoutId id="2147483685" r:id="rId7"/>
    <p:sldLayoutId id="2147483701" r:id="rId8"/>
    <p:sldLayoutId id="2147483725" r:id="rId9"/>
    <p:sldLayoutId id="2147483664" r:id="rId10"/>
    <p:sldLayoutId id="2147483686" r:id="rId11"/>
    <p:sldLayoutId id="2147483687" r:id="rId12"/>
    <p:sldLayoutId id="2147483688" r:id="rId13"/>
    <p:sldLayoutId id="2147483689" r:id="rId14"/>
    <p:sldLayoutId id="2147483743" r:id="rId15"/>
    <p:sldLayoutId id="2147483668" r:id="rId16"/>
    <p:sldLayoutId id="2147483690" r:id="rId17"/>
    <p:sldLayoutId id="2147483724" r:id="rId18"/>
    <p:sldLayoutId id="2147483703" r:id="rId19"/>
    <p:sldLayoutId id="2147483671" r:id="rId20"/>
    <p:sldLayoutId id="2147483707" r:id="rId21"/>
    <p:sldLayoutId id="2147483710" r:id="rId22"/>
    <p:sldLayoutId id="2147483704" r:id="rId23"/>
    <p:sldLayoutId id="2147483719" r:id="rId24"/>
    <p:sldLayoutId id="2147483708" r:id="rId25"/>
    <p:sldLayoutId id="2147483709" r:id="rId26"/>
    <p:sldLayoutId id="2147483699" r:id="rId27"/>
    <p:sldLayoutId id="2147483692" r:id="rId28"/>
    <p:sldLayoutId id="2147483695" r:id="rId29"/>
    <p:sldLayoutId id="2147483694" r:id="rId30"/>
    <p:sldLayoutId id="2147483693" r:id="rId31"/>
    <p:sldLayoutId id="2147483702" r:id="rId32"/>
    <p:sldLayoutId id="2147483678" r:id="rId33"/>
    <p:sldLayoutId id="2147483737" r:id="rId34"/>
    <p:sldLayoutId id="2147483750" r:id="rId35"/>
    <p:sldLayoutId id="2147483679" r:id="rId36"/>
    <p:sldLayoutId id="2147483721" r:id="rId37"/>
    <p:sldLayoutId id="2147483680" r:id="rId38"/>
    <p:sldLayoutId id="2147483698" r:id="rId39"/>
    <p:sldLayoutId id="2147483749" r:id="rId40"/>
    <p:sldLayoutId id="2147483691" r:id="rId41"/>
    <p:sldLayoutId id="2147483700" r:id="rId42"/>
    <p:sldLayoutId id="2147483697" r:id="rId43"/>
    <p:sldLayoutId id="2147483736" r:id="rId44"/>
    <p:sldLayoutId id="2147483739" r:id="rId45"/>
    <p:sldLayoutId id="2147483735" r:id="rId46"/>
    <p:sldLayoutId id="2147483742" r:id="rId47"/>
    <p:sldLayoutId id="2147483715" r:id="rId48"/>
    <p:sldLayoutId id="2147483713" r:id="rId49"/>
    <p:sldLayoutId id="2147483711" r:id="rId50"/>
    <p:sldLayoutId id="2147483716" r:id="rId51"/>
    <p:sldLayoutId id="2147483712" r:id="rId52"/>
    <p:sldLayoutId id="2147483714" r:id="rId53"/>
    <p:sldLayoutId id="2147483741" r:id="rId54"/>
    <p:sldLayoutId id="2147483730" r:id="rId55"/>
    <p:sldLayoutId id="2147483731" r:id="rId56"/>
    <p:sldLayoutId id="2147483732" r:id="rId57"/>
    <p:sldLayoutId id="2147483733" r:id="rId58"/>
    <p:sldLayoutId id="2147483738" r:id="rId59"/>
    <p:sldLayoutId id="2147483745" r:id="rId60"/>
    <p:sldLayoutId id="2147483748" r:id="rId61"/>
    <p:sldLayoutId id="2147483746" r:id="rId62"/>
    <p:sldLayoutId id="2147483747" r:id="rId63"/>
    <p:sldLayoutId id="2147483740" r:id="rId64"/>
    <p:sldLayoutId id="2147483717" r:id="rId65"/>
    <p:sldLayoutId id="2147483718" r:id="rId66"/>
    <p:sldLayoutId id="2147483723" r:id="rId67"/>
  </p:sldLayoutIdLst>
  <mc:AlternateContent xmlns:mc="http://schemas.openxmlformats.org/markup-compatibility/2006">
    <mc:Choice xmlns:p14="http://schemas.microsoft.com/office/powerpoint/2010/main" Requires="p14">
      <p:transition p14:dur="250">
        <p:fade/>
      </p:transition>
    </mc:Choice>
    <mc:Fallback>
      <p:transition>
        <p:fade/>
      </p:transition>
    </mc:Fallback>
  </mc:AlternateContent>
  <p:hf hdr="0" dt="0"/>
  <p:txStyles>
    <p:title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p:titleStyle>
    <p:bodyStyle>
      <a:lvl1pPr marL="0" indent="0" algn="l" defTabSz="914400" rtl="0" eaLnBrk="1" latinLnBrk="0" hangingPunct="1">
        <a:lnSpc>
          <a:spcPct val="100000"/>
        </a:lnSpc>
        <a:spcBef>
          <a:spcPts val="300"/>
        </a:spcBef>
        <a:buFont typeface="Arial" panose="020B0604020202020204" pitchFamily="34" charset="0"/>
        <a:buNone/>
        <a:defRPr sz="1400" b="1" kern="1200" spc="0" baseline="0">
          <a:solidFill>
            <a:schemeClr val="tx1"/>
          </a:solidFill>
          <a:latin typeface="+mn-lt"/>
          <a:ea typeface="+mn-ea"/>
          <a:cs typeface="+mn-cs"/>
        </a:defRPr>
      </a:lvl1pPr>
      <a:lvl2pPr marL="0" indent="0" algn="l" defTabSz="914400" rtl="0" eaLnBrk="1" latinLnBrk="0" hangingPunct="1">
        <a:lnSpc>
          <a:spcPct val="100000"/>
        </a:lnSpc>
        <a:spcBef>
          <a:spcPts val="300"/>
        </a:spcBef>
        <a:spcAft>
          <a:spcPts val="0"/>
        </a:spcAft>
        <a:buClr>
          <a:schemeClr val="accent2"/>
        </a:buClr>
        <a:buFont typeface="Arial" panose="020B0604020202020204" pitchFamily="34" charset="0"/>
        <a:buNone/>
        <a:defRPr sz="1400" kern="1200" spc="0">
          <a:solidFill>
            <a:schemeClr val="tx1"/>
          </a:solidFill>
          <a:latin typeface="+mn-lt"/>
          <a:ea typeface="+mn-ea"/>
          <a:cs typeface="+mn-cs"/>
        </a:defRPr>
      </a:lvl2pPr>
      <a:lvl3pPr marL="180975" indent="-180975" algn="l" defTabSz="914400" rtl="0" eaLnBrk="1" latinLnBrk="0" hangingPunct="1">
        <a:lnSpc>
          <a:spcPct val="100000"/>
        </a:lnSpc>
        <a:spcBef>
          <a:spcPts val="600"/>
        </a:spcBef>
        <a:buFont typeface="Arial" panose="020B0604020202020204" pitchFamily="34" charset="0"/>
        <a:buChar char="•"/>
        <a:defRPr sz="1400" kern="1200" spc="0">
          <a:solidFill>
            <a:schemeClr val="tx1"/>
          </a:solidFill>
          <a:latin typeface="+mn-lt"/>
          <a:ea typeface="+mn-ea"/>
          <a:cs typeface="+mn-cs"/>
        </a:defRPr>
      </a:lvl3pPr>
      <a:lvl4pPr marL="361950" indent="-180975" algn="l" defTabSz="914400" rtl="0" eaLnBrk="1" latinLnBrk="0" hangingPunct="1">
        <a:lnSpc>
          <a:spcPct val="100000"/>
        </a:lnSpc>
        <a:spcBef>
          <a:spcPts val="0"/>
        </a:spcBef>
        <a:buFont typeface="Arial" panose="020B0604020202020204" pitchFamily="34" charset="0"/>
        <a:buChar char="•"/>
        <a:defRPr sz="1200" kern="1200" spc="0">
          <a:solidFill>
            <a:schemeClr val="tx1"/>
          </a:solidFill>
          <a:latin typeface="+mn-lt"/>
          <a:ea typeface="+mn-ea"/>
          <a:cs typeface="+mn-cs"/>
        </a:defRPr>
      </a:lvl4pPr>
      <a:lvl5pPr marL="542925" indent="-180975" algn="l" defTabSz="914400" rtl="0" eaLnBrk="1" latinLnBrk="0" hangingPunct="1">
        <a:lnSpc>
          <a:spcPct val="100000"/>
        </a:lnSpc>
        <a:spcBef>
          <a:spcPts val="0"/>
        </a:spcBef>
        <a:buFont typeface="Arial" panose="020B0604020202020204" pitchFamily="34" charset="0"/>
        <a:buChar char="•"/>
        <a:defRPr sz="11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61">
          <p15:clr>
            <a:srgbClr val="F26B43"/>
          </p15:clr>
        </p15:guide>
        <p15:guide id="2" orient="horz" pos="2160">
          <p15:clr>
            <a:srgbClr val="F26B43"/>
          </p15:clr>
        </p15:guide>
        <p15:guide id="3" pos="315">
          <p15:clr>
            <a:srgbClr val="F26B43"/>
          </p15:clr>
        </p15:guide>
        <p15:guide id="4" pos="7365">
          <p15:clr>
            <a:srgbClr val="F26B43"/>
          </p15:clr>
        </p15:guide>
        <p15:guide id="5" pos="756">
          <p15:clr>
            <a:srgbClr val="F26B43"/>
          </p15:clr>
        </p15:guide>
        <p15:guide id="6" pos="914">
          <p15:clr>
            <a:srgbClr val="F26B43"/>
          </p15:clr>
        </p15:guide>
        <p15:guide id="7" pos="1358">
          <p15:clr>
            <a:srgbClr val="F26B43"/>
          </p15:clr>
        </p15:guide>
        <p15:guide id="8" pos="1515">
          <p15:clr>
            <a:srgbClr val="F26B43"/>
          </p15:clr>
        </p15:guide>
        <p15:guide id="9" pos="1958">
          <p15:clr>
            <a:srgbClr val="F26B43"/>
          </p15:clr>
        </p15:guide>
        <p15:guide id="10" pos="2115">
          <p15:clr>
            <a:srgbClr val="F26B43"/>
          </p15:clr>
        </p15:guide>
        <p15:guide id="11" pos="2559">
          <p15:clr>
            <a:srgbClr val="F26B43"/>
          </p15:clr>
        </p15:guide>
        <p15:guide id="12" pos="2717">
          <p15:clr>
            <a:srgbClr val="F26B43"/>
          </p15:clr>
        </p15:guide>
        <p15:guide id="13" pos="3159">
          <p15:clr>
            <a:srgbClr val="F26B43"/>
          </p15:clr>
        </p15:guide>
        <p15:guide id="14" pos="3317">
          <p15:clr>
            <a:srgbClr val="F26B43"/>
          </p15:clr>
        </p15:guide>
        <p15:guide id="15" pos="4361">
          <p15:clr>
            <a:srgbClr val="F26B43"/>
          </p15:clr>
        </p15:guide>
        <p15:guide id="16" pos="4518">
          <p15:clr>
            <a:srgbClr val="F26B43"/>
          </p15:clr>
        </p15:guide>
        <p15:guide id="17" pos="4962">
          <p15:clr>
            <a:srgbClr val="F26B43"/>
          </p15:clr>
        </p15:guide>
        <p15:guide id="18" pos="5120">
          <p15:clr>
            <a:srgbClr val="F26B43"/>
          </p15:clr>
        </p15:guide>
        <p15:guide id="19" pos="5562">
          <p15:clr>
            <a:srgbClr val="F26B43"/>
          </p15:clr>
        </p15:guide>
        <p15:guide id="20" pos="5720">
          <p15:clr>
            <a:srgbClr val="F26B43"/>
          </p15:clr>
        </p15:guide>
        <p15:guide id="21" pos="6164">
          <p15:clr>
            <a:srgbClr val="F26B43"/>
          </p15:clr>
        </p15:guide>
        <p15:guide id="22" pos="6321">
          <p15:clr>
            <a:srgbClr val="F26B43"/>
          </p15:clr>
        </p15:guide>
        <p15:guide id="23" pos="6764">
          <p15:clr>
            <a:srgbClr val="F26B43"/>
          </p15:clr>
        </p15:guide>
        <p15:guide id="24" pos="6921">
          <p15:clr>
            <a:srgbClr val="F26B43"/>
          </p15:clr>
        </p15:guide>
        <p15:guide id="25" orient="horz" pos="323">
          <p15:clr>
            <a:srgbClr val="F26B43"/>
          </p15:clr>
        </p15:guide>
        <p15:guide id="26" orient="horz" pos="4085">
          <p15:clr>
            <a:srgbClr val="F26B43"/>
          </p15:clr>
        </p15:guide>
        <p15:guide id="27" pos="3918">
          <p15:clr>
            <a:srgbClr val="F26B43"/>
          </p15:clr>
        </p15:guide>
        <p15:guide id="28" orient="horz" pos="795">
          <p15:clr>
            <a:srgbClr val="F26B43"/>
          </p15:clr>
        </p15:guide>
        <p15:guide id="30" orient="horz" pos="507">
          <p15:clr>
            <a:srgbClr val="F26B43"/>
          </p15:clr>
        </p15:guide>
        <p15:guide id="31" orient="horz" pos="3711">
          <p15:clr>
            <a:srgbClr val="F26B43"/>
          </p15:clr>
        </p15:guide>
        <p15:guide id="36" orient="horz" pos="1586">
          <p15:clr>
            <a:srgbClr val="F26B43"/>
          </p15:clr>
        </p15:guide>
        <p15:guide id="37" orient="horz" pos="959">
          <p15:clr>
            <a:srgbClr val="F26B43"/>
          </p15:clr>
        </p15:guide>
        <p15:guide id="38" orient="horz" pos="107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5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55.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5.xml"/><Relationship Id="rId5" Type="http://schemas.openxmlformats.org/officeDocument/2006/relationships/image" Target="../media/image17.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5.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5.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5.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5.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55.xml"/><Relationship Id="rId5" Type="http://schemas.openxmlformats.org/officeDocument/2006/relationships/image" Target="../media/image22.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1F5_98DB5C5.xml"/><Relationship Id="rId2" Type="http://schemas.openxmlformats.org/officeDocument/2006/relationships/notesSlide" Target="../notesSlides/notesSlide12.xml"/><Relationship Id="rId1" Type="http://schemas.openxmlformats.org/officeDocument/2006/relationships/slideLayout" Target="../slideLayouts/slideLayout55.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5.xml"/><Relationship Id="rId5" Type="http://schemas.openxmlformats.org/officeDocument/2006/relationships/image" Target="../media/image25.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55.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5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5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96C893-7F94-7EFF-ED01-53D959EA1102}"/>
              </a:ext>
            </a:extLst>
          </p:cNvPr>
          <p:cNvSpPr>
            <a:spLocks noGrp="1"/>
          </p:cNvSpPr>
          <p:nvPr>
            <p:ph type="ctrTitle"/>
          </p:nvPr>
        </p:nvSpPr>
        <p:spPr/>
        <p:txBody>
          <a:bodyPr/>
          <a:lstStyle/>
          <a:p>
            <a:r>
              <a:rPr lang="en-US"/>
              <a:t>Sales in Alpha</a:t>
            </a:r>
          </a:p>
        </p:txBody>
      </p:sp>
      <p:sp>
        <p:nvSpPr>
          <p:cNvPr id="4" name="Subtitle 3">
            <a:extLst>
              <a:ext uri="{FF2B5EF4-FFF2-40B4-BE49-F238E27FC236}">
                <a16:creationId xmlns:a16="http://schemas.microsoft.com/office/drawing/2014/main" id="{9012A383-642C-0857-4FD1-79563A5E8BF2}"/>
              </a:ext>
            </a:extLst>
          </p:cNvPr>
          <p:cNvSpPr>
            <a:spLocks noGrp="1"/>
          </p:cNvSpPr>
          <p:nvPr>
            <p:ph type="subTitle" idx="1"/>
          </p:nvPr>
        </p:nvSpPr>
        <p:spPr/>
        <p:txBody>
          <a:bodyPr/>
          <a:lstStyle/>
          <a:p>
            <a:r>
              <a:rPr lang="en-US"/>
              <a:t>Current Status &amp; Future Roadmap</a:t>
            </a:r>
          </a:p>
        </p:txBody>
      </p:sp>
      <p:sp>
        <p:nvSpPr>
          <p:cNvPr id="5" name="Text Placeholder 4">
            <a:extLst>
              <a:ext uri="{FF2B5EF4-FFF2-40B4-BE49-F238E27FC236}">
                <a16:creationId xmlns:a16="http://schemas.microsoft.com/office/drawing/2014/main" id="{FC48C006-8347-10CA-88B3-C31F837C0691}"/>
              </a:ext>
            </a:extLst>
          </p:cNvPr>
          <p:cNvSpPr>
            <a:spLocks noGrp="1"/>
          </p:cNvSpPr>
          <p:nvPr>
            <p:ph type="body" sz="quarter" idx="10"/>
          </p:nvPr>
        </p:nvSpPr>
        <p:spPr/>
        <p:txBody>
          <a:bodyPr/>
          <a:lstStyle/>
          <a:p>
            <a:r>
              <a:rPr lang="en-US"/>
              <a:t>Rachel Silvey, Priyanka Gupta</a:t>
            </a:r>
          </a:p>
        </p:txBody>
      </p:sp>
      <p:sp>
        <p:nvSpPr>
          <p:cNvPr id="6" name="Text Placeholder 5">
            <a:extLst>
              <a:ext uri="{FF2B5EF4-FFF2-40B4-BE49-F238E27FC236}">
                <a16:creationId xmlns:a16="http://schemas.microsoft.com/office/drawing/2014/main" id="{879FB2F0-CCB7-92AB-F81D-6BB4738B70C7}"/>
              </a:ext>
            </a:extLst>
          </p:cNvPr>
          <p:cNvSpPr>
            <a:spLocks noGrp="1"/>
          </p:cNvSpPr>
          <p:nvPr>
            <p:ph type="body" sz="quarter" idx="11"/>
          </p:nvPr>
        </p:nvSpPr>
        <p:spPr/>
        <p:txBody>
          <a:bodyPr/>
          <a:lstStyle/>
          <a:p>
            <a:r>
              <a:rPr lang="en-US"/>
              <a:t>February 18, 2025</a:t>
            </a:r>
          </a:p>
        </p:txBody>
      </p:sp>
    </p:spTree>
    <p:extLst>
      <p:ext uri="{BB962C8B-B14F-4D97-AF65-F5344CB8AC3E}">
        <p14:creationId xmlns:p14="http://schemas.microsoft.com/office/powerpoint/2010/main" val="383995577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D1312-9E6E-61B6-24E2-16EFA2567BE3}"/>
              </a:ext>
            </a:extLst>
          </p:cNvPr>
          <p:cNvSpPr>
            <a:spLocks noGrp="1"/>
          </p:cNvSpPr>
          <p:nvPr>
            <p:ph type="title"/>
          </p:nvPr>
        </p:nvSpPr>
        <p:spPr/>
        <p:txBody>
          <a:bodyPr/>
          <a:lstStyle/>
          <a:p>
            <a:r>
              <a:rPr lang="en-US"/>
              <a:t>Overview of Sales Journey and planned improvements</a:t>
            </a:r>
          </a:p>
        </p:txBody>
      </p:sp>
      <p:sp>
        <p:nvSpPr>
          <p:cNvPr id="3" name="Footer Placeholder 2">
            <a:extLst>
              <a:ext uri="{FF2B5EF4-FFF2-40B4-BE49-F238E27FC236}">
                <a16:creationId xmlns:a16="http://schemas.microsoft.com/office/drawing/2014/main" id="{D449948F-CA57-4F45-D96A-CB9302AC0C62}"/>
              </a:ext>
            </a:extLst>
          </p:cNvPr>
          <p:cNvSpPr>
            <a:spLocks noGrp="1"/>
          </p:cNvSpPr>
          <p:nvPr>
            <p:ph type="ftr" sz="quarter" idx="11"/>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0CC7F8DB-C27B-1867-D88D-F75DE1A8A9E8}"/>
              </a:ext>
            </a:extLst>
          </p:cNvPr>
          <p:cNvSpPr>
            <a:spLocks noGrp="1"/>
          </p:cNvSpPr>
          <p:nvPr>
            <p:ph type="sldNum" sz="quarter" idx="12"/>
          </p:nvPr>
        </p:nvSpPr>
        <p:spPr/>
        <p:txBody>
          <a:bodyPr/>
          <a:lstStyle/>
          <a:p>
            <a:fld id="{9C3ACAB3-CA36-4966-8A1D-076772D39D8D}" type="slidenum">
              <a:rPr lang="en-US" smtClean="0"/>
              <a:pPr/>
              <a:t>2</a:t>
            </a:fld>
            <a:endParaRPr lang="en-US"/>
          </a:p>
        </p:txBody>
      </p:sp>
      <p:sp>
        <p:nvSpPr>
          <p:cNvPr id="5" name="Rectangle 4">
            <a:extLst>
              <a:ext uri="{FF2B5EF4-FFF2-40B4-BE49-F238E27FC236}">
                <a16:creationId xmlns:a16="http://schemas.microsoft.com/office/drawing/2014/main" id="{3AC392C3-9C59-B08B-3389-CC2DF3192E4C}"/>
              </a:ext>
            </a:extLst>
          </p:cNvPr>
          <p:cNvSpPr/>
          <p:nvPr/>
        </p:nvSpPr>
        <p:spPr>
          <a:xfrm>
            <a:off x="1533839" y="1321978"/>
            <a:ext cx="1188152" cy="1014928"/>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ysClr val="windowText" lastClr="000000"/>
                </a:solidFill>
              </a:rPr>
              <a:t>System determines the customer is eligible for a new product</a:t>
            </a:r>
          </a:p>
        </p:txBody>
      </p:sp>
      <p:sp>
        <p:nvSpPr>
          <p:cNvPr id="6" name="Rectangle 5">
            <a:extLst>
              <a:ext uri="{FF2B5EF4-FFF2-40B4-BE49-F238E27FC236}">
                <a16:creationId xmlns:a16="http://schemas.microsoft.com/office/drawing/2014/main" id="{1584D9D5-AF9D-A5E9-0194-8C0C61743E84}"/>
              </a:ext>
            </a:extLst>
          </p:cNvPr>
          <p:cNvSpPr/>
          <p:nvPr/>
        </p:nvSpPr>
        <p:spPr>
          <a:xfrm>
            <a:off x="4699519" y="1321979"/>
            <a:ext cx="1074476" cy="1014922"/>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ysClr val="windowText" lastClr="000000"/>
                </a:solidFill>
              </a:rPr>
              <a:t>Expert handles the customers request (claim)</a:t>
            </a:r>
          </a:p>
        </p:txBody>
      </p:sp>
      <p:sp>
        <p:nvSpPr>
          <p:cNvPr id="7" name="Rectangle 6">
            <a:extLst>
              <a:ext uri="{FF2B5EF4-FFF2-40B4-BE49-F238E27FC236}">
                <a16:creationId xmlns:a16="http://schemas.microsoft.com/office/drawing/2014/main" id="{500B9DB3-9379-26A2-DF10-84E974FF2167}"/>
              </a:ext>
            </a:extLst>
          </p:cNvPr>
          <p:cNvSpPr/>
          <p:nvPr/>
        </p:nvSpPr>
        <p:spPr>
          <a:xfrm>
            <a:off x="6087213" y="1321978"/>
            <a:ext cx="1440238" cy="1014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Expert pitches the new product to the customer </a:t>
            </a:r>
          </a:p>
          <a:p>
            <a:pPr algn="ctr"/>
            <a:r>
              <a:rPr lang="en-US" sz="1000">
                <a:solidFill>
                  <a:schemeClr val="bg1"/>
                </a:solidFill>
              </a:rPr>
              <a:t>(Compelling sales offer &amp; rebuttals)</a:t>
            </a:r>
          </a:p>
        </p:txBody>
      </p:sp>
      <p:sp>
        <p:nvSpPr>
          <p:cNvPr id="8" name="Rectangle 7">
            <a:extLst>
              <a:ext uri="{FF2B5EF4-FFF2-40B4-BE49-F238E27FC236}">
                <a16:creationId xmlns:a16="http://schemas.microsoft.com/office/drawing/2014/main" id="{A73D9FB6-0ECC-C1C6-9D79-F26CE2279AC5}"/>
              </a:ext>
            </a:extLst>
          </p:cNvPr>
          <p:cNvSpPr/>
          <p:nvPr/>
        </p:nvSpPr>
        <p:spPr>
          <a:xfrm>
            <a:off x="4554662" y="2575996"/>
            <a:ext cx="1465901" cy="853004"/>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ysClr val="windowText" lastClr="000000"/>
                </a:solidFill>
              </a:rPr>
              <a:t>Expert creates rapport, breadcrumbs the offer, collects customer intel</a:t>
            </a:r>
          </a:p>
        </p:txBody>
      </p:sp>
      <p:sp>
        <p:nvSpPr>
          <p:cNvPr id="9" name="Rectangle 8">
            <a:extLst>
              <a:ext uri="{FF2B5EF4-FFF2-40B4-BE49-F238E27FC236}">
                <a16:creationId xmlns:a16="http://schemas.microsoft.com/office/drawing/2014/main" id="{B9EE77C6-0727-8B2F-BAAB-562E8B416411}"/>
              </a:ext>
            </a:extLst>
          </p:cNvPr>
          <p:cNvSpPr/>
          <p:nvPr/>
        </p:nvSpPr>
        <p:spPr>
          <a:xfrm>
            <a:off x="7774679" y="1327135"/>
            <a:ext cx="1188152" cy="100844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t>Expert enrolls the customer in the new product</a:t>
            </a:r>
          </a:p>
          <a:p>
            <a:pPr algn="ctr"/>
            <a:r>
              <a:rPr lang="en-US" sz="1000"/>
              <a:t>(Accept offer, Consent to enroll)</a:t>
            </a:r>
          </a:p>
        </p:txBody>
      </p:sp>
      <p:sp>
        <p:nvSpPr>
          <p:cNvPr id="10" name="Rectangle 9">
            <a:extLst>
              <a:ext uri="{FF2B5EF4-FFF2-40B4-BE49-F238E27FC236}">
                <a16:creationId xmlns:a16="http://schemas.microsoft.com/office/drawing/2014/main" id="{F2C43CA7-0771-C31F-FE84-13989DA045DA}"/>
              </a:ext>
            </a:extLst>
          </p:cNvPr>
          <p:cNvSpPr/>
          <p:nvPr/>
        </p:nvSpPr>
        <p:spPr>
          <a:xfrm>
            <a:off x="9303210" y="1321978"/>
            <a:ext cx="1188152" cy="1008445"/>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ysClr val="windowText" lastClr="000000"/>
                </a:solidFill>
              </a:rPr>
              <a:t>Expert is compensated for the sale</a:t>
            </a:r>
          </a:p>
        </p:txBody>
      </p:sp>
      <p:cxnSp>
        <p:nvCxnSpPr>
          <p:cNvPr id="12" name="Straight Arrow Connector 11">
            <a:extLst>
              <a:ext uri="{FF2B5EF4-FFF2-40B4-BE49-F238E27FC236}">
                <a16:creationId xmlns:a16="http://schemas.microsoft.com/office/drawing/2014/main" id="{CF9ED754-738E-3C50-2BB2-E18BB1B328E4}"/>
              </a:ext>
            </a:extLst>
          </p:cNvPr>
          <p:cNvCxnSpPr>
            <a:cxnSpLocks/>
            <a:stCxn id="5" idx="3"/>
            <a:endCxn id="28" idx="1"/>
          </p:cNvCxnSpPr>
          <p:nvPr/>
        </p:nvCxnSpPr>
        <p:spPr>
          <a:xfrm flipV="1">
            <a:off x="2721991" y="1829440"/>
            <a:ext cx="262228" cy="2"/>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9741E78-2E22-E6E6-4795-533CE3CEF0DA}"/>
              </a:ext>
            </a:extLst>
          </p:cNvPr>
          <p:cNvCxnSpPr>
            <a:cxnSpLocks/>
            <a:stCxn id="6" idx="3"/>
            <a:endCxn id="7" idx="1"/>
          </p:cNvCxnSpPr>
          <p:nvPr/>
        </p:nvCxnSpPr>
        <p:spPr>
          <a:xfrm flipV="1">
            <a:off x="5773995" y="1829438"/>
            <a:ext cx="313218" cy="2"/>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9D489BB-2A61-23AE-CE6A-848938428864}"/>
              </a:ext>
            </a:extLst>
          </p:cNvPr>
          <p:cNvCxnSpPr>
            <a:cxnSpLocks/>
            <a:stCxn id="7" idx="3"/>
            <a:endCxn id="9" idx="1"/>
          </p:cNvCxnSpPr>
          <p:nvPr/>
        </p:nvCxnSpPr>
        <p:spPr>
          <a:xfrm>
            <a:off x="7527451" y="1829438"/>
            <a:ext cx="247228" cy="1920"/>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3EA8E8A-5002-42A3-1DE1-4EE8399F5208}"/>
              </a:ext>
            </a:extLst>
          </p:cNvPr>
          <p:cNvCxnSpPr>
            <a:cxnSpLocks/>
            <a:stCxn id="9" idx="3"/>
            <a:endCxn id="10" idx="1"/>
          </p:cNvCxnSpPr>
          <p:nvPr/>
        </p:nvCxnSpPr>
        <p:spPr>
          <a:xfrm flipV="1">
            <a:off x="8962831" y="1826201"/>
            <a:ext cx="340379" cy="5157"/>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9D320166-D9D4-0D60-A59B-69A717586AAB}"/>
              </a:ext>
            </a:extLst>
          </p:cNvPr>
          <p:cNvCxnSpPr>
            <a:cxnSpLocks/>
            <a:stCxn id="28" idx="2"/>
            <a:endCxn id="8" idx="1"/>
          </p:cNvCxnSpPr>
          <p:nvPr/>
        </p:nvCxnSpPr>
        <p:spPr>
          <a:xfrm rot="16200000" flipH="1">
            <a:off x="3796703" y="2244539"/>
            <a:ext cx="665594" cy="850324"/>
          </a:xfrm>
          <a:prstGeom prst="bentConnector2">
            <a:avLst/>
          </a:prstGeom>
          <a:ln w="12700" cap="rnd">
            <a:prstDash val="dash"/>
            <a:tailEnd type="triangle"/>
          </a:ln>
          <a:effectLst/>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66FF99B9-CED0-02F2-7ADB-368458B1C223}"/>
              </a:ext>
            </a:extLst>
          </p:cNvPr>
          <p:cNvCxnSpPr>
            <a:cxnSpLocks/>
            <a:stCxn id="8" idx="3"/>
            <a:endCxn id="7" idx="2"/>
          </p:cNvCxnSpPr>
          <p:nvPr/>
        </p:nvCxnSpPr>
        <p:spPr>
          <a:xfrm flipV="1">
            <a:off x="6020563" y="2336898"/>
            <a:ext cx="786769" cy="665600"/>
          </a:xfrm>
          <a:prstGeom prst="bentConnector2">
            <a:avLst/>
          </a:prstGeom>
          <a:ln w="12700" cap="rnd">
            <a:prstDash val="dash"/>
            <a:tailEnd type="triangle"/>
          </a:ln>
          <a:effectLst/>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88194DD8-B6BF-AE38-1796-0B3235DCD3B0}"/>
              </a:ext>
            </a:extLst>
          </p:cNvPr>
          <p:cNvSpPr/>
          <p:nvPr/>
        </p:nvSpPr>
        <p:spPr>
          <a:xfrm>
            <a:off x="2984219" y="1321976"/>
            <a:ext cx="1440238" cy="1014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t>Expert sees the eligible product(s)</a:t>
            </a:r>
          </a:p>
          <a:p>
            <a:pPr algn="ctr"/>
            <a:r>
              <a:rPr lang="en-US" sz="1000">
                <a:solidFill>
                  <a:schemeClr val="bg1"/>
                </a:solidFill>
              </a:rPr>
              <a:t>(Compelling sales offer)</a:t>
            </a:r>
          </a:p>
        </p:txBody>
      </p:sp>
      <p:cxnSp>
        <p:nvCxnSpPr>
          <p:cNvPr id="34" name="Straight Arrow Connector 33">
            <a:extLst>
              <a:ext uri="{FF2B5EF4-FFF2-40B4-BE49-F238E27FC236}">
                <a16:creationId xmlns:a16="http://schemas.microsoft.com/office/drawing/2014/main" id="{80AE1A31-B787-00D1-2CB3-952F8C49397B}"/>
              </a:ext>
            </a:extLst>
          </p:cNvPr>
          <p:cNvCxnSpPr>
            <a:cxnSpLocks/>
            <a:stCxn id="28" idx="3"/>
            <a:endCxn id="6" idx="1"/>
          </p:cNvCxnSpPr>
          <p:nvPr/>
        </p:nvCxnSpPr>
        <p:spPr>
          <a:xfrm>
            <a:off x="4424457" y="1829440"/>
            <a:ext cx="275062" cy="0"/>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35D60C24-89EE-114B-0C58-94F6323F18AF}"/>
              </a:ext>
            </a:extLst>
          </p:cNvPr>
          <p:cNvSpPr/>
          <p:nvPr/>
        </p:nvSpPr>
        <p:spPr>
          <a:xfrm>
            <a:off x="167507" y="1321975"/>
            <a:ext cx="1188152" cy="1014933"/>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tx1"/>
                </a:solidFill>
              </a:rPr>
              <a:t>Customer is enrolled in a mobility protection plan and calls Asurion for help</a:t>
            </a:r>
          </a:p>
        </p:txBody>
      </p:sp>
      <p:cxnSp>
        <p:nvCxnSpPr>
          <p:cNvPr id="54" name="Straight Arrow Connector 53">
            <a:extLst>
              <a:ext uri="{FF2B5EF4-FFF2-40B4-BE49-F238E27FC236}">
                <a16:creationId xmlns:a16="http://schemas.microsoft.com/office/drawing/2014/main" id="{522F50EE-B909-DEBE-98D9-81F14A93190F}"/>
              </a:ext>
            </a:extLst>
          </p:cNvPr>
          <p:cNvCxnSpPr>
            <a:stCxn id="38" idx="3"/>
            <a:endCxn id="5" idx="1"/>
          </p:cNvCxnSpPr>
          <p:nvPr/>
        </p:nvCxnSpPr>
        <p:spPr>
          <a:xfrm>
            <a:off x="1355659" y="1829442"/>
            <a:ext cx="178180" cy="0"/>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788CA8F9-5036-195C-A2D4-760D4D2AC61A}"/>
              </a:ext>
            </a:extLst>
          </p:cNvPr>
          <p:cNvSpPr/>
          <p:nvPr/>
        </p:nvSpPr>
        <p:spPr>
          <a:xfrm>
            <a:off x="10869585" y="1328050"/>
            <a:ext cx="1188152" cy="1008445"/>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ysClr val="windowText" lastClr="000000"/>
                </a:solidFill>
              </a:rPr>
              <a:t>Customer is not happy with the product </a:t>
            </a:r>
          </a:p>
          <a:p>
            <a:pPr algn="ctr"/>
            <a:r>
              <a:rPr lang="en-US" sz="1000">
                <a:solidFill>
                  <a:sysClr val="windowText" lastClr="000000"/>
                </a:solidFill>
              </a:rPr>
              <a:t>(Saves Desk)</a:t>
            </a:r>
          </a:p>
        </p:txBody>
      </p:sp>
      <p:cxnSp>
        <p:nvCxnSpPr>
          <p:cNvPr id="60" name="Straight Arrow Connector 59">
            <a:extLst>
              <a:ext uri="{FF2B5EF4-FFF2-40B4-BE49-F238E27FC236}">
                <a16:creationId xmlns:a16="http://schemas.microsoft.com/office/drawing/2014/main" id="{87D30E6B-F258-330A-B40E-6CF6103EAF5C}"/>
              </a:ext>
            </a:extLst>
          </p:cNvPr>
          <p:cNvCxnSpPr>
            <a:cxnSpLocks/>
          </p:cNvCxnSpPr>
          <p:nvPr/>
        </p:nvCxnSpPr>
        <p:spPr>
          <a:xfrm>
            <a:off x="10710863" y="1794379"/>
            <a:ext cx="158722" cy="2901"/>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39463C00-F361-F29F-09F5-B5DA6F051E92}"/>
              </a:ext>
            </a:extLst>
          </p:cNvPr>
          <p:cNvCxnSpPr>
            <a:cxnSpLocks/>
          </p:cNvCxnSpPr>
          <p:nvPr/>
        </p:nvCxnSpPr>
        <p:spPr>
          <a:xfrm flipH="1">
            <a:off x="10602359" y="1659668"/>
            <a:ext cx="74032" cy="237104"/>
          </a:xfrm>
          <a:prstGeom prst="line">
            <a:avLst/>
          </a:prstGeom>
          <a:ln w="12700" cap="rnd"/>
          <a:effectLst/>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A161200A-A33B-4723-1034-0BAD5AF79123}"/>
              </a:ext>
            </a:extLst>
          </p:cNvPr>
          <p:cNvCxnSpPr>
            <a:cxnSpLocks/>
          </p:cNvCxnSpPr>
          <p:nvPr/>
        </p:nvCxnSpPr>
        <p:spPr>
          <a:xfrm flipH="1">
            <a:off x="10673775" y="1659668"/>
            <a:ext cx="74032" cy="237104"/>
          </a:xfrm>
          <a:prstGeom prst="line">
            <a:avLst/>
          </a:prstGeom>
          <a:ln w="12700" cap="rnd"/>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521A965A-F372-C511-495E-8A6160270163}"/>
              </a:ext>
            </a:extLst>
          </p:cNvPr>
          <p:cNvCxnSpPr>
            <a:cxnSpLocks/>
          </p:cNvCxnSpPr>
          <p:nvPr/>
        </p:nvCxnSpPr>
        <p:spPr>
          <a:xfrm>
            <a:off x="10491362" y="1794379"/>
            <a:ext cx="129540" cy="0"/>
          </a:xfrm>
          <a:prstGeom prst="line">
            <a:avLst/>
          </a:prstGeom>
          <a:ln w="12700" cap="rnd"/>
          <a:effectLst/>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8863C085-60B1-9796-4727-96D5551B11D6}"/>
              </a:ext>
            </a:extLst>
          </p:cNvPr>
          <p:cNvSpPr/>
          <p:nvPr/>
        </p:nvSpPr>
        <p:spPr>
          <a:xfrm>
            <a:off x="9190892" y="2575996"/>
            <a:ext cx="1411467" cy="85300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Expert sees their real time sales data </a:t>
            </a:r>
          </a:p>
          <a:p>
            <a:pPr algn="ctr"/>
            <a:r>
              <a:rPr lang="en-US" sz="1000">
                <a:solidFill>
                  <a:schemeClr val="bg1"/>
                </a:solidFill>
              </a:rPr>
              <a:t>(Real-time dashboard)</a:t>
            </a:r>
          </a:p>
        </p:txBody>
      </p:sp>
      <p:graphicFrame>
        <p:nvGraphicFramePr>
          <p:cNvPr id="74" name="Table 73">
            <a:extLst>
              <a:ext uri="{FF2B5EF4-FFF2-40B4-BE49-F238E27FC236}">
                <a16:creationId xmlns:a16="http://schemas.microsoft.com/office/drawing/2014/main" id="{CBFDA247-480F-D54F-CA39-82F7E68E3E9E}"/>
              </a:ext>
            </a:extLst>
          </p:cNvPr>
          <p:cNvGraphicFramePr>
            <a:graphicFrameLocks noGrp="1"/>
          </p:cNvGraphicFramePr>
          <p:nvPr>
            <p:extLst>
              <p:ext uri="{D42A27DB-BD31-4B8C-83A1-F6EECF244321}">
                <p14:modId xmlns:p14="http://schemas.microsoft.com/office/powerpoint/2010/main" val="2272246266"/>
              </p:ext>
            </p:extLst>
          </p:nvPr>
        </p:nvGraphicFramePr>
        <p:xfrm>
          <a:off x="434087" y="4076585"/>
          <a:ext cx="11257846" cy="1584960"/>
        </p:xfrm>
        <a:graphic>
          <a:graphicData uri="http://schemas.openxmlformats.org/drawingml/2006/table">
            <a:tbl>
              <a:tblPr firstRow="1" bandRow="1">
                <a:tableStyleId>{69012ECD-51FC-41F1-AA8D-1B2483CD663E}</a:tableStyleId>
              </a:tblPr>
              <a:tblGrid>
                <a:gridCol w="4216439">
                  <a:extLst>
                    <a:ext uri="{9D8B030D-6E8A-4147-A177-3AD203B41FA5}">
                      <a16:colId xmlns:a16="http://schemas.microsoft.com/office/drawing/2014/main" val="3353372058"/>
                    </a:ext>
                  </a:extLst>
                </a:gridCol>
                <a:gridCol w="280796">
                  <a:extLst>
                    <a:ext uri="{9D8B030D-6E8A-4147-A177-3AD203B41FA5}">
                      <a16:colId xmlns:a16="http://schemas.microsoft.com/office/drawing/2014/main" val="1249124407"/>
                    </a:ext>
                  </a:extLst>
                </a:gridCol>
                <a:gridCol w="280796">
                  <a:extLst>
                    <a:ext uri="{9D8B030D-6E8A-4147-A177-3AD203B41FA5}">
                      <a16:colId xmlns:a16="http://schemas.microsoft.com/office/drawing/2014/main" val="221905791"/>
                    </a:ext>
                  </a:extLst>
                </a:gridCol>
                <a:gridCol w="280796">
                  <a:extLst>
                    <a:ext uri="{9D8B030D-6E8A-4147-A177-3AD203B41FA5}">
                      <a16:colId xmlns:a16="http://schemas.microsoft.com/office/drawing/2014/main" val="2734716850"/>
                    </a:ext>
                  </a:extLst>
                </a:gridCol>
                <a:gridCol w="280796">
                  <a:extLst>
                    <a:ext uri="{9D8B030D-6E8A-4147-A177-3AD203B41FA5}">
                      <a16:colId xmlns:a16="http://schemas.microsoft.com/office/drawing/2014/main" val="2836906787"/>
                    </a:ext>
                  </a:extLst>
                </a:gridCol>
                <a:gridCol w="280796">
                  <a:extLst>
                    <a:ext uri="{9D8B030D-6E8A-4147-A177-3AD203B41FA5}">
                      <a16:colId xmlns:a16="http://schemas.microsoft.com/office/drawing/2014/main" val="2374314121"/>
                    </a:ext>
                  </a:extLst>
                </a:gridCol>
                <a:gridCol w="280796">
                  <a:extLst>
                    <a:ext uri="{9D8B030D-6E8A-4147-A177-3AD203B41FA5}">
                      <a16:colId xmlns:a16="http://schemas.microsoft.com/office/drawing/2014/main" val="1080227819"/>
                    </a:ext>
                  </a:extLst>
                </a:gridCol>
                <a:gridCol w="280796">
                  <a:extLst>
                    <a:ext uri="{9D8B030D-6E8A-4147-A177-3AD203B41FA5}">
                      <a16:colId xmlns:a16="http://schemas.microsoft.com/office/drawing/2014/main" val="1016804722"/>
                    </a:ext>
                  </a:extLst>
                </a:gridCol>
                <a:gridCol w="280796">
                  <a:extLst>
                    <a:ext uri="{9D8B030D-6E8A-4147-A177-3AD203B41FA5}">
                      <a16:colId xmlns:a16="http://schemas.microsoft.com/office/drawing/2014/main" val="2051506748"/>
                    </a:ext>
                  </a:extLst>
                </a:gridCol>
                <a:gridCol w="280796">
                  <a:extLst>
                    <a:ext uri="{9D8B030D-6E8A-4147-A177-3AD203B41FA5}">
                      <a16:colId xmlns:a16="http://schemas.microsoft.com/office/drawing/2014/main" val="2858837843"/>
                    </a:ext>
                  </a:extLst>
                </a:gridCol>
                <a:gridCol w="280796">
                  <a:extLst>
                    <a:ext uri="{9D8B030D-6E8A-4147-A177-3AD203B41FA5}">
                      <a16:colId xmlns:a16="http://schemas.microsoft.com/office/drawing/2014/main" val="1117191945"/>
                    </a:ext>
                  </a:extLst>
                </a:gridCol>
                <a:gridCol w="280796">
                  <a:extLst>
                    <a:ext uri="{9D8B030D-6E8A-4147-A177-3AD203B41FA5}">
                      <a16:colId xmlns:a16="http://schemas.microsoft.com/office/drawing/2014/main" val="4027164465"/>
                    </a:ext>
                  </a:extLst>
                </a:gridCol>
                <a:gridCol w="280796">
                  <a:extLst>
                    <a:ext uri="{9D8B030D-6E8A-4147-A177-3AD203B41FA5}">
                      <a16:colId xmlns:a16="http://schemas.microsoft.com/office/drawing/2014/main" val="178117956"/>
                    </a:ext>
                  </a:extLst>
                </a:gridCol>
                <a:gridCol w="280796">
                  <a:extLst>
                    <a:ext uri="{9D8B030D-6E8A-4147-A177-3AD203B41FA5}">
                      <a16:colId xmlns:a16="http://schemas.microsoft.com/office/drawing/2014/main" val="3624331769"/>
                    </a:ext>
                  </a:extLst>
                </a:gridCol>
                <a:gridCol w="280796">
                  <a:extLst>
                    <a:ext uri="{9D8B030D-6E8A-4147-A177-3AD203B41FA5}">
                      <a16:colId xmlns:a16="http://schemas.microsoft.com/office/drawing/2014/main" val="1561738616"/>
                    </a:ext>
                  </a:extLst>
                </a:gridCol>
                <a:gridCol w="919857">
                  <a:extLst>
                    <a:ext uri="{9D8B030D-6E8A-4147-A177-3AD203B41FA5}">
                      <a16:colId xmlns:a16="http://schemas.microsoft.com/office/drawing/2014/main" val="685142415"/>
                    </a:ext>
                  </a:extLst>
                </a:gridCol>
                <a:gridCol w="2190406">
                  <a:extLst>
                    <a:ext uri="{9D8B030D-6E8A-4147-A177-3AD203B41FA5}">
                      <a16:colId xmlns:a16="http://schemas.microsoft.com/office/drawing/2014/main" val="893617586"/>
                    </a:ext>
                  </a:extLst>
                </a:gridCol>
              </a:tblGrid>
              <a:tr h="0">
                <a:tc>
                  <a:txBody>
                    <a:bodyPr/>
                    <a:lstStyle/>
                    <a:p>
                      <a:r>
                        <a:rPr lang="en-US" sz="800"/>
                        <a:t>Feature</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gridSpan="2">
                  <a:txBody>
                    <a:bodyPr/>
                    <a:lstStyle/>
                    <a:p>
                      <a:pPr algn="ctr"/>
                      <a:r>
                        <a:rPr lang="en-US" sz="800"/>
                        <a:t>Jan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Feb</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Mar</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Apr</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May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Jun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Jul</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a:txBody>
                    <a:bodyPr/>
                    <a:lstStyle/>
                    <a:p>
                      <a:pPr algn="ctr"/>
                      <a:r>
                        <a:rPr lang="en-US" sz="800"/>
                        <a:t>Status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800"/>
                        <a:t>Benefit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935139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Real-time leaderboards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Launched</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Increase SP100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90122327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Compelling sales offer</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In Progress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Increase SP100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0548915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Compelling rebuttals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In Progress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Increase SP100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4475165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FTC: consent to enroll</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In Progress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Regulatory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4580666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Accept/Decline offer + Enroll</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In Progress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Tech migration (ASP Decom)</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28565319"/>
                  </a:ext>
                </a:extLst>
              </a:tr>
            </a:tbl>
          </a:graphicData>
        </a:graphic>
      </p:graphicFrame>
      <p:cxnSp>
        <p:nvCxnSpPr>
          <p:cNvPr id="82" name="Straight Connector 81">
            <a:extLst>
              <a:ext uri="{FF2B5EF4-FFF2-40B4-BE49-F238E27FC236}">
                <a16:creationId xmlns:a16="http://schemas.microsoft.com/office/drawing/2014/main" id="{0816981C-8207-AA27-9D72-25D28855DA54}"/>
              </a:ext>
            </a:extLst>
          </p:cNvPr>
          <p:cNvCxnSpPr>
            <a:cxnSpLocks/>
          </p:cNvCxnSpPr>
          <p:nvPr/>
        </p:nvCxnSpPr>
        <p:spPr>
          <a:xfrm flipH="1">
            <a:off x="302665" y="3844152"/>
            <a:ext cx="4631474" cy="0"/>
          </a:xfrm>
          <a:prstGeom prst="line">
            <a:avLst/>
          </a:prstGeom>
          <a:ln w="12700" cap="rnd">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3FD2CE4F-4AC3-CA96-9402-B0D2A14D7D99}"/>
              </a:ext>
            </a:extLst>
          </p:cNvPr>
          <p:cNvSpPr txBox="1"/>
          <p:nvPr/>
        </p:nvSpPr>
        <p:spPr>
          <a:xfrm>
            <a:off x="4524812" y="3667181"/>
            <a:ext cx="3003299" cy="353943"/>
          </a:xfrm>
          <a:prstGeom prst="rect">
            <a:avLst/>
          </a:prstGeom>
          <a:noFill/>
        </p:spPr>
        <p:txBody>
          <a:bodyPr wrap="square" lIns="0" rIns="0" bIns="0" rtlCol="0">
            <a:spAutoFit/>
          </a:bodyPr>
          <a:lstStyle/>
          <a:p>
            <a:pPr algn="ctr"/>
            <a:r>
              <a:rPr lang="en-US" sz="2000">
                <a:cs typeface="Georgia"/>
              </a:rPr>
              <a:t>Near-term Priorities</a:t>
            </a:r>
          </a:p>
        </p:txBody>
      </p:sp>
      <p:cxnSp>
        <p:nvCxnSpPr>
          <p:cNvPr id="88" name="Straight Connector 87">
            <a:extLst>
              <a:ext uri="{FF2B5EF4-FFF2-40B4-BE49-F238E27FC236}">
                <a16:creationId xmlns:a16="http://schemas.microsoft.com/office/drawing/2014/main" id="{4AB88D4E-D37B-3A2B-4FD4-F5C351CAA636}"/>
              </a:ext>
            </a:extLst>
          </p:cNvPr>
          <p:cNvCxnSpPr>
            <a:cxnSpLocks/>
          </p:cNvCxnSpPr>
          <p:nvPr/>
        </p:nvCxnSpPr>
        <p:spPr>
          <a:xfrm flipH="1">
            <a:off x="7116024" y="3844152"/>
            <a:ext cx="4575913" cy="0"/>
          </a:xfrm>
          <a:prstGeom prst="line">
            <a:avLst/>
          </a:prstGeom>
          <a:ln w="12700" cap="rnd">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1" name="Rectangle: Rounded Corners 90">
            <a:extLst>
              <a:ext uri="{FF2B5EF4-FFF2-40B4-BE49-F238E27FC236}">
                <a16:creationId xmlns:a16="http://schemas.microsoft.com/office/drawing/2014/main" id="{B118CCD1-2B38-FDA8-9600-41B224D8CFA1}"/>
              </a:ext>
            </a:extLst>
          </p:cNvPr>
          <p:cNvSpPr/>
          <p:nvPr/>
        </p:nvSpPr>
        <p:spPr>
          <a:xfrm>
            <a:off x="434087" y="5783714"/>
            <a:ext cx="563743" cy="172949"/>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a:solidFill>
                  <a:schemeClr val="tx1"/>
                </a:solidFill>
              </a:rPr>
              <a:t>Build</a:t>
            </a:r>
          </a:p>
        </p:txBody>
      </p:sp>
      <p:sp>
        <p:nvSpPr>
          <p:cNvPr id="92" name="Rectangle: Rounded Corners 91">
            <a:extLst>
              <a:ext uri="{FF2B5EF4-FFF2-40B4-BE49-F238E27FC236}">
                <a16:creationId xmlns:a16="http://schemas.microsoft.com/office/drawing/2014/main" id="{074B8173-7C58-985E-2A13-FEE23040DFF9}"/>
              </a:ext>
            </a:extLst>
          </p:cNvPr>
          <p:cNvSpPr/>
          <p:nvPr/>
        </p:nvSpPr>
        <p:spPr>
          <a:xfrm>
            <a:off x="1069813" y="5783714"/>
            <a:ext cx="563743" cy="17295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a:solidFill>
                  <a:schemeClr val="tx1"/>
                </a:solidFill>
              </a:rPr>
              <a:t>Pilot</a:t>
            </a:r>
          </a:p>
        </p:txBody>
      </p:sp>
      <p:sp>
        <p:nvSpPr>
          <p:cNvPr id="93" name="Rectangle: Rounded Corners 92">
            <a:extLst>
              <a:ext uri="{FF2B5EF4-FFF2-40B4-BE49-F238E27FC236}">
                <a16:creationId xmlns:a16="http://schemas.microsoft.com/office/drawing/2014/main" id="{62D77A51-587E-C7E6-D607-213D7D5CF9A4}"/>
              </a:ext>
            </a:extLst>
          </p:cNvPr>
          <p:cNvSpPr/>
          <p:nvPr/>
        </p:nvSpPr>
        <p:spPr>
          <a:xfrm>
            <a:off x="1705539" y="5790670"/>
            <a:ext cx="563743" cy="17295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a:solidFill>
                  <a:schemeClr val="tx1"/>
                </a:solidFill>
              </a:rPr>
              <a:t>Launch</a:t>
            </a:r>
          </a:p>
        </p:txBody>
      </p:sp>
      <p:cxnSp>
        <p:nvCxnSpPr>
          <p:cNvPr id="94" name="Connector: Elbow 93">
            <a:extLst>
              <a:ext uri="{FF2B5EF4-FFF2-40B4-BE49-F238E27FC236}">
                <a16:creationId xmlns:a16="http://schemas.microsoft.com/office/drawing/2014/main" id="{FD1D359F-4BA2-500D-BA78-6D31B12D8498}"/>
              </a:ext>
            </a:extLst>
          </p:cNvPr>
          <p:cNvCxnSpPr>
            <a:cxnSpLocks/>
            <a:stCxn id="10" idx="2"/>
            <a:endCxn id="72" idx="0"/>
          </p:cNvCxnSpPr>
          <p:nvPr/>
        </p:nvCxnSpPr>
        <p:spPr>
          <a:xfrm rot="5400000">
            <a:off x="9774170" y="2452879"/>
            <a:ext cx="245573" cy="660"/>
          </a:xfrm>
          <a:prstGeom prst="bentConnector3">
            <a:avLst>
              <a:gd name="adj1" fmla="val 50000"/>
            </a:avLst>
          </a:prstGeom>
          <a:ln w="12700" cap="rnd">
            <a:prstDash val="dash"/>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491792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44C38-3F4D-659C-D39B-40DC02D39C9C}"/>
              </a:ext>
            </a:extLst>
          </p:cNvPr>
          <p:cNvSpPr>
            <a:spLocks noGrp="1"/>
          </p:cNvSpPr>
          <p:nvPr>
            <p:ph type="title"/>
          </p:nvPr>
        </p:nvSpPr>
        <p:spPr>
          <a:xfrm>
            <a:off x="240506" y="257520"/>
            <a:ext cx="11191875" cy="517832"/>
          </a:xfrm>
        </p:spPr>
        <p:txBody>
          <a:bodyPr/>
          <a:lstStyle/>
          <a:p>
            <a:r>
              <a:rPr lang="en-US"/>
              <a:t>Real-time leaderboard</a:t>
            </a:r>
          </a:p>
        </p:txBody>
      </p:sp>
      <p:sp>
        <p:nvSpPr>
          <p:cNvPr id="3" name="Footer Placeholder 2">
            <a:extLst>
              <a:ext uri="{FF2B5EF4-FFF2-40B4-BE49-F238E27FC236}">
                <a16:creationId xmlns:a16="http://schemas.microsoft.com/office/drawing/2014/main" id="{259B0C5B-7F8D-651C-688B-8FC9577B18A4}"/>
              </a:ext>
            </a:extLst>
          </p:cNvPr>
          <p:cNvSpPr>
            <a:spLocks noGrp="1"/>
          </p:cNvSpPr>
          <p:nvPr>
            <p:ph type="ftr" sz="quarter" idx="20"/>
          </p:nvPr>
        </p:nvSpPr>
        <p:spPr>
          <a:xfrm>
            <a:off x="8991600" y="6567425"/>
            <a:ext cx="1952422" cy="180000"/>
          </a:xfrm>
        </p:spPr>
        <p:txBody>
          <a:bodyPr/>
          <a:lstStyle/>
          <a:p>
            <a:r>
              <a:rPr lang="en-US"/>
              <a:t>Asurion Internal Use Only</a:t>
            </a:r>
          </a:p>
        </p:txBody>
      </p:sp>
      <p:sp>
        <p:nvSpPr>
          <p:cNvPr id="4" name="Slide Number Placeholder 3">
            <a:extLst>
              <a:ext uri="{FF2B5EF4-FFF2-40B4-BE49-F238E27FC236}">
                <a16:creationId xmlns:a16="http://schemas.microsoft.com/office/drawing/2014/main" id="{840437C9-7838-A53E-F865-1F11DA430CE4}"/>
              </a:ext>
            </a:extLst>
          </p:cNvPr>
          <p:cNvSpPr>
            <a:spLocks noGrp="1"/>
          </p:cNvSpPr>
          <p:nvPr>
            <p:ph type="sldNum" sz="quarter" idx="21"/>
          </p:nvPr>
        </p:nvSpPr>
        <p:spPr/>
        <p:txBody>
          <a:bodyPr/>
          <a:lstStyle/>
          <a:p>
            <a:fld id="{9C3ACAB3-CA36-4966-8A1D-076772D39D8D}" type="slidenum">
              <a:rPr lang="en-US" smtClean="0"/>
              <a:pPr/>
              <a:t>3</a:t>
            </a:fld>
            <a:endParaRPr lang="en-US"/>
          </a:p>
        </p:txBody>
      </p:sp>
      <p:pic>
        <p:nvPicPr>
          <p:cNvPr id="12" name="Picture 11">
            <a:extLst>
              <a:ext uri="{FF2B5EF4-FFF2-40B4-BE49-F238E27FC236}">
                <a16:creationId xmlns:a16="http://schemas.microsoft.com/office/drawing/2014/main" id="{6492330A-F2B6-2F59-E6D4-303B75BF59DC}"/>
              </a:ext>
            </a:extLst>
          </p:cNvPr>
          <p:cNvPicPr>
            <a:picLocks noChangeAspect="1"/>
          </p:cNvPicPr>
          <p:nvPr/>
        </p:nvPicPr>
        <p:blipFill>
          <a:blip r:embed="rId2"/>
          <a:stretch>
            <a:fillRect/>
          </a:stretch>
        </p:blipFill>
        <p:spPr>
          <a:xfrm>
            <a:off x="617648" y="1207474"/>
            <a:ext cx="5740311" cy="3483243"/>
          </a:xfrm>
          <a:prstGeom prst="rect">
            <a:avLst/>
          </a:prstGeom>
          <a:ln>
            <a:solidFill>
              <a:schemeClr val="tx1"/>
            </a:solidFill>
          </a:ln>
        </p:spPr>
      </p:pic>
      <p:graphicFrame>
        <p:nvGraphicFramePr>
          <p:cNvPr id="13" name="Table 12">
            <a:extLst>
              <a:ext uri="{FF2B5EF4-FFF2-40B4-BE49-F238E27FC236}">
                <a16:creationId xmlns:a16="http://schemas.microsoft.com/office/drawing/2014/main" id="{B35AE68C-50A9-0AB5-0CC5-C1996CD05A03}"/>
              </a:ext>
            </a:extLst>
          </p:cNvPr>
          <p:cNvGraphicFramePr>
            <a:graphicFrameLocks noGrp="1"/>
          </p:cNvGraphicFramePr>
          <p:nvPr/>
        </p:nvGraphicFramePr>
        <p:xfrm>
          <a:off x="6775239" y="748987"/>
          <a:ext cx="4432722" cy="1981200"/>
        </p:xfrm>
        <a:graphic>
          <a:graphicData uri="http://schemas.openxmlformats.org/drawingml/2006/table">
            <a:tbl>
              <a:tblPr firstRow="1" bandRow="1">
                <a:tableStyleId>{69012ECD-51FC-41F1-AA8D-1B2483CD663E}</a:tableStyleId>
              </a:tblPr>
              <a:tblGrid>
                <a:gridCol w="677337">
                  <a:extLst>
                    <a:ext uri="{9D8B030D-6E8A-4147-A177-3AD203B41FA5}">
                      <a16:colId xmlns:a16="http://schemas.microsoft.com/office/drawing/2014/main" val="3075059624"/>
                    </a:ext>
                  </a:extLst>
                </a:gridCol>
                <a:gridCol w="762163">
                  <a:extLst>
                    <a:ext uri="{9D8B030D-6E8A-4147-A177-3AD203B41FA5}">
                      <a16:colId xmlns:a16="http://schemas.microsoft.com/office/drawing/2014/main" val="4206616838"/>
                    </a:ext>
                  </a:extLst>
                </a:gridCol>
                <a:gridCol w="732155">
                  <a:extLst>
                    <a:ext uri="{9D8B030D-6E8A-4147-A177-3AD203B41FA5}">
                      <a16:colId xmlns:a16="http://schemas.microsoft.com/office/drawing/2014/main" val="250247978"/>
                    </a:ext>
                  </a:extLst>
                </a:gridCol>
                <a:gridCol w="725867">
                  <a:extLst>
                    <a:ext uri="{9D8B030D-6E8A-4147-A177-3AD203B41FA5}">
                      <a16:colId xmlns:a16="http://schemas.microsoft.com/office/drawing/2014/main" val="3846401336"/>
                    </a:ext>
                  </a:extLst>
                </a:gridCol>
                <a:gridCol w="732155">
                  <a:extLst>
                    <a:ext uri="{9D8B030D-6E8A-4147-A177-3AD203B41FA5}">
                      <a16:colId xmlns:a16="http://schemas.microsoft.com/office/drawing/2014/main" val="546712545"/>
                    </a:ext>
                  </a:extLst>
                </a:gridCol>
                <a:gridCol w="803045">
                  <a:extLst>
                    <a:ext uri="{9D8B030D-6E8A-4147-A177-3AD203B41FA5}">
                      <a16:colId xmlns:a16="http://schemas.microsoft.com/office/drawing/2014/main" val="2819860179"/>
                    </a:ext>
                  </a:extLst>
                </a:gridCol>
              </a:tblGrid>
              <a:tr h="188048">
                <a:tc gridSpan="6">
                  <a:txBody>
                    <a:bodyPr/>
                    <a:lstStyle/>
                    <a:p>
                      <a:pPr algn="ctr"/>
                      <a:r>
                        <a:rPr lang="en-US" sz="1200"/>
                        <a:t>PILOT RESULTS (</a:t>
                      </a:r>
                      <a:r>
                        <a:rPr lang="en-US" sz="1200" err="1"/>
                        <a:t>Vz</a:t>
                      </a:r>
                      <a:r>
                        <a:rPr lang="en-US" sz="1200"/>
                        <a:t>)</a:t>
                      </a:r>
                    </a:p>
                  </a:txBody>
                  <a:tcPr>
                    <a:solidFill>
                      <a:schemeClr val="accent2">
                        <a:lumMod val="60000"/>
                        <a:lumOff val="40000"/>
                      </a:schemeClr>
                    </a:solidFill>
                  </a:tcPr>
                </a:tc>
                <a:tc hMerge="1">
                  <a:txBody>
                    <a:bodyPr/>
                    <a:lstStyle/>
                    <a:p>
                      <a:pPr algn="ctr"/>
                      <a:endParaRPr lang="en-US" sz="1200"/>
                    </a:p>
                  </a:txBody>
                  <a:tcPr>
                    <a:solidFill>
                      <a:schemeClr val="accent2"/>
                    </a:solidFill>
                  </a:tcPr>
                </a:tc>
                <a:tc hMerge="1">
                  <a:txBody>
                    <a:bodyPr/>
                    <a:lstStyle/>
                    <a:p>
                      <a:endParaRPr lang="en-US"/>
                    </a:p>
                  </a:txBody>
                  <a:tcPr/>
                </a:tc>
                <a:tc hMerge="1">
                  <a:txBody>
                    <a:bodyPr/>
                    <a:lstStyle/>
                    <a:p>
                      <a:pPr algn="ctr"/>
                      <a:endParaRPr lang="en-US" sz="1200"/>
                    </a:p>
                  </a:txBody>
                  <a:tcPr>
                    <a:solidFill>
                      <a:schemeClr val="accent2"/>
                    </a:solidFill>
                  </a:tcPr>
                </a:tc>
                <a:tc hMerge="1">
                  <a:txBody>
                    <a:bodyPr/>
                    <a:lstStyle/>
                    <a:p>
                      <a:endParaRPr lang="en-US"/>
                    </a:p>
                  </a:txBody>
                  <a:tcPr/>
                </a:tc>
                <a:tc hMerge="1">
                  <a:txBody>
                    <a:bodyPr/>
                    <a:lstStyle/>
                    <a:p>
                      <a:endParaRPr lang="en-US" sz="1200"/>
                    </a:p>
                  </a:txBody>
                  <a:tcPr>
                    <a:solidFill>
                      <a:schemeClr val="accent2"/>
                    </a:solidFill>
                  </a:tcPr>
                </a:tc>
                <a:extLst>
                  <a:ext uri="{0D108BD9-81ED-4DB2-BD59-A6C34878D82A}">
                    <a16:rowId xmlns:a16="http://schemas.microsoft.com/office/drawing/2014/main" val="2851175343"/>
                  </a:ext>
                </a:extLst>
              </a:tr>
              <a:tr h="188048">
                <a:tc>
                  <a:txBody>
                    <a:bodyPr/>
                    <a:lstStyle/>
                    <a:p>
                      <a:pPr algn="ctr"/>
                      <a:endParaRPr lang="en-US" sz="1200"/>
                    </a:p>
                  </a:txBody>
                  <a:tcPr>
                    <a:lnR w="38100" cap="flat" cmpd="sng" algn="ctr">
                      <a:solidFill>
                        <a:srgbClr val="FF33CC"/>
                      </a:solidFill>
                      <a:prstDash val="solid"/>
                      <a:round/>
                      <a:headEnd type="none" w="med" len="med"/>
                      <a:tailEnd type="none" w="med" len="med"/>
                    </a:lnR>
                    <a:solidFill>
                      <a:schemeClr val="accent2"/>
                    </a:solidFill>
                  </a:tcPr>
                </a:tc>
                <a:tc gridSpan="2">
                  <a:txBody>
                    <a:bodyPr/>
                    <a:lstStyle/>
                    <a:p>
                      <a:pPr algn="ctr"/>
                      <a:r>
                        <a:rPr lang="en-US" sz="1200">
                          <a:solidFill>
                            <a:schemeClr val="bg1"/>
                          </a:solidFill>
                        </a:rPr>
                        <a:t>SP100</a:t>
                      </a:r>
                    </a:p>
                  </a:txBody>
                  <a:tcPr>
                    <a:lnL w="38100" cap="flat" cmpd="sng" algn="ctr">
                      <a:solidFill>
                        <a:srgbClr val="FF33CC"/>
                      </a:solidFill>
                      <a:prstDash val="solid"/>
                      <a:round/>
                      <a:headEnd type="none" w="med" len="med"/>
                      <a:tailEnd type="none" w="med" len="med"/>
                    </a:lnL>
                    <a:lnR w="38100" cap="flat" cmpd="sng" algn="ctr">
                      <a:solidFill>
                        <a:srgbClr val="FF33CC"/>
                      </a:solidFill>
                      <a:prstDash val="solid"/>
                      <a:round/>
                      <a:headEnd type="none" w="med" len="med"/>
                      <a:tailEnd type="none" w="med" len="med"/>
                    </a:lnR>
                    <a:lnT w="38100" cap="flat" cmpd="sng" algn="ctr">
                      <a:solidFill>
                        <a:srgbClr val="FF33CC"/>
                      </a:solidFill>
                      <a:prstDash val="solid"/>
                      <a:round/>
                      <a:headEnd type="none" w="med" len="med"/>
                      <a:tailEnd type="none" w="med" len="med"/>
                    </a:lnT>
                    <a:solidFill>
                      <a:schemeClr val="accent2"/>
                    </a:solidFill>
                  </a:tcPr>
                </a:tc>
                <a:tc hMerge="1">
                  <a:txBody>
                    <a:bodyPr/>
                    <a:lstStyle/>
                    <a:p>
                      <a:endParaRPr lang="en-US" sz="1200"/>
                    </a:p>
                  </a:txBody>
                  <a:tcPr/>
                </a:tc>
                <a:tc gridSpan="2">
                  <a:txBody>
                    <a:bodyPr/>
                    <a:lstStyle/>
                    <a:p>
                      <a:pPr algn="ctr"/>
                      <a:r>
                        <a:rPr lang="en-US" sz="1200">
                          <a:solidFill>
                            <a:schemeClr val="bg1"/>
                          </a:solidFill>
                        </a:rPr>
                        <a:t>Accept Rate</a:t>
                      </a:r>
                    </a:p>
                  </a:txBody>
                  <a:tcPr>
                    <a:lnL w="38100" cap="flat" cmpd="sng" algn="ctr">
                      <a:solidFill>
                        <a:srgbClr val="FF33CC"/>
                      </a:solidFill>
                      <a:prstDash val="solid"/>
                      <a:round/>
                      <a:headEnd type="none" w="med" len="med"/>
                      <a:tailEnd type="none" w="med" len="med"/>
                    </a:lnL>
                    <a:solidFill>
                      <a:schemeClr val="accent2"/>
                    </a:solidFill>
                  </a:tcPr>
                </a:tc>
                <a:tc hMerge="1">
                  <a:txBody>
                    <a:bodyPr/>
                    <a:lstStyle/>
                    <a:p>
                      <a:pPr algn="ctr"/>
                      <a:endParaRPr lang="en-US" sz="1200"/>
                    </a:p>
                  </a:txBody>
                  <a:tcPr>
                    <a:solidFill>
                      <a:schemeClr val="accent2"/>
                    </a:solidFill>
                  </a:tcPr>
                </a:tc>
                <a:tc>
                  <a:txBody>
                    <a:bodyPr/>
                    <a:lstStyle/>
                    <a:p>
                      <a:endParaRPr lang="en-US" sz="1200"/>
                    </a:p>
                  </a:txBody>
                  <a:tcPr>
                    <a:solidFill>
                      <a:schemeClr val="accent2"/>
                    </a:solidFill>
                  </a:tcPr>
                </a:tc>
                <a:extLst>
                  <a:ext uri="{0D108BD9-81ED-4DB2-BD59-A6C34878D82A}">
                    <a16:rowId xmlns:a16="http://schemas.microsoft.com/office/drawing/2014/main" val="982092311"/>
                  </a:ext>
                </a:extLst>
              </a:tr>
              <a:tr h="0">
                <a:tc>
                  <a:txBody>
                    <a:bodyPr/>
                    <a:lstStyle/>
                    <a:p>
                      <a:pPr algn="ctr"/>
                      <a:r>
                        <a:rPr lang="en-US" sz="1200" b="1">
                          <a:solidFill>
                            <a:schemeClr val="bg1"/>
                          </a:solidFill>
                        </a:rPr>
                        <a:t>Expert</a:t>
                      </a:r>
                      <a:endParaRPr lang="en-US" sz="1200">
                        <a:solidFill>
                          <a:schemeClr val="bg1"/>
                        </a:solidFill>
                      </a:endParaRPr>
                    </a:p>
                  </a:txBody>
                  <a:tcPr>
                    <a:lnR w="38100" cap="flat" cmpd="sng" algn="ctr">
                      <a:solidFill>
                        <a:srgbClr val="FF33CC"/>
                      </a:solidFill>
                      <a:prstDash val="solid"/>
                      <a:round/>
                      <a:headEnd type="none" w="med" len="med"/>
                      <a:tailEnd type="none" w="med" len="med"/>
                    </a:lnR>
                    <a:solidFill>
                      <a:schemeClr val="accent2"/>
                    </a:solidFill>
                  </a:tcPr>
                </a:tc>
                <a:tc>
                  <a:txBody>
                    <a:bodyPr/>
                    <a:lstStyle/>
                    <a:p>
                      <a:pPr algn="ctr"/>
                      <a:r>
                        <a:rPr lang="en-US" sz="800">
                          <a:solidFill>
                            <a:schemeClr val="bg1"/>
                          </a:solidFill>
                        </a:rPr>
                        <a:t>Baseline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rPr>
                        <a:t>1/1 to 1/17</a:t>
                      </a:r>
                    </a:p>
                  </a:txBody>
                  <a:tcPr>
                    <a:lnL w="38100" cap="flat" cmpd="sng" algn="ctr">
                      <a:solidFill>
                        <a:srgbClr val="FF33CC"/>
                      </a:solidFill>
                      <a:prstDash val="solid"/>
                      <a:round/>
                      <a:headEnd type="none" w="med" len="med"/>
                      <a:tailEnd type="none" w="med" len="med"/>
                    </a:lnL>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rPr>
                        <a:t>Pilot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rPr>
                        <a:t>1/18 to 1/31</a:t>
                      </a:r>
                    </a:p>
                  </a:txBody>
                  <a:tcPr>
                    <a:lnR w="38100" cap="flat" cmpd="sng" algn="ctr">
                      <a:solidFill>
                        <a:srgbClr val="FF33CC"/>
                      </a:solidFill>
                      <a:prstDash val="solid"/>
                      <a:round/>
                      <a:headEnd type="none" w="med" len="med"/>
                      <a:tailEnd type="none" w="med" len="med"/>
                    </a:lnR>
                    <a:solidFill>
                      <a:schemeClr val="accent2"/>
                    </a:solidFill>
                  </a:tcPr>
                </a:tc>
                <a:tc>
                  <a:txBody>
                    <a:bodyPr/>
                    <a:lstStyle/>
                    <a:p>
                      <a:pPr algn="ctr"/>
                      <a:r>
                        <a:rPr lang="en-US" sz="800">
                          <a:solidFill>
                            <a:schemeClr val="bg1"/>
                          </a:solidFill>
                        </a:rPr>
                        <a:t>Baseline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rPr>
                        <a:t>1/1 to 1/17</a:t>
                      </a:r>
                    </a:p>
                  </a:txBody>
                  <a:tcPr>
                    <a:lnL w="38100" cap="flat" cmpd="sng" algn="ctr">
                      <a:solidFill>
                        <a:srgbClr val="FF33CC"/>
                      </a:solidFill>
                      <a:prstDash val="solid"/>
                      <a:round/>
                      <a:headEnd type="none" w="med" len="med"/>
                      <a:tailEnd type="none" w="med" len="med"/>
                    </a:lnL>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rPr>
                        <a:t>Pilot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rPr>
                        <a:t>1/18 to 1/31</a:t>
                      </a:r>
                    </a:p>
                  </a:txBody>
                  <a:tcPr>
                    <a:solidFill>
                      <a:schemeClr val="accent2"/>
                    </a:solidFill>
                  </a:tcPr>
                </a:tc>
                <a:tc>
                  <a:txBody>
                    <a:bodyPr/>
                    <a:lstStyle/>
                    <a:p>
                      <a:r>
                        <a:rPr lang="en-US" sz="1200" b="1">
                          <a:solidFill>
                            <a:schemeClr val="bg1"/>
                          </a:solidFill>
                        </a:rPr>
                        <a:t>Impact</a:t>
                      </a:r>
                      <a:endParaRPr lang="en-US" sz="1200">
                        <a:solidFill>
                          <a:schemeClr val="bg1"/>
                        </a:solidFill>
                      </a:endParaRPr>
                    </a:p>
                  </a:txBody>
                  <a:tcPr>
                    <a:solidFill>
                      <a:schemeClr val="accent2"/>
                    </a:solidFill>
                  </a:tcPr>
                </a:tc>
                <a:extLst>
                  <a:ext uri="{0D108BD9-81ED-4DB2-BD59-A6C34878D82A}">
                    <a16:rowId xmlns:a16="http://schemas.microsoft.com/office/drawing/2014/main" val="2018589524"/>
                  </a:ext>
                </a:extLst>
              </a:tr>
              <a:tr h="0">
                <a:tc>
                  <a:txBody>
                    <a:bodyPr/>
                    <a:lstStyle/>
                    <a:p>
                      <a:pPr algn="ctr"/>
                      <a:r>
                        <a:rPr lang="en-US" sz="1200"/>
                        <a:t>1</a:t>
                      </a:r>
                    </a:p>
                  </a:txBody>
                  <a:tcPr>
                    <a:lnR w="38100" cap="flat" cmpd="sng" algn="ctr">
                      <a:solidFill>
                        <a:srgbClr val="FF33CC"/>
                      </a:solidFill>
                      <a:prstDash val="solid"/>
                      <a:round/>
                      <a:headEnd type="none" w="med" len="med"/>
                      <a:tailEnd type="none" w="med" len="med"/>
                    </a:lnR>
                    <a:solidFill>
                      <a:schemeClr val="bg1"/>
                    </a:solidFill>
                  </a:tcPr>
                </a:tc>
                <a:tc>
                  <a:txBody>
                    <a:bodyPr/>
                    <a:lstStyle/>
                    <a:p>
                      <a:pPr algn="ctr"/>
                      <a:r>
                        <a:rPr lang="en-US" sz="1200"/>
                        <a:t>10.5</a:t>
                      </a:r>
                    </a:p>
                  </a:txBody>
                  <a:tcPr>
                    <a:lnL w="38100" cap="flat" cmpd="sng" algn="ctr">
                      <a:solidFill>
                        <a:srgbClr val="FF33CC"/>
                      </a:solidFill>
                      <a:prstDash val="solid"/>
                      <a:round/>
                      <a:headEnd type="none" w="med" len="med"/>
                      <a:tailEnd type="none" w="med" len="med"/>
                    </a:lnL>
                    <a:solidFill>
                      <a:schemeClr val="bg1"/>
                    </a:solidFill>
                  </a:tcPr>
                </a:tc>
                <a:tc>
                  <a:txBody>
                    <a:bodyPr/>
                    <a:lstStyle/>
                    <a:p>
                      <a:pPr algn="ctr"/>
                      <a:r>
                        <a:rPr lang="en-US" sz="1200"/>
                        <a:t>6.3</a:t>
                      </a:r>
                    </a:p>
                  </a:txBody>
                  <a:tcPr>
                    <a:lnR w="38100" cap="flat" cmpd="sng" algn="ctr">
                      <a:solidFill>
                        <a:srgbClr val="FF33CC"/>
                      </a:solidFill>
                      <a:prstDash val="solid"/>
                      <a:round/>
                      <a:headEnd type="none" w="med" len="med"/>
                      <a:tailEnd type="none" w="med" len="med"/>
                    </a:lnR>
                    <a:solidFill>
                      <a:schemeClr val="bg1"/>
                    </a:solidFill>
                  </a:tcPr>
                </a:tc>
                <a:tc>
                  <a:txBody>
                    <a:bodyPr/>
                    <a:lstStyle/>
                    <a:p>
                      <a:pPr algn="ctr"/>
                      <a:r>
                        <a:rPr lang="en-US" sz="1200"/>
                        <a:t>19.6%</a:t>
                      </a:r>
                    </a:p>
                  </a:txBody>
                  <a:tcPr>
                    <a:lnL w="38100" cap="flat" cmpd="sng" algn="ctr">
                      <a:solidFill>
                        <a:srgbClr val="FF33CC"/>
                      </a:solidFill>
                      <a:prstDash val="solid"/>
                      <a:round/>
                      <a:headEnd type="none" w="med" len="med"/>
                      <a:tailEnd type="none" w="med" len="med"/>
                    </a:lnL>
                    <a:solidFill>
                      <a:schemeClr val="bg1"/>
                    </a:solidFill>
                  </a:tcPr>
                </a:tc>
                <a:tc>
                  <a:txBody>
                    <a:bodyPr/>
                    <a:lstStyle/>
                    <a:p>
                      <a:pPr algn="ctr"/>
                      <a:r>
                        <a:rPr lang="en-US" sz="1200"/>
                        <a:t>16.7%</a:t>
                      </a:r>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4094634338"/>
                  </a:ext>
                </a:extLst>
              </a:tr>
              <a:tr h="0">
                <a:tc>
                  <a:txBody>
                    <a:bodyPr/>
                    <a:lstStyle/>
                    <a:p>
                      <a:pPr algn="ctr"/>
                      <a:r>
                        <a:rPr lang="en-US" sz="1200"/>
                        <a:t>2</a:t>
                      </a:r>
                    </a:p>
                  </a:txBody>
                  <a:tcPr>
                    <a:lnR w="38100" cap="flat" cmpd="sng" algn="ctr">
                      <a:solidFill>
                        <a:srgbClr val="FF33CC"/>
                      </a:solidFill>
                      <a:prstDash val="solid"/>
                      <a:round/>
                      <a:headEnd type="none" w="med" len="med"/>
                      <a:tailEnd type="none" w="med" len="med"/>
                    </a:lnR>
                    <a:solidFill>
                      <a:schemeClr val="bg1"/>
                    </a:solidFill>
                  </a:tcPr>
                </a:tc>
                <a:tc>
                  <a:txBody>
                    <a:bodyPr/>
                    <a:lstStyle/>
                    <a:p>
                      <a:pPr algn="ctr"/>
                      <a:r>
                        <a:rPr lang="en-US" sz="1200"/>
                        <a:t>8.9</a:t>
                      </a:r>
                    </a:p>
                  </a:txBody>
                  <a:tcPr>
                    <a:lnL w="38100" cap="flat" cmpd="sng" algn="ctr">
                      <a:solidFill>
                        <a:srgbClr val="FF33CC"/>
                      </a:solidFill>
                      <a:prstDash val="solid"/>
                      <a:round/>
                      <a:headEnd type="none" w="med" len="med"/>
                      <a:tailEnd type="none" w="med" len="med"/>
                    </a:lnL>
                    <a:solidFill>
                      <a:schemeClr val="bg1"/>
                    </a:solidFill>
                  </a:tcPr>
                </a:tc>
                <a:tc>
                  <a:txBody>
                    <a:bodyPr/>
                    <a:lstStyle/>
                    <a:p>
                      <a:pPr algn="ctr"/>
                      <a:r>
                        <a:rPr lang="en-US" sz="1200"/>
                        <a:t>21.4</a:t>
                      </a:r>
                    </a:p>
                  </a:txBody>
                  <a:tcPr>
                    <a:lnR w="38100" cap="flat" cmpd="sng" algn="ctr">
                      <a:solidFill>
                        <a:srgbClr val="FF33CC"/>
                      </a:solidFill>
                      <a:prstDash val="solid"/>
                      <a:round/>
                      <a:headEnd type="none" w="med" len="med"/>
                      <a:tailEnd type="none" w="med" len="med"/>
                    </a:lnR>
                    <a:solidFill>
                      <a:schemeClr val="bg1"/>
                    </a:solidFill>
                  </a:tcPr>
                </a:tc>
                <a:tc>
                  <a:txBody>
                    <a:bodyPr/>
                    <a:lstStyle/>
                    <a:p>
                      <a:pPr algn="ctr"/>
                      <a:r>
                        <a:rPr lang="en-US" sz="1200"/>
                        <a:t>21.1%</a:t>
                      </a:r>
                    </a:p>
                  </a:txBody>
                  <a:tcPr>
                    <a:lnL w="38100" cap="flat" cmpd="sng" algn="ctr">
                      <a:solidFill>
                        <a:srgbClr val="FF33CC"/>
                      </a:solidFill>
                      <a:prstDash val="solid"/>
                      <a:round/>
                      <a:headEnd type="none" w="med" len="med"/>
                      <a:tailEnd type="none" w="med" len="med"/>
                    </a:lnL>
                    <a:solidFill>
                      <a:schemeClr val="bg1"/>
                    </a:solidFill>
                  </a:tcPr>
                </a:tc>
                <a:tc>
                  <a:txBody>
                    <a:bodyPr/>
                    <a:lstStyle/>
                    <a:p>
                      <a:pPr algn="ctr"/>
                      <a:r>
                        <a:rPr lang="en-US" sz="1200"/>
                        <a:t>27.3%</a:t>
                      </a:r>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1717602990"/>
                  </a:ext>
                </a:extLst>
              </a:tr>
              <a:tr h="0">
                <a:tc>
                  <a:txBody>
                    <a:bodyPr/>
                    <a:lstStyle/>
                    <a:p>
                      <a:pPr algn="ctr"/>
                      <a:r>
                        <a:rPr lang="en-US" sz="1200"/>
                        <a:t>3</a:t>
                      </a:r>
                    </a:p>
                  </a:txBody>
                  <a:tcPr>
                    <a:lnR w="38100" cap="flat" cmpd="sng" algn="ctr">
                      <a:solidFill>
                        <a:srgbClr val="FF33CC"/>
                      </a:solidFill>
                      <a:prstDash val="solid"/>
                      <a:round/>
                      <a:headEnd type="none" w="med" len="med"/>
                      <a:tailEnd type="none" w="med" len="med"/>
                    </a:lnR>
                    <a:solidFill>
                      <a:schemeClr val="bg1"/>
                    </a:solidFill>
                  </a:tcPr>
                </a:tc>
                <a:tc>
                  <a:txBody>
                    <a:bodyPr/>
                    <a:lstStyle/>
                    <a:p>
                      <a:pPr algn="ctr"/>
                      <a:r>
                        <a:rPr lang="en-US" sz="1200"/>
                        <a:t>12.9</a:t>
                      </a:r>
                    </a:p>
                  </a:txBody>
                  <a:tcPr>
                    <a:lnL w="38100" cap="flat" cmpd="sng" algn="ctr">
                      <a:solidFill>
                        <a:srgbClr val="FF33CC"/>
                      </a:solidFill>
                      <a:prstDash val="solid"/>
                      <a:round/>
                      <a:headEnd type="none" w="med" len="med"/>
                      <a:tailEnd type="none" w="med" len="med"/>
                    </a:lnL>
                    <a:solidFill>
                      <a:schemeClr val="bg1"/>
                    </a:solidFill>
                  </a:tcPr>
                </a:tc>
                <a:tc>
                  <a:txBody>
                    <a:bodyPr/>
                    <a:lstStyle/>
                    <a:p>
                      <a:pPr algn="ctr"/>
                      <a:r>
                        <a:rPr lang="en-US" sz="1200"/>
                        <a:t>18.2</a:t>
                      </a:r>
                    </a:p>
                  </a:txBody>
                  <a:tcPr>
                    <a:lnR w="38100" cap="flat" cmpd="sng" algn="ctr">
                      <a:solidFill>
                        <a:srgbClr val="FF33CC"/>
                      </a:solidFill>
                      <a:prstDash val="solid"/>
                      <a:round/>
                      <a:headEnd type="none" w="med" len="med"/>
                      <a:tailEnd type="none" w="med" len="med"/>
                    </a:lnR>
                    <a:solidFill>
                      <a:schemeClr val="bg1"/>
                    </a:solidFill>
                  </a:tcPr>
                </a:tc>
                <a:tc>
                  <a:txBody>
                    <a:bodyPr/>
                    <a:lstStyle/>
                    <a:p>
                      <a:pPr algn="ctr"/>
                      <a:r>
                        <a:rPr lang="en-US" sz="1200"/>
                        <a:t>22.2%</a:t>
                      </a:r>
                    </a:p>
                  </a:txBody>
                  <a:tcPr>
                    <a:lnL w="38100" cap="flat" cmpd="sng" algn="ctr">
                      <a:solidFill>
                        <a:srgbClr val="FF33CC"/>
                      </a:solidFill>
                      <a:prstDash val="solid"/>
                      <a:round/>
                      <a:headEnd type="none" w="med" len="med"/>
                      <a:tailEnd type="none" w="med" len="med"/>
                    </a:lnL>
                    <a:solidFill>
                      <a:schemeClr val="bg1"/>
                    </a:solidFill>
                  </a:tcPr>
                </a:tc>
                <a:tc>
                  <a:txBody>
                    <a:bodyPr/>
                    <a:lstStyle/>
                    <a:p>
                      <a:pPr algn="ctr"/>
                      <a:r>
                        <a:rPr lang="en-US" sz="1200"/>
                        <a:t>32.5%</a:t>
                      </a:r>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1064599943"/>
                  </a:ext>
                </a:extLst>
              </a:tr>
              <a:tr h="0">
                <a:tc>
                  <a:txBody>
                    <a:bodyPr/>
                    <a:lstStyle/>
                    <a:p>
                      <a:pPr algn="ctr"/>
                      <a:r>
                        <a:rPr lang="en-US" sz="1200"/>
                        <a:t>4</a:t>
                      </a:r>
                    </a:p>
                  </a:txBody>
                  <a:tcPr>
                    <a:lnR w="38100" cap="flat" cmpd="sng" algn="ctr">
                      <a:solidFill>
                        <a:srgbClr val="FF33CC"/>
                      </a:solidFill>
                      <a:prstDash val="solid"/>
                      <a:round/>
                      <a:headEnd type="none" w="med" len="med"/>
                      <a:tailEnd type="none" w="med" len="med"/>
                    </a:lnR>
                    <a:solidFill>
                      <a:schemeClr val="bg1"/>
                    </a:solidFill>
                  </a:tcPr>
                </a:tc>
                <a:tc>
                  <a:txBody>
                    <a:bodyPr/>
                    <a:lstStyle/>
                    <a:p>
                      <a:pPr algn="ctr"/>
                      <a:r>
                        <a:rPr lang="en-US" sz="1200"/>
                        <a:t>11.7</a:t>
                      </a:r>
                    </a:p>
                  </a:txBody>
                  <a:tcPr>
                    <a:lnL w="38100" cap="flat" cmpd="sng" algn="ctr">
                      <a:solidFill>
                        <a:srgbClr val="FF33CC"/>
                      </a:solidFill>
                      <a:prstDash val="solid"/>
                      <a:round/>
                      <a:headEnd type="none" w="med" len="med"/>
                      <a:tailEnd type="none" w="med" len="med"/>
                    </a:lnL>
                    <a:lnB w="38100" cap="flat" cmpd="sng" algn="ctr">
                      <a:solidFill>
                        <a:srgbClr val="FF33CC"/>
                      </a:solidFill>
                      <a:prstDash val="solid"/>
                      <a:round/>
                      <a:headEnd type="none" w="med" len="med"/>
                      <a:tailEnd type="none" w="med" len="med"/>
                    </a:lnB>
                    <a:solidFill>
                      <a:schemeClr val="bg1"/>
                    </a:solidFill>
                  </a:tcPr>
                </a:tc>
                <a:tc>
                  <a:txBody>
                    <a:bodyPr/>
                    <a:lstStyle/>
                    <a:p>
                      <a:pPr algn="ctr"/>
                      <a:r>
                        <a:rPr lang="en-US" sz="1200"/>
                        <a:t>14.1</a:t>
                      </a:r>
                    </a:p>
                  </a:txBody>
                  <a:tcPr>
                    <a:lnR w="38100" cap="flat" cmpd="sng" algn="ctr">
                      <a:solidFill>
                        <a:srgbClr val="FF33CC"/>
                      </a:solidFill>
                      <a:prstDash val="solid"/>
                      <a:round/>
                      <a:headEnd type="none" w="med" len="med"/>
                      <a:tailEnd type="none" w="med" len="med"/>
                    </a:lnR>
                    <a:lnB w="38100" cap="flat" cmpd="sng" algn="ctr">
                      <a:solidFill>
                        <a:srgbClr val="FF33CC"/>
                      </a:solidFill>
                      <a:prstDash val="solid"/>
                      <a:round/>
                      <a:headEnd type="none" w="med" len="med"/>
                      <a:tailEnd type="none" w="med" len="med"/>
                    </a:lnB>
                    <a:solidFill>
                      <a:schemeClr val="bg1"/>
                    </a:solidFill>
                  </a:tcPr>
                </a:tc>
                <a:tc>
                  <a:txBody>
                    <a:bodyPr/>
                    <a:lstStyle/>
                    <a:p>
                      <a:pPr algn="ctr"/>
                      <a:r>
                        <a:rPr lang="en-US" sz="1200"/>
                        <a:t>20.6%</a:t>
                      </a:r>
                    </a:p>
                  </a:txBody>
                  <a:tcPr>
                    <a:lnL w="38100" cap="flat" cmpd="sng" algn="ctr">
                      <a:solidFill>
                        <a:srgbClr val="FF33CC"/>
                      </a:solidFill>
                      <a:prstDash val="solid"/>
                      <a:round/>
                      <a:headEnd type="none" w="med" len="med"/>
                      <a:tailEnd type="none" w="med" len="med"/>
                    </a:lnL>
                    <a:solidFill>
                      <a:schemeClr val="bg1"/>
                    </a:solidFill>
                  </a:tcPr>
                </a:tc>
                <a:tc>
                  <a:txBody>
                    <a:bodyPr/>
                    <a:lstStyle/>
                    <a:p>
                      <a:pPr algn="ctr"/>
                      <a:r>
                        <a:rPr lang="en-US" sz="1200"/>
                        <a:t>22.7%</a:t>
                      </a:r>
                    </a:p>
                  </a:txBody>
                  <a:tcPr>
                    <a:solidFill>
                      <a:schemeClr val="bg1"/>
                    </a:solidFill>
                  </a:tcPr>
                </a:tc>
                <a:tc>
                  <a:txBody>
                    <a:bodyPr/>
                    <a:lstStyle/>
                    <a:p>
                      <a:endParaRPr lang="en-US" sz="1200"/>
                    </a:p>
                  </a:txBody>
                  <a:tcPr>
                    <a:solidFill>
                      <a:schemeClr val="bg1"/>
                    </a:solidFill>
                  </a:tcPr>
                </a:tc>
                <a:extLst>
                  <a:ext uri="{0D108BD9-81ED-4DB2-BD59-A6C34878D82A}">
                    <a16:rowId xmlns:a16="http://schemas.microsoft.com/office/drawing/2014/main" val="1040062158"/>
                  </a:ext>
                </a:extLst>
              </a:tr>
            </a:tbl>
          </a:graphicData>
        </a:graphic>
      </p:graphicFrame>
      <p:sp>
        <p:nvSpPr>
          <p:cNvPr id="15" name="TextBox 14">
            <a:extLst>
              <a:ext uri="{FF2B5EF4-FFF2-40B4-BE49-F238E27FC236}">
                <a16:creationId xmlns:a16="http://schemas.microsoft.com/office/drawing/2014/main" id="{72700B20-1E28-0B0E-952E-87C96BB6CCC3}"/>
              </a:ext>
            </a:extLst>
          </p:cNvPr>
          <p:cNvSpPr txBox="1"/>
          <p:nvPr/>
        </p:nvSpPr>
        <p:spPr>
          <a:xfrm>
            <a:off x="1281956" y="3917428"/>
            <a:ext cx="4615885" cy="1546577"/>
          </a:xfrm>
          <a:prstGeom prst="rect">
            <a:avLst/>
          </a:prstGeom>
          <a:solidFill>
            <a:schemeClr val="accent1">
              <a:lumMod val="20000"/>
              <a:lumOff val="80000"/>
            </a:schemeClr>
          </a:solidFill>
        </p:spPr>
        <p:txBody>
          <a:bodyPr wrap="square" lIns="0" rIns="0" bIns="0" rtlCol="0">
            <a:spAutoFit/>
          </a:bodyPr>
          <a:lstStyle/>
          <a:p>
            <a:pPr marL="102870">
              <a:spcAft>
                <a:spcPts val="300"/>
              </a:spcAft>
            </a:pPr>
            <a:r>
              <a:rPr lang="en-US" sz="1000" b="1" u="sng"/>
              <a:t>Features: </a:t>
            </a:r>
          </a:p>
          <a:p>
            <a:pPr marL="274320" indent="-171450">
              <a:spcAft>
                <a:spcPts val="300"/>
              </a:spcAft>
              <a:buFont typeface="Arial" panose="020B0604020202020204" pitchFamily="34" charset="0"/>
              <a:buChar char="•"/>
            </a:pPr>
            <a:r>
              <a:rPr lang="en-US" sz="1000"/>
              <a:t>Benefit: Gamification to increase SP100</a:t>
            </a:r>
          </a:p>
          <a:p>
            <a:pPr marL="731520" lvl="1" indent="-171450">
              <a:spcAft>
                <a:spcPts val="300"/>
              </a:spcAft>
              <a:buFont typeface="Arial" panose="020B0604020202020204" pitchFamily="34" charset="0"/>
              <a:buChar char="•"/>
            </a:pPr>
            <a:r>
              <a:rPr lang="en-US" sz="1000">
                <a:cs typeface="Georgia"/>
              </a:rPr>
              <a:t>Experts can compete against teammates within their same org structure</a:t>
            </a:r>
          </a:p>
          <a:p>
            <a:pPr marL="274320" indent="-171450" algn="l">
              <a:spcAft>
                <a:spcPts val="300"/>
              </a:spcAft>
              <a:buFont typeface="Arial" panose="020B0604020202020204" pitchFamily="34" charset="0"/>
              <a:buChar char="•"/>
            </a:pPr>
            <a:r>
              <a:rPr lang="en-US" sz="1000">
                <a:cs typeface="Georgia"/>
              </a:rPr>
              <a:t>Based on weekly sales data</a:t>
            </a:r>
          </a:p>
          <a:p>
            <a:pPr marL="274320" indent="-171450" algn="l">
              <a:spcAft>
                <a:spcPts val="300"/>
              </a:spcAft>
              <a:buFont typeface="Arial" panose="020B0604020202020204" pitchFamily="34" charset="0"/>
              <a:buChar char="•"/>
            </a:pPr>
            <a:r>
              <a:rPr lang="en-US" sz="1000">
                <a:cs typeface="Georgia"/>
              </a:rPr>
              <a:t>Real-time data from Enterprise APIs:</a:t>
            </a:r>
          </a:p>
          <a:p>
            <a:pPr marL="731520" lvl="2" indent="-171450">
              <a:spcAft>
                <a:spcPts val="300"/>
              </a:spcAft>
              <a:buFont typeface="Arial" panose="020B0604020202020204" pitchFamily="34" charset="0"/>
              <a:buChar char="•"/>
            </a:pPr>
            <a:r>
              <a:rPr lang="en-US" sz="1000">
                <a:cs typeface="Georgia"/>
              </a:rPr>
              <a:t>Org Chart API (</a:t>
            </a:r>
            <a:r>
              <a:rPr lang="en-US" sz="1000" err="1">
                <a:cs typeface="Georgia"/>
              </a:rPr>
              <a:t>WorkDay</a:t>
            </a:r>
            <a:r>
              <a:rPr lang="en-US" sz="1000">
                <a:cs typeface="Georgia"/>
              </a:rPr>
              <a:t>)</a:t>
            </a:r>
          </a:p>
          <a:p>
            <a:pPr marL="731520" lvl="2" indent="-171450">
              <a:spcAft>
                <a:spcPts val="300"/>
              </a:spcAft>
              <a:buFont typeface="Arial" panose="020B0604020202020204" pitchFamily="34" charset="0"/>
              <a:buChar char="•"/>
            </a:pPr>
            <a:r>
              <a:rPr lang="en-US" sz="1000">
                <a:cs typeface="Georgia"/>
              </a:rPr>
              <a:t>Analytics API (sales summary data)</a:t>
            </a:r>
          </a:p>
          <a:p>
            <a:pPr marL="560070" lvl="2"/>
            <a:endParaRPr lang="en-US" sz="1000">
              <a:cs typeface="Georgia"/>
            </a:endParaRPr>
          </a:p>
        </p:txBody>
      </p:sp>
      <p:sp>
        <p:nvSpPr>
          <p:cNvPr id="16" name="Arrow: Up 15">
            <a:extLst>
              <a:ext uri="{FF2B5EF4-FFF2-40B4-BE49-F238E27FC236}">
                <a16:creationId xmlns:a16="http://schemas.microsoft.com/office/drawing/2014/main" id="{4877D9F3-F655-8929-C603-37A7AF98C505}"/>
              </a:ext>
            </a:extLst>
          </p:cNvPr>
          <p:cNvSpPr/>
          <p:nvPr/>
        </p:nvSpPr>
        <p:spPr>
          <a:xfrm>
            <a:off x="10605699" y="1939061"/>
            <a:ext cx="184983" cy="180000"/>
          </a:xfrm>
          <a:prstGeom prst="up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17" name="Arrow: Up 16">
            <a:extLst>
              <a:ext uri="{FF2B5EF4-FFF2-40B4-BE49-F238E27FC236}">
                <a16:creationId xmlns:a16="http://schemas.microsoft.com/office/drawing/2014/main" id="{67D1894A-A83A-4D55-94C0-0704D04A6730}"/>
              </a:ext>
            </a:extLst>
          </p:cNvPr>
          <p:cNvSpPr/>
          <p:nvPr/>
        </p:nvSpPr>
        <p:spPr>
          <a:xfrm>
            <a:off x="10621660" y="2199715"/>
            <a:ext cx="184983" cy="180000"/>
          </a:xfrm>
          <a:prstGeom prst="up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18" name="Arrow: Up 17">
            <a:extLst>
              <a:ext uri="{FF2B5EF4-FFF2-40B4-BE49-F238E27FC236}">
                <a16:creationId xmlns:a16="http://schemas.microsoft.com/office/drawing/2014/main" id="{394439B4-04B6-3B12-F12A-70991BF08F59}"/>
              </a:ext>
            </a:extLst>
          </p:cNvPr>
          <p:cNvSpPr/>
          <p:nvPr/>
        </p:nvSpPr>
        <p:spPr>
          <a:xfrm>
            <a:off x="10621660" y="2474360"/>
            <a:ext cx="184983" cy="180000"/>
          </a:xfrm>
          <a:prstGeom prst="up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19" name="Arrow: Up 18">
            <a:extLst>
              <a:ext uri="{FF2B5EF4-FFF2-40B4-BE49-F238E27FC236}">
                <a16:creationId xmlns:a16="http://schemas.microsoft.com/office/drawing/2014/main" id="{CB9DC024-97F1-E1A9-4506-83C7C685D049}"/>
              </a:ext>
            </a:extLst>
          </p:cNvPr>
          <p:cNvSpPr/>
          <p:nvPr/>
        </p:nvSpPr>
        <p:spPr>
          <a:xfrm rot="10800000">
            <a:off x="10605698" y="1671773"/>
            <a:ext cx="184983" cy="180000"/>
          </a:xfrm>
          <a:prstGeom prst="upArrow">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graphicFrame>
        <p:nvGraphicFramePr>
          <p:cNvPr id="5" name="Table 4">
            <a:extLst>
              <a:ext uri="{FF2B5EF4-FFF2-40B4-BE49-F238E27FC236}">
                <a16:creationId xmlns:a16="http://schemas.microsoft.com/office/drawing/2014/main" id="{F10D5C9D-F105-85C3-74D1-301731195638}"/>
              </a:ext>
            </a:extLst>
          </p:cNvPr>
          <p:cNvGraphicFramePr>
            <a:graphicFrameLocks noGrp="1"/>
          </p:cNvGraphicFramePr>
          <p:nvPr/>
        </p:nvGraphicFramePr>
        <p:xfrm>
          <a:off x="6775239" y="2822917"/>
          <a:ext cx="4432722" cy="1158240"/>
        </p:xfrm>
        <a:graphic>
          <a:graphicData uri="http://schemas.openxmlformats.org/drawingml/2006/table">
            <a:tbl>
              <a:tblPr firstRow="1" bandRow="1">
                <a:tableStyleId>{69012ECD-51FC-41F1-AA8D-1B2483CD663E}</a:tableStyleId>
              </a:tblPr>
              <a:tblGrid>
                <a:gridCol w="677337">
                  <a:extLst>
                    <a:ext uri="{9D8B030D-6E8A-4147-A177-3AD203B41FA5}">
                      <a16:colId xmlns:a16="http://schemas.microsoft.com/office/drawing/2014/main" val="3075059624"/>
                    </a:ext>
                  </a:extLst>
                </a:gridCol>
                <a:gridCol w="762163">
                  <a:extLst>
                    <a:ext uri="{9D8B030D-6E8A-4147-A177-3AD203B41FA5}">
                      <a16:colId xmlns:a16="http://schemas.microsoft.com/office/drawing/2014/main" val="4206616838"/>
                    </a:ext>
                  </a:extLst>
                </a:gridCol>
                <a:gridCol w="732155">
                  <a:extLst>
                    <a:ext uri="{9D8B030D-6E8A-4147-A177-3AD203B41FA5}">
                      <a16:colId xmlns:a16="http://schemas.microsoft.com/office/drawing/2014/main" val="250247978"/>
                    </a:ext>
                  </a:extLst>
                </a:gridCol>
                <a:gridCol w="725867">
                  <a:extLst>
                    <a:ext uri="{9D8B030D-6E8A-4147-A177-3AD203B41FA5}">
                      <a16:colId xmlns:a16="http://schemas.microsoft.com/office/drawing/2014/main" val="3846401336"/>
                    </a:ext>
                  </a:extLst>
                </a:gridCol>
                <a:gridCol w="732155">
                  <a:extLst>
                    <a:ext uri="{9D8B030D-6E8A-4147-A177-3AD203B41FA5}">
                      <a16:colId xmlns:a16="http://schemas.microsoft.com/office/drawing/2014/main" val="546712545"/>
                    </a:ext>
                  </a:extLst>
                </a:gridCol>
                <a:gridCol w="803045">
                  <a:extLst>
                    <a:ext uri="{9D8B030D-6E8A-4147-A177-3AD203B41FA5}">
                      <a16:colId xmlns:a16="http://schemas.microsoft.com/office/drawing/2014/main" val="2819860179"/>
                    </a:ext>
                  </a:extLst>
                </a:gridCol>
              </a:tblGrid>
              <a:tr h="188048">
                <a:tc gridSpan="6">
                  <a:txBody>
                    <a:bodyPr/>
                    <a:lstStyle/>
                    <a:p>
                      <a:pPr algn="ctr"/>
                      <a:r>
                        <a:rPr lang="en-US" sz="1200">
                          <a:solidFill>
                            <a:schemeClr val="tx1"/>
                          </a:solidFill>
                        </a:rPr>
                        <a:t>FULL SCALE RESULTS (</a:t>
                      </a:r>
                      <a:r>
                        <a:rPr lang="en-US" sz="1200" err="1">
                          <a:solidFill>
                            <a:schemeClr val="tx1"/>
                          </a:solidFill>
                        </a:rPr>
                        <a:t>Vz</a:t>
                      </a:r>
                      <a:r>
                        <a:rPr lang="en-US" sz="1200">
                          <a:solidFill>
                            <a:schemeClr val="tx1"/>
                          </a:solidFill>
                        </a:rPr>
                        <a:t>)</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4C8D2"/>
                    </a:solidFill>
                  </a:tcPr>
                </a:tc>
                <a:tc hMerge="1">
                  <a:txBody>
                    <a:bodyPr/>
                    <a:lstStyle/>
                    <a:p>
                      <a:pPr algn="ctr"/>
                      <a:endParaRPr lang="en-US" sz="1200"/>
                    </a:p>
                  </a:txBody>
                  <a:tcPr>
                    <a:solidFill>
                      <a:schemeClr val="accent2"/>
                    </a:solidFill>
                  </a:tcPr>
                </a:tc>
                <a:tc hMerge="1">
                  <a:txBody>
                    <a:bodyPr/>
                    <a:lstStyle/>
                    <a:p>
                      <a:endParaRPr lang="en-US"/>
                    </a:p>
                  </a:txBody>
                  <a:tcPr/>
                </a:tc>
                <a:tc hMerge="1">
                  <a:txBody>
                    <a:bodyPr/>
                    <a:lstStyle/>
                    <a:p>
                      <a:pPr algn="ctr"/>
                      <a:endParaRPr lang="en-US" sz="1200"/>
                    </a:p>
                  </a:txBody>
                  <a:tcPr>
                    <a:solidFill>
                      <a:schemeClr val="accent2"/>
                    </a:solidFill>
                  </a:tcPr>
                </a:tc>
                <a:tc hMerge="1">
                  <a:txBody>
                    <a:bodyPr/>
                    <a:lstStyle/>
                    <a:p>
                      <a:endParaRPr lang="en-US"/>
                    </a:p>
                  </a:txBody>
                  <a:tcPr/>
                </a:tc>
                <a:tc hMerge="1">
                  <a:txBody>
                    <a:bodyPr/>
                    <a:lstStyle/>
                    <a:p>
                      <a:endParaRPr lang="en-US" sz="1200"/>
                    </a:p>
                  </a:txBody>
                  <a:tcPr>
                    <a:solidFill>
                      <a:schemeClr val="accent2"/>
                    </a:solidFill>
                  </a:tcPr>
                </a:tc>
                <a:extLst>
                  <a:ext uri="{0D108BD9-81ED-4DB2-BD59-A6C34878D82A}">
                    <a16:rowId xmlns:a16="http://schemas.microsoft.com/office/drawing/2014/main" val="2851175343"/>
                  </a:ext>
                </a:extLst>
              </a:tr>
              <a:tr h="188048">
                <a:tc>
                  <a:txBody>
                    <a:bodyPr/>
                    <a:lstStyle/>
                    <a:p>
                      <a:pPr algn="ctr"/>
                      <a:endParaRPr lang="en-US" sz="1200">
                        <a:solidFill>
                          <a:schemeClr val="tx1"/>
                        </a:solidFill>
                      </a:endParaRP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tc gridSpan="2">
                  <a:txBody>
                    <a:bodyPr/>
                    <a:lstStyle/>
                    <a:p>
                      <a:pPr algn="ctr"/>
                      <a:r>
                        <a:rPr lang="en-US" sz="1200">
                          <a:solidFill>
                            <a:schemeClr val="tx1"/>
                          </a:solidFill>
                        </a:rPr>
                        <a:t>SP100</a:t>
                      </a:r>
                    </a:p>
                  </a:txBody>
                  <a:tcPr>
                    <a:lnL w="38100" cap="flat" cmpd="sng" algn="ctr">
                      <a:solidFill>
                        <a:srgbClr val="FF33CC"/>
                      </a:solidFill>
                      <a:prstDash val="solid"/>
                      <a:round/>
                      <a:headEnd type="none" w="med" len="med"/>
                      <a:tailEnd type="none" w="med" len="med"/>
                    </a:lnL>
                    <a:lnR w="38100" cap="flat" cmpd="sng" algn="ctr">
                      <a:solidFill>
                        <a:srgbClr val="FF33CC"/>
                      </a:solidFill>
                      <a:prstDash val="solid"/>
                      <a:round/>
                      <a:headEnd type="none" w="med" len="med"/>
                      <a:tailEnd type="none" w="med" len="med"/>
                    </a:lnR>
                    <a:lnT w="38100" cap="flat" cmpd="sng" algn="ctr">
                      <a:solidFill>
                        <a:srgbClr val="FF33CC"/>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tc hMerge="1">
                  <a:txBody>
                    <a:bodyPr/>
                    <a:lstStyle/>
                    <a:p>
                      <a:endParaRPr lang="en-US" sz="1200"/>
                    </a:p>
                  </a:txBody>
                  <a:tcPr/>
                </a:tc>
                <a:tc gridSpan="2">
                  <a:txBody>
                    <a:bodyPr/>
                    <a:lstStyle/>
                    <a:p>
                      <a:pPr algn="ctr"/>
                      <a:r>
                        <a:rPr lang="en-US" sz="1200">
                          <a:solidFill>
                            <a:schemeClr val="tx1"/>
                          </a:solidFill>
                        </a:rPr>
                        <a:t>Accept Rate</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tc hMerge="1">
                  <a:txBody>
                    <a:bodyPr/>
                    <a:lstStyle/>
                    <a:p>
                      <a:pPr algn="ctr"/>
                      <a:endParaRPr lang="en-US" sz="1200"/>
                    </a:p>
                  </a:txBody>
                  <a:tcPr>
                    <a:solidFill>
                      <a:schemeClr val="accent2"/>
                    </a:solidFill>
                  </a:tcPr>
                </a:tc>
                <a:tc>
                  <a:txBody>
                    <a:bodyPr/>
                    <a:lstStyle/>
                    <a:p>
                      <a:endParaRPr lang="en-US" sz="120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982092311"/>
                  </a:ext>
                </a:extLst>
              </a:tr>
              <a:tr h="0">
                <a:tc>
                  <a:txBody>
                    <a:bodyPr/>
                    <a:lstStyle/>
                    <a:p>
                      <a:pPr algn="ctr"/>
                      <a:r>
                        <a:rPr lang="en-US" sz="1050" b="1">
                          <a:solidFill>
                            <a:schemeClr val="tx1"/>
                          </a:solidFill>
                        </a:rPr>
                        <a:t>#Experts</a:t>
                      </a:r>
                      <a:endParaRPr lang="en-US" sz="1050">
                        <a:solidFill>
                          <a:schemeClr val="tx1"/>
                        </a:solidFill>
                      </a:endParaRP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tc>
                  <a:txBody>
                    <a:bodyPr/>
                    <a:lstStyle/>
                    <a:p>
                      <a:pPr algn="ctr"/>
                      <a:r>
                        <a:rPr lang="en-US" sz="800">
                          <a:solidFill>
                            <a:schemeClr val="tx1"/>
                          </a:solidFill>
                        </a:rPr>
                        <a:t>Baseline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1/25 to 2/3</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Results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2/4 to 2/12</a:t>
                      </a: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tc>
                  <a:txBody>
                    <a:bodyPr/>
                    <a:lstStyle/>
                    <a:p>
                      <a:pPr algn="ctr"/>
                      <a:r>
                        <a:rPr lang="en-US" sz="800">
                          <a:solidFill>
                            <a:schemeClr val="tx1"/>
                          </a:solidFill>
                        </a:rPr>
                        <a:t>Baseline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1/25 to 2/3</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Results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2/4 to 2/12</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tc>
                  <a:txBody>
                    <a:bodyPr/>
                    <a:lstStyle/>
                    <a:p>
                      <a:r>
                        <a:rPr lang="en-US" sz="1200" b="1">
                          <a:solidFill>
                            <a:schemeClr val="tx1"/>
                          </a:solidFill>
                        </a:rPr>
                        <a:t>Impact</a:t>
                      </a:r>
                      <a:endParaRPr lang="en-US" sz="120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2018589524"/>
                  </a:ext>
                </a:extLst>
              </a:tr>
              <a:tr h="0">
                <a:tc>
                  <a:txBody>
                    <a:bodyPr/>
                    <a:lstStyle/>
                    <a:p>
                      <a:pPr algn="ctr"/>
                      <a:r>
                        <a:rPr lang="en-US" sz="1200"/>
                        <a:t>734</a:t>
                      </a: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200"/>
                        <a:t>3.1</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ap="flat" cmpd="sng" algn="ctr">
                      <a:solidFill>
                        <a:srgbClr val="FF33CC"/>
                      </a:solidFill>
                      <a:prstDash val="solid"/>
                      <a:round/>
                      <a:headEnd type="none" w="med" len="med"/>
                      <a:tailEnd type="none" w="med" len="med"/>
                    </a:lnB>
                    <a:solidFill>
                      <a:schemeClr val="bg1"/>
                    </a:solidFill>
                  </a:tcPr>
                </a:tc>
                <a:tc>
                  <a:txBody>
                    <a:bodyPr/>
                    <a:lstStyle/>
                    <a:p>
                      <a:pPr algn="ctr"/>
                      <a:r>
                        <a:rPr lang="en-US" sz="1200"/>
                        <a:t>3.0</a:t>
                      </a: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ap="flat" cmpd="sng" algn="ctr">
                      <a:solidFill>
                        <a:srgbClr val="FF33CC"/>
                      </a:solidFill>
                      <a:prstDash val="solid"/>
                      <a:round/>
                      <a:headEnd type="none" w="med" len="med"/>
                      <a:tailEnd type="none" w="med" len="med"/>
                    </a:lnB>
                    <a:solidFill>
                      <a:schemeClr val="bg1"/>
                    </a:solidFill>
                  </a:tcPr>
                </a:tc>
                <a:tc>
                  <a:txBody>
                    <a:bodyPr/>
                    <a:lstStyle/>
                    <a:p>
                      <a:pPr algn="ctr"/>
                      <a:r>
                        <a:rPr lang="en-US" sz="1200"/>
                        <a:t>12.5%</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200"/>
                        <a:t>12.1%</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94634338"/>
                  </a:ext>
                </a:extLst>
              </a:tr>
            </a:tbl>
          </a:graphicData>
        </a:graphic>
      </p:graphicFrame>
      <p:sp>
        <p:nvSpPr>
          <p:cNvPr id="6" name="TextBox 5">
            <a:extLst>
              <a:ext uri="{FF2B5EF4-FFF2-40B4-BE49-F238E27FC236}">
                <a16:creationId xmlns:a16="http://schemas.microsoft.com/office/drawing/2014/main" id="{9D2CEDE6-C0E1-97D7-2A5D-0595E93FDC44}"/>
              </a:ext>
            </a:extLst>
          </p:cNvPr>
          <p:cNvSpPr txBox="1"/>
          <p:nvPr/>
        </p:nvSpPr>
        <p:spPr>
          <a:xfrm>
            <a:off x="6775239" y="301288"/>
            <a:ext cx="1752724" cy="323165"/>
          </a:xfrm>
          <a:prstGeom prst="rect">
            <a:avLst/>
          </a:prstGeom>
          <a:noFill/>
        </p:spPr>
        <p:txBody>
          <a:bodyPr wrap="none" lIns="0" rIns="0" bIns="0" rtlCol="0">
            <a:spAutoFit/>
          </a:bodyPr>
          <a:lstStyle/>
          <a:p>
            <a:pPr algn="l"/>
            <a:r>
              <a:rPr lang="en-US">
                <a:cs typeface="Georgia"/>
              </a:rPr>
              <a:t>GOAL: Do no harm</a:t>
            </a:r>
          </a:p>
        </p:txBody>
      </p:sp>
      <p:sp>
        <p:nvSpPr>
          <p:cNvPr id="7" name="Arrow: Up 6">
            <a:extLst>
              <a:ext uri="{FF2B5EF4-FFF2-40B4-BE49-F238E27FC236}">
                <a16:creationId xmlns:a16="http://schemas.microsoft.com/office/drawing/2014/main" id="{7C64BFB0-5466-31BD-BE60-61C5230BF375}"/>
              </a:ext>
            </a:extLst>
          </p:cNvPr>
          <p:cNvSpPr/>
          <p:nvPr/>
        </p:nvSpPr>
        <p:spPr>
          <a:xfrm rot="10800000">
            <a:off x="10621660" y="3798854"/>
            <a:ext cx="184983" cy="180000"/>
          </a:xfrm>
          <a:prstGeom prst="upArrow">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9" name="TextBox 8">
            <a:extLst>
              <a:ext uri="{FF2B5EF4-FFF2-40B4-BE49-F238E27FC236}">
                <a16:creationId xmlns:a16="http://schemas.microsoft.com/office/drawing/2014/main" id="{998A2D62-3029-4474-143D-A5A5375A5479}"/>
              </a:ext>
            </a:extLst>
          </p:cNvPr>
          <p:cNvSpPr txBox="1"/>
          <p:nvPr/>
        </p:nvSpPr>
        <p:spPr>
          <a:xfrm>
            <a:off x="617648" y="775352"/>
            <a:ext cx="4335215" cy="384721"/>
          </a:xfrm>
          <a:prstGeom prst="rect">
            <a:avLst/>
          </a:prstGeom>
          <a:noFill/>
        </p:spPr>
        <p:txBody>
          <a:bodyPr wrap="square" lIns="0" rIns="0" bIns="0" rtlCol="0">
            <a:spAutoFit/>
          </a:bodyPr>
          <a:lstStyle/>
          <a:p>
            <a:pPr algn="l"/>
            <a:r>
              <a:rPr lang="en-US" sz="1100">
                <a:cs typeface="Georgia"/>
              </a:rPr>
              <a:t>Phase 1 </a:t>
            </a:r>
            <a:r>
              <a:rPr lang="en-US" sz="1100" b="1">
                <a:highlight>
                  <a:srgbClr val="6EFAC3"/>
                </a:highlight>
                <a:cs typeface="Georgia"/>
              </a:rPr>
              <a:t>LAUNCHED</a:t>
            </a:r>
            <a:r>
              <a:rPr lang="en-US" sz="1100">
                <a:cs typeface="Georgia"/>
              </a:rPr>
              <a:t>: Visible only on home screen </a:t>
            </a:r>
          </a:p>
          <a:p>
            <a:pPr algn="l"/>
            <a:r>
              <a:rPr lang="en-US" sz="1100">
                <a:cs typeface="Georgia"/>
              </a:rPr>
              <a:t>– accessible on demand by clicking on the home icon (toggle)</a:t>
            </a:r>
          </a:p>
        </p:txBody>
      </p:sp>
      <p:sp>
        <p:nvSpPr>
          <p:cNvPr id="11" name="TextBox 10">
            <a:extLst>
              <a:ext uri="{FF2B5EF4-FFF2-40B4-BE49-F238E27FC236}">
                <a16:creationId xmlns:a16="http://schemas.microsoft.com/office/drawing/2014/main" id="{1040FB09-34E1-B218-E436-0FF44712F6FD}"/>
              </a:ext>
            </a:extLst>
          </p:cNvPr>
          <p:cNvSpPr txBox="1"/>
          <p:nvPr/>
        </p:nvSpPr>
        <p:spPr>
          <a:xfrm>
            <a:off x="1732338" y="5728705"/>
            <a:ext cx="3517951" cy="353943"/>
          </a:xfrm>
          <a:prstGeom prst="rect">
            <a:avLst/>
          </a:prstGeom>
          <a:noFill/>
        </p:spPr>
        <p:txBody>
          <a:bodyPr wrap="none" lIns="0" rIns="0" bIns="0" rtlCol="0">
            <a:spAutoFit/>
          </a:bodyPr>
          <a:lstStyle>
            <a:defPPr>
              <a:defRPr lang="en-US"/>
            </a:defPPr>
            <a:lvl1pPr>
              <a:defRPr sz="1100">
                <a:cs typeface="Georgia"/>
              </a:defRPr>
            </a:lvl1pPr>
          </a:lstStyle>
          <a:p>
            <a:r>
              <a:rPr lang="en-US" sz="1600"/>
              <a:t>Phase 2: Persistent view </a:t>
            </a:r>
            <a:r>
              <a:rPr lang="en-US" sz="2000" b="1" i="1">
                <a:solidFill>
                  <a:schemeClr val="accent3"/>
                </a:solidFill>
              </a:rPr>
              <a:t>Coming Soon!</a:t>
            </a:r>
            <a:endParaRPr lang="en-US" sz="1600" b="1" i="1">
              <a:solidFill>
                <a:schemeClr val="accent3"/>
              </a:solidFill>
            </a:endParaRPr>
          </a:p>
        </p:txBody>
      </p:sp>
      <p:graphicFrame>
        <p:nvGraphicFramePr>
          <p:cNvPr id="10" name="Table 9">
            <a:extLst>
              <a:ext uri="{FF2B5EF4-FFF2-40B4-BE49-F238E27FC236}">
                <a16:creationId xmlns:a16="http://schemas.microsoft.com/office/drawing/2014/main" id="{FE6693C5-65FF-B19C-846A-55A74D4CB9FD}"/>
              </a:ext>
            </a:extLst>
          </p:cNvPr>
          <p:cNvGraphicFramePr>
            <a:graphicFrameLocks noGrp="1"/>
          </p:cNvGraphicFramePr>
          <p:nvPr/>
        </p:nvGraphicFramePr>
        <p:xfrm>
          <a:off x="6775239" y="4076716"/>
          <a:ext cx="4432722" cy="1158240"/>
        </p:xfrm>
        <a:graphic>
          <a:graphicData uri="http://schemas.openxmlformats.org/drawingml/2006/table">
            <a:tbl>
              <a:tblPr firstRow="1" bandRow="1">
                <a:tableStyleId>{69012ECD-51FC-41F1-AA8D-1B2483CD663E}</a:tableStyleId>
              </a:tblPr>
              <a:tblGrid>
                <a:gridCol w="677337">
                  <a:extLst>
                    <a:ext uri="{9D8B030D-6E8A-4147-A177-3AD203B41FA5}">
                      <a16:colId xmlns:a16="http://schemas.microsoft.com/office/drawing/2014/main" val="3075059624"/>
                    </a:ext>
                  </a:extLst>
                </a:gridCol>
                <a:gridCol w="762163">
                  <a:extLst>
                    <a:ext uri="{9D8B030D-6E8A-4147-A177-3AD203B41FA5}">
                      <a16:colId xmlns:a16="http://schemas.microsoft.com/office/drawing/2014/main" val="4206616838"/>
                    </a:ext>
                  </a:extLst>
                </a:gridCol>
                <a:gridCol w="732155">
                  <a:extLst>
                    <a:ext uri="{9D8B030D-6E8A-4147-A177-3AD203B41FA5}">
                      <a16:colId xmlns:a16="http://schemas.microsoft.com/office/drawing/2014/main" val="250247978"/>
                    </a:ext>
                  </a:extLst>
                </a:gridCol>
                <a:gridCol w="725867">
                  <a:extLst>
                    <a:ext uri="{9D8B030D-6E8A-4147-A177-3AD203B41FA5}">
                      <a16:colId xmlns:a16="http://schemas.microsoft.com/office/drawing/2014/main" val="3846401336"/>
                    </a:ext>
                  </a:extLst>
                </a:gridCol>
                <a:gridCol w="732155">
                  <a:extLst>
                    <a:ext uri="{9D8B030D-6E8A-4147-A177-3AD203B41FA5}">
                      <a16:colId xmlns:a16="http://schemas.microsoft.com/office/drawing/2014/main" val="546712545"/>
                    </a:ext>
                  </a:extLst>
                </a:gridCol>
                <a:gridCol w="803045">
                  <a:extLst>
                    <a:ext uri="{9D8B030D-6E8A-4147-A177-3AD203B41FA5}">
                      <a16:colId xmlns:a16="http://schemas.microsoft.com/office/drawing/2014/main" val="2819860179"/>
                    </a:ext>
                  </a:extLst>
                </a:gridCol>
              </a:tblGrid>
              <a:tr h="188048">
                <a:tc gridSpan="6">
                  <a:txBody>
                    <a:bodyPr/>
                    <a:lstStyle/>
                    <a:p>
                      <a:pPr algn="ctr"/>
                      <a:r>
                        <a:rPr lang="en-US" sz="1200">
                          <a:solidFill>
                            <a:schemeClr val="tx1"/>
                          </a:solidFill>
                        </a:rPr>
                        <a:t>FULL SCALE RESULTS (ATT)</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C6DEFC"/>
                    </a:solidFill>
                  </a:tcPr>
                </a:tc>
                <a:tc hMerge="1">
                  <a:txBody>
                    <a:bodyPr/>
                    <a:lstStyle/>
                    <a:p>
                      <a:pPr algn="ctr"/>
                      <a:endParaRPr lang="en-US" sz="1200"/>
                    </a:p>
                  </a:txBody>
                  <a:tcPr>
                    <a:solidFill>
                      <a:schemeClr val="accent2"/>
                    </a:solidFill>
                  </a:tcPr>
                </a:tc>
                <a:tc hMerge="1">
                  <a:txBody>
                    <a:bodyPr/>
                    <a:lstStyle/>
                    <a:p>
                      <a:endParaRPr lang="en-US"/>
                    </a:p>
                  </a:txBody>
                  <a:tcPr/>
                </a:tc>
                <a:tc hMerge="1">
                  <a:txBody>
                    <a:bodyPr/>
                    <a:lstStyle/>
                    <a:p>
                      <a:pPr algn="ctr"/>
                      <a:endParaRPr lang="en-US" sz="1200"/>
                    </a:p>
                  </a:txBody>
                  <a:tcPr>
                    <a:solidFill>
                      <a:schemeClr val="accent2"/>
                    </a:solidFill>
                  </a:tcPr>
                </a:tc>
                <a:tc hMerge="1">
                  <a:txBody>
                    <a:bodyPr/>
                    <a:lstStyle/>
                    <a:p>
                      <a:endParaRPr lang="en-US"/>
                    </a:p>
                  </a:txBody>
                  <a:tcPr/>
                </a:tc>
                <a:tc hMerge="1">
                  <a:txBody>
                    <a:bodyPr/>
                    <a:lstStyle/>
                    <a:p>
                      <a:endParaRPr lang="en-US" sz="1200"/>
                    </a:p>
                  </a:txBody>
                  <a:tcPr>
                    <a:solidFill>
                      <a:schemeClr val="accent2"/>
                    </a:solidFill>
                  </a:tcPr>
                </a:tc>
                <a:extLst>
                  <a:ext uri="{0D108BD9-81ED-4DB2-BD59-A6C34878D82A}">
                    <a16:rowId xmlns:a16="http://schemas.microsoft.com/office/drawing/2014/main" val="2851175343"/>
                  </a:ext>
                </a:extLst>
              </a:tr>
              <a:tr h="188048">
                <a:tc>
                  <a:txBody>
                    <a:bodyPr/>
                    <a:lstStyle/>
                    <a:p>
                      <a:pPr algn="ctr"/>
                      <a:endParaRPr lang="en-US" sz="1200">
                        <a:solidFill>
                          <a:schemeClr val="tx1"/>
                        </a:solidFill>
                      </a:endParaRP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tc gridSpan="2">
                  <a:txBody>
                    <a:bodyPr/>
                    <a:lstStyle/>
                    <a:p>
                      <a:pPr algn="ctr"/>
                      <a:r>
                        <a:rPr lang="en-US" sz="1200">
                          <a:solidFill>
                            <a:schemeClr val="tx1"/>
                          </a:solidFill>
                        </a:rPr>
                        <a:t>SP100</a:t>
                      </a:r>
                    </a:p>
                  </a:txBody>
                  <a:tcPr>
                    <a:lnL w="38100" cap="flat" cmpd="sng" algn="ctr">
                      <a:solidFill>
                        <a:srgbClr val="FF33CC"/>
                      </a:solidFill>
                      <a:prstDash val="solid"/>
                      <a:round/>
                      <a:headEnd type="none" w="med" len="med"/>
                      <a:tailEnd type="none" w="med" len="med"/>
                    </a:lnL>
                    <a:lnR w="38100" cap="flat" cmpd="sng" algn="ctr">
                      <a:solidFill>
                        <a:srgbClr val="FF33CC"/>
                      </a:solidFill>
                      <a:prstDash val="solid"/>
                      <a:round/>
                      <a:headEnd type="none" w="med" len="med"/>
                      <a:tailEnd type="none" w="med" len="med"/>
                    </a:lnR>
                    <a:lnT w="38100" cap="flat" cmpd="sng" algn="ctr">
                      <a:solidFill>
                        <a:srgbClr val="FF33CC"/>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tc hMerge="1">
                  <a:txBody>
                    <a:bodyPr/>
                    <a:lstStyle/>
                    <a:p>
                      <a:endParaRPr lang="en-US" sz="1200"/>
                    </a:p>
                  </a:txBody>
                  <a:tcPr/>
                </a:tc>
                <a:tc gridSpan="2">
                  <a:txBody>
                    <a:bodyPr/>
                    <a:lstStyle/>
                    <a:p>
                      <a:pPr algn="ctr"/>
                      <a:r>
                        <a:rPr lang="en-US" sz="1200">
                          <a:solidFill>
                            <a:schemeClr val="tx1"/>
                          </a:solidFill>
                        </a:rPr>
                        <a:t>Accept Rate</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tc hMerge="1">
                  <a:txBody>
                    <a:bodyPr/>
                    <a:lstStyle/>
                    <a:p>
                      <a:pPr algn="ctr"/>
                      <a:endParaRPr lang="en-US" sz="1200"/>
                    </a:p>
                  </a:txBody>
                  <a:tcPr>
                    <a:solidFill>
                      <a:schemeClr val="accent2"/>
                    </a:solidFill>
                  </a:tcPr>
                </a:tc>
                <a:tc>
                  <a:txBody>
                    <a:bodyPr/>
                    <a:lstStyle/>
                    <a:p>
                      <a:endParaRPr lang="en-US" sz="120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extLst>
                  <a:ext uri="{0D108BD9-81ED-4DB2-BD59-A6C34878D82A}">
                    <a16:rowId xmlns:a16="http://schemas.microsoft.com/office/drawing/2014/main" val="982092311"/>
                  </a:ext>
                </a:extLst>
              </a:tr>
              <a:tr h="0">
                <a:tc>
                  <a:txBody>
                    <a:bodyPr/>
                    <a:lstStyle/>
                    <a:p>
                      <a:pPr algn="ctr"/>
                      <a:r>
                        <a:rPr lang="en-US" sz="1050" b="1">
                          <a:solidFill>
                            <a:schemeClr val="tx1"/>
                          </a:solidFill>
                        </a:rPr>
                        <a:t>#Experts</a:t>
                      </a:r>
                      <a:endParaRPr lang="en-US" sz="1050">
                        <a:solidFill>
                          <a:schemeClr val="tx1"/>
                        </a:solidFill>
                      </a:endParaRP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tc>
                  <a:txBody>
                    <a:bodyPr/>
                    <a:lstStyle/>
                    <a:p>
                      <a:pPr algn="ctr"/>
                      <a:r>
                        <a:rPr lang="en-US" sz="800">
                          <a:solidFill>
                            <a:schemeClr val="tx1"/>
                          </a:solidFill>
                        </a:rPr>
                        <a:t>Baseline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1/25 to 2/3</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Results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2/12 to 2/17</a:t>
                      </a: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tc>
                  <a:txBody>
                    <a:bodyPr/>
                    <a:lstStyle/>
                    <a:p>
                      <a:pPr algn="ctr"/>
                      <a:r>
                        <a:rPr lang="en-US" sz="800">
                          <a:solidFill>
                            <a:schemeClr val="tx1"/>
                          </a:solidFill>
                        </a:rPr>
                        <a:t>Baseline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1/25 to 2/3</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Results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2/12 to 2/17</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tc>
                  <a:txBody>
                    <a:bodyPr/>
                    <a:lstStyle/>
                    <a:p>
                      <a:r>
                        <a:rPr lang="en-US" sz="1200" b="1">
                          <a:solidFill>
                            <a:schemeClr val="tx1"/>
                          </a:solidFill>
                        </a:rPr>
                        <a:t>Impact</a:t>
                      </a:r>
                      <a:endParaRPr lang="en-US" sz="120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extLst>
                  <a:ext uri="{0D108BD9-81ED-4DB2-BD59-A6C34878D82A}">
                    <a16:rowId xmlns:a16="http://schemas.microsoft.com/office/drawing/2014/main" val="2018589524"/>
                  </a:ext>
                </a:extLst>
              </a:tr>
              <a:tr h="0">
                <a:tc>
                  <a:txBody>
                    <a:bodyPr/>
                    <a:lstStyle/>
                    <a:p>
                      <a:pPr algn="ctr"/>
                      <a:r>
                        <a:rPr lang="en-US" sz="1200"/>
                        <a:t>734</a:t>
                      </a: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200"/>
                        <a:t>3.1</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ap="flat" cmpd="sng" algn="ctr">
                      <a:solidFill>
                        <a:srgbClr val="FF33CC"/>
                      </a:solidFill>
                      <a:prstDash val="solid"/>
                      <a:round/>
                      <a:headEnd type="none" w="med" len="med"/>
                      <a:tailEnd type="none" w="med" len="med"/>
                    </a:lnB>
                    <a:solidFill>
                      <a:schemeClr val="bg1"/>
                    </a:solidFill>
                  </a:tcPr>
                </a:tc>
                <a:tc>
                  <a:txBody>
                    <a:bodyPr/>
                    <a:lstStyle/>
                    <a:p>
                      <a:pPr algn="ctr"/>
                      <a:r>
                        <a:rPr lang="en-US" sz="1200"/>
                        <a:t>3.0</a:t>
                      </a: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ap="flat" cmpd="sng" algn="ctr">
                      <a:solidFill>
                        <a:srgbClr val="FF33CC"/>
                      </a:solidFill>
                      <a:prstDash val="solid"/>
                      <a:round/>
                      <a:headEnd type="none" w="med" len="med"/>
                      <a:tailEnd type="none" w="med" len="med"/>
                    </a:lnB>
                    <a:solidFill>
                      <a:schemeClr val="bg1"/>
                    </a:solidFill>
                  </a:tcPr>
                </a:tc>
                <a:tc>
                  <a:txBody>
                    <a:bodyPr/>
                    <a:lstStyle/>
                    <a:p>
                      <a:pPr algn="ctr"/>
                      <a:r>
                        <a:rPr lang="en-US" sz="1200"/>
                        <a:t>12.5%</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200"/>
                        <a:t>12.1%</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94634338"/>
                  </a:ext>
                </a:extLst>
              </a:tr>
            </a:tbl>
          </a:graphicData>
        </a:graphic>
      </p:graphicFrame>
      <p:graphicFrame>
        <p:nvGraphicFramePr>
          <p:cNvPr id="14" name="Table 13">
            <a:extLst>
              <a:ext uri="{FF2B5EF4-FFF2-40B4-BE49-F238E27FC236}">
                <a16:creationId xmlns:a16="http://schemas.microsoft.com/office/drawing/2014/main" id="{65144A08-9FC7-8665-9CA8-2F16CF6766EC}"/>
              </a:ext>
            </a:extLst>
          </p:cNvPr>
          <p:cNvGraphicFramePr>
            <a:graphicFrameLocks noGrp="1"/>
          </p:cNvGraphicFramePr>
          <p:nvPr/>
        </p:nvGraphicFramePr>
        <p:xfrm>
          <a:off x="6775239" y="5299870"/>
          <a:ext cx="4432722" cy="1158240"/>
        </p:xfrm>
        <a:graphic>
          <a:graphicData uri="http://schemas.openxmlformats.org/drawingml/2006/table">
            <a:tbl>
              <a:tblPr firstRow="1" bandRow="1">
                <a:tableStyleId>{69012ECD-51FC-41F1-AA8D-1B2483CD663E}</a:tableStyleId>
              </a:tblPr>
              <a:tblGrid>
                <a:gridCol w="677337">
                  <a:extLst>
                    <a:ext uri="{9D8B030D-6E8A-4147-A177-3AD203B41FA5}">
                      <a16:colId xmlns:a16="http://schemas.microsoft.com/office/drawing/2014/main" val="3075059624"/>
                    </a:ext>
                  </a:extLst>
                </a:gridCol>
                <a:gridCol w="762163">
                  <a:extLst>
                    <a:ext uri="{9D8B030D-6E8A-4147-A177-3AD203B41FA5}">
                      <a16:colId xmlns:a16="http://schemas.microsoft.com/office/drawing/2014/main" val="4206616838"/>
                    </a:ext>
                  </a:extLst>
                </a:gridCol>
                <a:gridCol w="732155">
                  <a:extLst>
                    <a:ext uri="{9D8B030D-6E8A-4147-A177-3AD203B41FA5}">
                      <a16:colId xmlns:a16="http://schemas.microsoft.com/office/drawing/2014/main" val="250247978"/>
                    </a:ext>
                  </a:extLst>
                </a:gridCol>
                <a:gridCol w="725867">
                  <a:extLst>
                    <a:ext uri="{9D8B030D-6E8A-4147-A177-3AD203B41FA5}">
                      <a16:colId xmlns:a16="http://schemas.microsoft.com/office/drawing/2014/main" val="3846401336"/>
                    </a:ext>
                  </a:extLst>
                </a:gridCol>
                <a:gridCol w="732155">
                  <a:extLst>
                    <a:ext uri="{9D8B030D-6E8A-4147-A177-3AD203B41FA5}">
                      <a16:colId xmlns:a16="http://schemas.microsoft.com/office/drawing/2014/main" val="546712545"/>
                    </a:ext>
                  </a:extLst>
                </a:gridCol>
                <a:gridCol w="803045">
                  <a:extLst>
                    <a:ext uri="{9D8B030D-6E8A-4147-A177-3AD203B41FA5}">
                      <a16:colId xmlns:a16="http://schemas.microsoft.com/office/drawing/2014/main" val="2819860179"/>
                    </a:ext>
                  </a:extLst>
                </a:gridCol>
              </a:tblGrid>
              <a:tr h="188048">
                <a:tc gridSpan="6">
                  <a:txBody>
                    <a:bodyPr/>
                    <a:lstStyle/>
                    <a:p>
                      <a:pPr algn="ctr"/>
                      <a:r>
                        <a:rPr lang="en-US" sz="1200">
                          <a:solidFill>
                            <a:schemeClr val="tx1"/>
                          </a:solidFill>
                        </a:rPr>
                        <a:t>FULL SCALE RESULTS (Cricket)</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85F788"/>
                    </a:solidFill>
                  </a:tcPr>
                </a:tc>
                <a:tc hMerge="1">
                  <a:txBody>
                    <a:bodyPr/>
                    <a:lstStyle/>
                    <a:p>
                      <a:pPr algn="ctr"/>
                      <a:endParaRPr lang="en-US" sz="1200"/>
                    </a:p>
                  </a:txBody>
                  <a:tcPr>
                    <a:solidFill>
                      <a:schemeClr val="accent2"/>
                    </a:solidFill>
                  </a:tcPr>
                </a:tc>
                <a:tc hMerge="1">
                  <a:txBody>
                    <a:bodyPr/>
                    <a:lstStyle/>
                    <a:p>
                      <a:endParaRPr lang="en-US"/>
                    </a:p>
                  </a:txBody>
                  <a:tcPr/>
                </a:tc>
                <a:tc hMerge="1">
                  <a:txBody>
                    <a:bodyPr/>
                    <a:lstStyle/>
                    <a:p>
                      <a:pPr algn="ctr"/>
                      <a:endParaRPr lang="en-US" sz="1200"/>
                    </a:p>
                  </a:txBody>
                  <a:tcPr>
                    <a:solidFill>
                      <a:schemeClr val="accent2"/>
                    </a:solidFill>
                  </a:tcPr>
                </a:tc>
                <a:tc hMerge="1">
                  <a:txBody>
                    <a:bodyPr/>
                    <a:lstStyle/>
                    <a:p>
                      <a:endParaRPr lang="en-US"/>
                    </a:p>
                  </a:txBody>
                  <a:tcPr/>
                </a:tc>
                <a:tc hMerge="1">
                  <a:txBody>
                    <a:bodyPr/>
                    <a:lstStyle/>
                    <a:p>
                      <a:endParaRPr lang="en-US" sz="1200"/>
                    </a:p>
                  </a:txBody>
                  <a:tcPr>
                    <a:solidFill>
                      <a:schemeClr val="accent2"/>
                    </a:solidFill>
                  </a:tcPr>
                </a:tc>
                <a:extLst>
                  <a:ext uri="{0D108BD9-81ED-4DB2-BD59-A6C34878D82A}">
                    <a16:rowId xmlns:a16="http://schemas.microsoft.com/office/drawing/2014/main" val="2851175343"/>
                  </a:ext>
                </a:extLst>
              </a:tr>
              <a:tr h="188048">
                <a:tc>
                  <a:txBody>
                    <a:bodyPr/>
                    <a:lstStyle/>
                    <a:p>
                      <a:pPr algn="ctr"/>
                      <a:endParaRPr lang="en-US" sz="1200">
                        <a:solidFill>
                          <a:schemeClr val="tx1"/>
                        </a:solidFill>
                      </a:endParaRP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CEC4C"/>
                    </a:solidFill>
                  </a:tcPr>
                </a:tc>
                <a:tc gridSpan="2">
                  <a:txBody>
                    <a:bodyPr/>
                    <a:lstStyle/>
                    <a:p>
                      <a:pPr algn="ctr"/>
                      <a:r>
                        <a:rPr lang="en-US" sz="1200">
                          <a:solidFill>
                            <a:schemeClr val="tx1"/>
                          </a:solidFill>
                        </a:rPr>
                        <a:t>SP100</a:t>
                      </a:r>
                    </a:p>
                  </a:txBody>
                  <a:tcPr>
                    <a:lnL w="38100" cap="flat" cmpd="sng" algn="ctr">
                      <a:solidFill>
                        <a:srgbClr val="FF33CC"/>
                      </a:solidFill>
                      <a:prstDash val="solid"/>
                      <a:round/>
                      <a:headEnd type="none" w="med" len="med"/>
                      <a:tailEnd type="none" w="med" len="med"/>
                    </a:lnL>
                    <a:lnR w="38100" cap="flat" cmpd="sng" algn="ctr">
                      <a:solidFill>
                        <a:srgbClr val="FF33CC"/>
                      </a:solidFill>
                      <a:prstDash val="solid"/>
                      <a:round/>
                      <a:headEnd type="none" w="med" len="med"/>
                      <a:tailEnd type="none" w="med" len="med"/>
                    </a:lnR>
                    <a:lnT w="38100" cap="flat" cmpd="sng" algn="ctr">
                      <a:solidFill>
                        <a:srgbClr val="FF33CC"/>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CEC4C"/>
                    </a:solidFill>
                  </a:tcPr>
                </a:tc>
                <a:tc hMerge="1">
                  <a:txBody>
                    <a:bodyPr/>
                    <a:lstStyle/>
                    <a:p>
                      <a:endParaRPr lang="en-US" sz="1200"/>
                    </a:p>
                  </a:txBody>
                  <a:tcPr/>
                </a:tc>
                <a:tc gridSpan="2">
                  <a:txBody>
                    <a:bodyPr/>
                    <a:lstStyle/>
                    <a:p>
                      <a:pPr algn="ctr"/>
                      <a:r>
                        <a:rPr lang="en-US" sz="1200">
                          <a:solidFill>
                            <a:schemeClr val="tx1"/>
                          </a:solidFill>
                        </a:rPr>
                        <a:t>Accept Rate</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CEC4C"/>
                    </a:solidFill>
                  </a:tcPr>
                </a:tc>
                <a:tc hMerge="1">
                  <a:txBody>
                    <a:bodyPr/>
                    <a:lstStyle/>
                    <a:p>
                      <a:pPr algn="ctr"/>
                      <a:endParaRPr lang="en-US" sz="1200"/>
                    </a:p>
                  </a:txBody>
                  <a:tcPr>
                    <a:solidFill>
                      <a:schemeClr val="accent2"/>
                    </a:solidFill>
                  </a:tcPr>
                </a:tc>
                <a:tc>
                  <a:txBody>
                    <a:bodyPr/>
                    <a:lstStyle/>
                    <a:p>
                      <a:endParaRPr lang="en-US" sz="120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CEC4C"/>
                    </a:solidFill>
                  </a:tcPr>
                </a:tc>
                <a:extLst>
                  <a:ext uri="{0D108BD9-81ED-4DB2-BD59-A6C34878D82A}">
                    <a16:rowId xmlns:a16="http://schemas.microsoft.com/office/drawing/2014/main" val="982092311"/>
                  </a:ext>
                </a:extLst>
              </a:tr>
              <a:tr h="0">
                <a:tc>
                  <a:txBody>
                    <a:bodyPr/>
                    <a:lstStyle/>
                    <a:p>
                      <a:pPr algn="ctr"/>
                      <a:r>
                        <a:rPr lang="en-US" sz="1050" b="1">
                          <a:solidFill>
                            <a:schemeClr val="tx1"/>
                          </a:solidFill>
                        </a:rPr>
                        <a:t>#Experts</a:t>
                      </a:r>
                      <a:endParaRPr lang="en-US" sz="1050">
                        <a:solidFill>
                          <a:schemeClr val="tx1"/>
                        </a:solidFill>
                      </a:endParaRP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CEC4C"/>
                    </a:solidFill>
                  </a:tcPr>
                </a:tc>
                <a:tc>
                  <a:txBody>
                    <a:bodyPr/>
                    <a:lstStyle/>
                    <a:p>
                      <a:pPr algn="ctr"/>
                      <a:r>
                        <a:rPr lang="en-US" sz="800">
                          <a:solidFill>
                            <a:schemeClr val="tx1"/>
                          </a:solidFill>
                        </a:rPr>
                        <a:t>Baseline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1/25 to 2/3</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CEC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Results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2/12 to 2/17</a:t>
                      </a: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CEC4C"/>
                    </a:solidFill>
                  </a:tcPr>
                </a:tc>
                <a:tc>
                  <a:txBody>
                    <a:bodyPr/>
                    <a:lstStyle/>
                    <a:p>
                      <a:pPr algn="ctr"/>
                      <a:r>
                        <a:rPr lang="en-US" sz="800">
                          <a:solidFill>
                            <a:schemeClr val="tx1"/>
                          </a:solidFill>
                        </a:rPr>
                        <a:t>Baseline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1/25 to 2/3</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CEC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Results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2/12 to 2/17</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CEC4C"/>
                    </a:solidFill>
                  </a:tcPr>
                </a:tc>
                <a:tc>
                  <a:txBody>
                    <a:bodyPr/>
                    <a:lstStyle/>
                    <a:p>
                      <a:r>
                        <a:rPr lang="en-US" sz="1200" b="1">
                          <a:solidFill>
                            <a:schemeClr val="tx1"/>
                          </a:solidFill>
                        </a:rPr>
                        <a:t>Impact</a:t>
                      </a:r>
                      <a:endParaRPr lang="en-US" sz="120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CEC4C"/>
                    </a:solidFill>
                  </a:tcPr>
                </a:tc>
                <a:extLst>
                  <a:ext uri="{0D108BD9-81ED-4DB2-BD59-A6C34878D82A}">
                    <a16:rowId xmlns:a16="http://schemas.microsoft.com/office/drawing/2014/main" val="2018589524"/>
                  </a:ext>
                </a:extLst>
              </a:tr>
              <a:tr h="0">
                <a:tc>
                  <a:txBody>
                    <a:bodyPr/>
                    <a:lstStyle/>
                    <a:p>
                      <a:pPr algn="ctr"/>
                      <a:r>
                        <a:rPr lang="en-US" sz="1200"/>
                        <a:t>734</a:t>
                      </a: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200"/>
                        <a:t>3.1</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ap="flat" cmpd="sng" algn="ctr">
                      <a:solidFill>
                        <a:srgbClr val="FF33CC"/>
                      </a:solidFill>
                      <a:prstDash val="solid"/>
                      <a:round/>
                      <a:headEnd type="none" w="med" len="med"/>
                      <a:tailEnd type="none" w="med" len="med"/>
                    </a:lnB>
                    <a:solidFill>
                      <a:schemeClr val="bg1"/>
                    </a:solidFill>
                  </a:tcPr>
                </a:tc>
                <a:tc>
                  <a:txBody>
                    <a:bodyPr/>
                    <a:lstStyle/>
                    <a:p>
                      <a:pPr algn="ctr"/>
                      <a:r>
                        <a:rPr lang="en-US" sz="1200"/>
                        <a:t>3.0</a:t>
                      </a:r>
                    </a:p>
                  </a:txBody>
                  <a:tcPr>
                    <a:lnL w="12700" cap="flat" cmpd="sng" algn="ctr">
                      <a:solidFill>
                        <a:schemeClr val="bg1">
                          <a:lumMod val="75000"/>
                        </a:schemeClr>
                      </a:solidFill>
                      <a:prstDash val="solid"/>
                      <a:round/>
                      <a:headEnd type="none" w="med" len="med"/>
                      <a:tailEnd type="none" w="med" len="med"/>
                    </a:lnL>
                    <a:lnR w="38100" cap="flat" cmpd="sng" algn="ctr">
                      <a:solidFill>
                        <a:srgbClr val="FF33CC"/>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ap="flat" cmpd="sng" algn="ctr">
                      <a:solidFill>
                        <a:srgbClr val="FF33CC"/>
                      </a:solidFill>
                      <a:prstDash val="solid"/>
                      <a:round/>
                      <a:headEnd type="none" w="med" len="med"/>
                      <a:tailEnd type="none" w="med" len="med"/>
                    </a:lnB>
                    <a:solidFill>
                      <a:schemeClr val="bg1"/>
                    </a:solidFill>
                  </a:tcPr>
                </a:tc>
                <a:tc>
                  <a:txBody>
                    <a:bodyPr/>
                    <a:lstStyle/>
                    <a:p>
                      <a:pPr algn="ctr"/>
                      <a:r>
                        <a:rPr lang="en-US" sz="1200"/>
                        <a:t>12.5%</a:t>
                      </a:r>
                    </a:p>
                  </a:txBody>
                  <a:tcPr>
                    <a:lnL w="38100" cap="flat" cmpd="sng" algn="ctr">
                      <a:solidFill>
                        <a:srgbClr val="FF33CC"/>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lang="en-US" sz="1200"/>
                        <a:t>12.1%</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94634338"/>
                  </a:ext>
                </a:extLst>
              </a:tr>
            </a:tbl>
          </a:graphicData>
        </a:graphic>
      </p:graphicFrame>
      <p:pic>
        <p:nvPicPr>
          <p:cNvPr id="21" name="Picture 20">
            <a:extLst>
              <a:ext uri="{FF2B5EF4-FFF2-40B4-BE49-F238E27FC236}">
                <a16:creationId xmlns:a16="http://schemas.microsoft.com/office/drawing/2014/main" id="{730AE3BD-D99D-8289-6353-04AEDC838BA5}"/>
              </a:ext>
            </a:extLst>
          </p:cNvPr>
          <p:cNvPicPr>
            <a:picLocks noChangeAspect="1"/>
          </p:cNvPicPr>
          <p:nvPr/>
        </p:nvPicPr>
        <p:blipFill>
          <a:blip r:embed="rId3"/>
          <a:stretch>
            <a:fillRect/>
          </a:stretch>
        </p:blipFill>
        <p:spPr>
          <a:xfrm rot="20488822">
            <a:off x="5173110" y="5958606"/>
            <a:ext cx="233642" cy="201192"/>
          </a:xfrm>
          <a:prstGeom prst="rect">
            <a:avLst/>
          </a:prstGeom>
        </p:spPr>
      </p:pic>
      <p:pic>
        <p:nvPicPr>
          <p:cNvPr id="22" name="Picture 21">
            <a:extLst>
              <a:ext uri="{FF2B5EF4-FFF2-40B4-BE49-F238E27FC236}">
                <a16:creationId xmlns:a16="http://schemas.microsoft.com/office/drawing/2014/main" id="{C02ACE08-D879-632F-DF04-B22987833512}"/>
              </a:ext>
            </a:extLst>
          </p:cNvPr>
          <p:cNvPicPr>
            <a:picLocks noChangeAspect="1"/>
          </p:cNvPicPr>
          <p:nvPr/>
        </p:nvPicPr>
        <p:blipFill>
          <a:blip r:embed="rId3"/>
          <a:stretch>
            <a:fillRect/>
          </a:stretch>
        </p:blipFill>
        <p:spPr>
          <a:xfrm rot="9951157">
            <a:off x="1548659" y="5700742"/>
            <a:ext cx="225861" cy="194492"/>
          </a:xfrm>
          <a:prstGeom prst="rect">
            <a:avLst/>
          </a:prstGeom>
        </p:spPr>
      </p:pic>
    </p:spTree>
    <p:extLst>
      <p:ext uri="{BB962C8B-B14F-4D97-AF65-F5344CB8AC3E}">
        <p14:creationId xmlns:p14="http://schemas.microsoft.com/office/powerpoint/2010/main" val="224867824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21E8E-9C83-FCD3-783D-98984923EEB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77D90FB-BEAC-00C6-8FAC-DA0649F82108}"/>
              </a:ext>
            </a:extLst>
          </p:cNvPr>
          <p:cNvSpPr txBox="1"/>
          <p:nvPr/>
        </p:nvSpPr>
        <p:spPr>
          <a:xfrm>
            <a:off x="297869" y="1542055"/>
            <a:ext cx="2728784" cy="276999"/>
          </a:xfrm>
          <a:prstGeom prst="rect">
            <a:avLst/>
          </a:prstGeom>
          <a:noFill/>
        </p:spPr>
        <p:txBody>
          <a:bodyPr wrap="square">
            <a:spAutoFit/>
          </a:bodyPr>
          <a:lstStyle/>
          <a:p>
            <a:r>
              <a:rPr lang="en-US" sz="1200" b="1">
                <a:latin typeface="Calibri" panose="020F0502020204030204" pitchFamily="34" charset="0"/>
                <a:cs typeface="Calibri" panose="020F0502020204030204" pitchFamily="34" charset="0"/>
              </a:rPr>
              <a:t>Static Coverage Details </a:t>
            </a:r>
            <a:r>
              <a:rPr lang="en-US" sz="1200">
                <a:latin typeface="Calibri" panose="020F0502020204030204" pitchFamily="34" charset="0"/>
                <a:cs typeface="Calibri" panose="020F0502020204030204" pitchFamily="34" charset="0"/>
              </a:rPr>
              <a:t>in ASP </a:t>
            </a:r>
          </a:p>
        </p:txBody>
      </p:sp>
      <p:sp>
        <p:nvSpPr>
          <p:cNvPr id="3" name="Footer Placeholder 2">
            <a:extLst>
              <a:ext uri="{FF2B5EF4-FFF2-40B4-BE49-F238E27FC236}">
                <a16:creationId xmlns:a16="http://schemas.microsoft.com/office/drawing/2014/main" id="{153B34E9-A65A-0194-E471-1A3391B59D7E}"/>
              </a:ext>
            </a:extLst>
          </p:cNvPr>
          <p:cNvSpPr>
            <a:spLocks noGrp="1"/>
          </p:cNvSpPr>
          <p:nvPr>
            <p:ph type="ftr" sz="quarter" idx="11"/>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51A16A96-A8F5-E69C-8D6B-9AEFDFA1CD08}"/>
              </a:ext>
            </a:extLst>
          </p:cNvPr>
          <p:cNvSpPr>
            <a:spLocks noGrp="1"/>
          </p:cNvSpPr>
          <p:nvPr>
            <p:ph type="sldNum" sz="quarter" idx="12"/>
          </p:nvPr>
        </p:nvSpPr>
        <p:spPr/>
        <p:txBody>
          <a:bodyPr/>
          <a:lstStyle/>
          <a:p>
            <a:fld id="{9C3ACAB3-CA36-4966-8A1D-076772D39D8D}" type="slidenum">
              <a:rPr lang="en-US" smtClean="0"/>
              <a:pPr/>
              <a:t>4</a:t>
            </a:fld>
            <a:endParaRPr lang="en-US"/>
          </a:p>
        </p:txBody>
      </p:sp>
      <p:sp>
        <p:nvSpPr>
          <p:cNvPr id="5" name="Title 1">
            <a:extLst>
              <a:ext uri="{FF2B5EF4-FFF2-40B4-BE49-F238E27FC236}">
                <a16:creationId xmlns:a16="http://schemas.microsoft.com/office/drawing/2014/main" id="{BA0991B3-3D84-E1B3-CABF-FEA02FA42311}"/>
              </a:ext>
            </a:extLst>
          </p:cNvPr>
          <p:cNvSpPr txBox="1">
            <a:spLocks/>
          </p:cNvSpPr>
          <p:nvPr/>
        </p:nvSpPr>
        <p:spPr>
          <a:xfrm>
            <a:off x="240506" y="162068"/>
            <a:ext cx="11191875" cy="543319"/>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r>
              <a:rPr lang="en-US"/>
              <a:t>[Current] Sales Offer + Accept/Decline offer + Enroll</a:t>
            </a:r>
          </a:p>
        </p:txBody>
      </p:sp>
      <p:grpSp>
        <p:nvGrpSpPr>
          <p:cNvPr id="26" name="Group 25">
            <a:extLst>
              <a:ext uri="{FF2B5EF4-FFF2-40B4-BE49-F238E27FC236}">
                <a16:creationId xmlns:a16="http://schemas.microsoft.com/office/drawing/2014/main" id="{BFBCA546-DA7E-6E09-4158-BD349B04C596}"/>
              </a:ext>
            </a:extLst>
          </p:cNvPr>
          <p:cNvGrpSpPr/>
          <p:nvPr/>
        </p:nvGrpSpPr>
        <p:grpSpPr>
          <a:xfrm>
            <a:off x="355686" y="1927978"/>
            <a:ext cx="2613150" cy="5892982"/>
            <a:chOff x="427239" y="2355081"/>
            <a:chExt cx="2613150" cy="5892982"/>
          </a:xfrm>
        </p:grpSpPr>
        <p:pic>
          <p:nvPicPr>
            <p:cNvPr id="16" name="Picture 15">
              <a:extLst>
                <a:ext uri="{FF2B5EF4-FFF2-40B4-BE49-F238E27FC236}">
                  <a16:creationId xmlns:a16="http://schemas.microsoft.com/office/drawing/2014/main" id="{35ED0FDE-0703-BF34-1C60-E9080FCB4AB7}"/>
                </a:ext>
              </a:extLst>
            </p:cNvPr>
            <p:cNvPicPr>
              <a:picLocks noChangeAspect="1"/>
            </p:cNvPicPr>
            <p:nvPr/>
          </p:nvPicPr>
          <p:blipFill>
            <a:blip r:embed="rId2"/>
            <a:stretch>
              <a:fillRect/>
            </a:stretch>
          </p:blipFill>
          <p:spPr>
            <a:xfrm>
              <a:off x="427239" y="2355081"/>
              <a:ext cx="2613150" cy="5892982"/>
            </a:xfrm>
            <a:prstGeom prst="rect">
              <a:avLst/>
            </a:prstGeom>
          </p:spPr>
        </p:pic>
        <p:sp>
          <p:nvSpPr>
            <p:cNvPr id="8" name="Oval 7">
              <a:extLst>
                <a:ext uri="{FF2B5EF4-FFF2-40B4-BE49-F238E27FC236}">
                  <a16:creationId xmlns:a16="http://schemas.microsoft.com/office/drawing/2014/main" id="{A7CCE2C0-C67F-4800-6AFA-D018E8FDB07E}"/>
                </a:ext>
              </a:extLst>
            </p:cNvPr>
            <p:cNvSpPr/>
            <p:nvPr/>
          </p:nvSpPr>
          <p:spPr>
            <a:xfrm>
              <a:off x="1541090" y="239915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1</a:t>
              </a:r>
            </a:p>
          </p:txBody>
        </p:sp>
      </p:grpSp>
      <p:grpSp>
        <p:nvGrpSpPr>
          <p:cNvPr id="23" name="Group 22">
            <a:extLst>
              <a:ext uri="{FF2B5EF4-FFF2-40B4-BE49-F238E27FC236}">
                <a16:creationId xmlns:a16="http://schemas.microsoft.com/office/drawing/2014/main" id="{EA9BAC7C-D1F7-95B6-834B-9534792A63CA}"/>
              </a:ext>
            </a:extLst>
          </p:cNvPr>
          <p:cNvGrpSpPr/>
          <p:nvPr/>
        </p:nvGrpSpPr>
        <p:grpSpPr>
          <a:xfrm>
            <a:off x="4126151" y="1032665"/>
            <a:ext cx="3168905" cy="1629058"/>
            <a:chOff x="3373977" y="971259"/>
            <a:chExt cx="4728624" cy="2372607"/>
          </a:xfrm>
        </p:grpSpPr>
        <p:grpSp>
          <p:nvGrpSpPr>
            <p:cNvPr id="2" name="Group 1">
              <a:extLst>
                <a:ext uri="{FF2B5EF4-FFF2-40B4-BE49-F238E27FC236}">
                  <a16:creationId xmlns:a16="http://schemas.microsoft.com/office/drawing/2014/main" id="{2C8151C8-F14E-DB74-2896-8598506CFC0D}"/>
                </a:ext>
              </a:extLst>
            </p:cNvPr>
            <p:cNvGrpSpPr>
              <a:grpSpLocks noChangeAspect="1"/>
            </p:cNvGrpSpPr>
            <p:nvPr/>
          </p:nvGrpSpPr>
          <p:grpSpPr>
            <a:xfrm>
              <a:off x="3373977" y="971259"/>
              <a:ext cx="4728624" cy="2372607"/>
              <a:chOff x="190510" y="836260"/>
              <a:chExt cx="3362667" cy="1687232"/>
            </a:xfrm>
          </p:grpSpPr>
          <p:pic>
            <p:nvPicPr>
              <p:cNvPr id="7" name="Picture 6">
                <a:extLst>
                  <a:ext uri="{FF2B5EF4-FFF2-40B4-BE49-F238E27FC236}">
                    <a16:creationId xmlns:a16="http://schemas.microsoft.com/office/drawing/2014/main" id="{3739639F-DF17-AE3E-13B8-45590B9A6A31}"/>
                  </a:ext>
                </a:extLst>
              </p:cNvPr>
              <p:cNvPicPr>
                <a:picLocks noChangeAspect="1"/>
              </p:cNvPicPr>
              <p:nvPr/>
            </p:nvPicPr>
            <p:blipFill>
              <a:blip r:embed="rId3">
                <a:alphaModFix/>
              </a:blip>
              <a:srcRect r="9933"/>
              <a:stretch/>
            </p:blipFill>
            <p:spPr>
              <a:xfrm>
                <a:off x="190510" y="836260"/>
                <a:ext cx="3362667" cy="1656420"/>
              </a:xfrm>
              <a:prstGeom prst="rect">
                <a:avLst/>
              </a:prstGeom>
            </p:spPr>
          </p:pic>
          <p:pic>
            <p:nvPicPr>
              <p:cNvPr id="17" name="Picture 16">
                <a:extLst>
                  <a:ext uri="{FF2B5EF4-FFF2-40B4-BE49-F238E27FC236}">
                    <a16:creationId xmlns:a16="http://schemas.microsoft.com/office/drawing/2014/main" id="{165D883F-B099-F406-DDE3-56081395A9B7}"/>
                  </a:ext>
                </a:extLst>
              </p:cNvPr>
              <p:cNvPicPr>
                <a:picLocks noChangeAspect="1"/>
              </p:cNvPicPr>
              <p:nvPr/>
            </p:nvPicPr>
            <p:blipFill>
              <a:blip r:embed="rId2"/>
              <a:stretch>
                <a:fillRect/>
              </a:stretch>
            </p:blipFill>
            <p:spPr>
              <a:xfrm>
                <a:off x="352221" y="992413"/>
                <a:ext cx="790487" cy="1531079"/>
              </a:xfrm>
              <a:prstGeom prst="rect">
                <a:avLst/>
              </a:prstGeom>
            </p:spPr>
          </p:pic>
        </p:grpSp>
        <p:sp>
          <p:nvSpPr>
            <p:cNvPr id="14" name="Oval 13">
              <a:extLst>
                <a:ext uri="{FF2B5EF4-FFF2-40B4-BE49-F238E27FC236}">
                  <a16:creationId xmlns:a16="http://schemas.microsoft.com/office/drawing/2014/main" id="{1E911E2A-B2BB-C5F0-D844-7147047F23EA}"/>
                </a:ext>
              </a:extLst>
            </p:cNvPr>
            <p:cNvSpPr/>
            <p:nvPr/>
          </p:nvSpPr>
          <p:spPr>
            <a:xfrm>
              <a:off x="4223851" y="1450344"/>
              <a:ext cx="423673" cy="363976"/>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1</a:t>
              </a:r>
            </a:p>
          </p:txBody>
        </p:sp>
      </p:grpSp>
      <p:pic>
        <p:nvPicPr>
          <p:cNvPr id="9" name="Picture 2">
            <a:extLst>
              <a:ext uri="{FF2B5EF4-FFF2-40B4-BE49-F238E27FC236}">
                <a16:creationId xmlns:a16="http://schemas.microsoft.com/office/drawing/2014/main" id="{F2108FDB-87B9-7401-9397-50CFD3E6D7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9623" y="1158779"/>
            <a:ext cx="2315433" cy="1474408"/>
          </a:xfrm>
          <a:prstGeom prst="rect">
            <a:avLst/>
          </a:prstGeom>
          <a:noFill/>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3314607-97BF-FDA8-082D-F2F9DE4F0617}"/>
              </a:ext>
            </a:extLst>
          </p:cNvPr>
          <p:cNvSpPr txBox="1">
            <a:spLocks/>
          </p:cNvSpPr>
          <p:nvPr/>
        </p:nvSpPr>
        <p:spPr>
          <a:xfrm>
            <a:off x="8202787" y="2527918"/>
            <a:ext cx="3633527" cy="461665"/>
          </a:xfrm>
          <a:prstGeom prst="rect">
            <a:avLst/>
          </a:prstGeom>
          <a:noFill/>
        </p:spPr>
        <p:txBody>
          <a:bodyPr wrap="square">
            <a:spAutoFit/>
          </a:bodyPr>
          <a:lstStyle>
            <a:defPPr>
              <a:defRPr lang="en-US"/>
            </a:defPPr>
            <a:lvl1pPr>
              <a:defRPr sz="1200" b="1">
                <a:latin typeface="Calibri" panose="020F0502020204030204" pitchFamily="34" charset="0"/>
                <a:cs typeface="Calibri" panose="020F0502020204030204" pitchFamily="34" charset="0"/>
              </a:defRPr>
            </a:lvl1pPr>
          </a:lstStyle>
          <a:p>
            <a:r>
              <a:rPr lang="en-US"/>
              <a:t>Static Sales GPS scripting </a:t>
            </a:r>
            <a:r>
              <a:rPr lang="en-US" b="0"/>
              <a:t>in Alpha</a:t>
            </a:r>
            <a:r>
              <a:rPr lang="en-US"/>
              <a:t> </a:t>
            </a:r>
            <a:r>
              <a:rPr lang="en-US" b="0"/>
              <a:t>to guide experts into a compliant sales offer</a:t>
            </a:r>
          </a:p>
        </p:txBody>
      </p:sp>
      <p:sp>
        <p:nvSpPr>
          <p:cNvPr id="10" name="Oval 9">
            <a:extLst>
              <a:ext uri="{FF2B5EF4-FFF2-40B4-BE49-F238E27FC236}">
                <a16:creationId xmlns:a16="http://schemas.microsoft.com/office/drawing/2014/main" id="{BE41FD13-F98B-828F-D59F-348020C14060}"/>
              </a:ext>
            </a:extLst>
          </p:cNvPr>
          <p:cNvSpPr/>
          <p:nvPr/>
        </p:nvSpPr>
        <p:spPr>
          <a:xfrm>
            <a:off x="6952232" y="1555189"/>
            <a:ext cx="243169" cy="222815"/>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2</a:t>
            </a:r>
          </a:p>
        </p:txBody>
      </p:sp>
      <p:pic>
        <p:nvPicPr>
          <p:cNvPr id="13" name="Picture 2">
            <a:extLst>
              <a:ext uri="{FF2B5EF4-FFF2-40B4-BE49-F238E27FC236}">
                <a16:creationId xmlns:a16="http://schemas.microsoft.com/office/drawing/2014/main" id="{19C1C40B-1829-8664-043F-B7981E0BBC1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452" t="34935" r="3836" b="24136"/>
          <a:stretch/>
        </p:blipFill>
        <p:spPr bwMode="auto">
          <a:xfrm>
            <a:off x="4651013" y="2932723"/>
            <a:ext cx="7346204" cy="3364036"/>
          </a:xfrm>
          <a:prstGeom prst="rect">
            <a:avLst/>
          </a:prstGeom>
          <a:noFill/>
          <a:extLst>
            <a:ext uri="{909E8E84-426E-40DD-AFC4-6F175D3DCCD1}">
              <a14:hiddenFill xmlns:a14="http://schemas.microsoft.com/office/drawing/2010/main">
                <a:solidFill>
                  <a:srgbClr val="FFFFFF"/>
                </a:solidFill>
              </a14:hiddenFill>
            </a:ext>
          </a:extLst>
        </p:spPr>
      </p:pic>
      <p:sp>
        <p:nvSpPr>
          <p:cNvPr id="21" name="Oval 20">
            <a:extLst>
              <a:ext uri="{FF2B5EF4-FFF2-40B4-BE49-F238E27FC236}">
                <a16:creationId xmlns:a16="http://schemas.microsoft.com/office/drawing/2014/main" id="{22C25898-44CD-8E48-F175-A6F9063F201F}"/>
              </a:ext>
            </a:extLst>
          </p:cNvPr>
          <p:cNvSpPr/>
          <p:nvPr/>
        </p:nvSpPr>
        <p:spPr>
          <a:xfrm>
            <a:off x="11182289" y="3868417"/>
            <a:ext cx="250092" cy="226087"/>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2</a:t>
            </a:r>
          </a:p>
        </p:txBody>
      </p:sp>
    </p:spTree>
    <p:extLst>
      <p:ext uri="{BB962C8B-B14F-4D97-AF65-F5344CB8AC3E}">
        <p14:creationId xmlns:p14="http://schemas.microsoft.com/office/powerpoint/2010/main" val="193174539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p:cTn id="20" dur="500" fill="hold"/>
                                        <p:tgtEl>
                                          <p:spTgt spid="18"/>
                                        </p:tgtEl>
                                        <p:attrNameLst>
                                          <p:attrName>ppt_w</p:attrName>
                                        </p:attrNameLst>
                                      </p:cBhvr>
                                      <p:tavLst>
                                        <p:tav tm="0">
                                          <p:val>
                                            <p:fltVal val="0"/>
                                          </p:val>
                                        </p:tav>
                                        <p:tav tm="100000">
                                          <p:val>
                                            <p:strVal val="#ppt_w"/>
                                          </p:val>
                                        </p:tav>
                                      </p:tavLst>
                                    </p:anim>
                                    <p:anim calcmode="lin" valueType="num">
                                      <p:cBhvr>
                                        <p:cTn id="21" dur="500" fill="hold"/>
                                        <p:tgtEl>
                                          <p:spTgt spid="18"/>
                                        </p:tgtEl>
                                        <p:attrNameLst>
                                          <p:attrName>ppt_h</p:attrName>
                                        </p:attrNameLst>
                                      </p:cBhvr>
                                      <p:tavLst>
                                        <p:tav tm="0">
                                          <p:val>
                                            <p:fltVal val="0"/>
                                          </p:val>
                                        </p:tav>
                                        <p:tav tm="100000">
                                          <p:val>
                                            <p:strVal val="#ppt_h"/>
                                          </p:val>
                                        </p:tav>
                                      </p:tavLst>
                                    </p:anim>
                                    <p:animEffect transition="in" filter="fade">
                                      <p:cBhvr>
                                        <p:cTn id="22" dur="500"/>
                                        <p:tgtEl>
                                          <p:spTgt spid="18"/>
                                        </p:tgtEl>
                                      </p:cBhvr>
                                    </p:animEffect>
                                  </p:childTnLst>
                                </p:cTn>
                              </p:par>
                              <p:par>
                                <p:cTn id="23" presetID="42"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anim calcmode="lin" valueType="num">
                                      <p:cBhvr>
                                        <p:cTn id="26" dur="1000" fill="hold"/>
                                        <p:tgtEl>
                                          <p:spTgt spid="13"/>
                                        </p:tgtEl>
                                        <p:attrNameLst>
                                          <p:attrName>ppt_x</p:attrName>
                                        </p:attrNameLst>
                                      </p:cBhvr>
                                      <p:tavLst>
                                        <p:tav tm="0">
                                          <p:val>
                                            <p:strVal val="#ppt_x"/>
                                          </p:val>
                                        </p:tav>
                                        <p:tav tm="100000">
                                          <p:val>
                                            <p:strVal val="#ppt_x"/>
                                          </p:val>
                                        </p:tav>
                                      </p:tavLst>
                                    </p:anim>
                                    <p:anim calcmode="lin" valueType="num">
                                      <p:cBhvr>
                                        <p:cTn id="27" dur="1000" fill="hold"/>
                                        <p:tgtEl>
                                          <p:spTgt spid="13"/>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1000"/>
                                        <p:tgtEl>
                                          <p:spTgt spid="21"/>
                                        </p:tgtEl>
                                      </p:cBhvr>
                                    </p:animEffect>
                                    <p:anim calcmode="lin" valueType="num">
                                      <p:cBhvr>
                                        <p:cTn id="31" dur="1000" fill="hold"/>
                                        <p:tgtEl>
                                          <p:spTgt spid="21"/>
                                        </p:tgtEl>
                                        <p:attrNameLst>
                                          <p:attrName>ppt_x</p:attrName>
                                        </p:attrNameLst>
                                      </p:cBhvr>
                                      <p:tavLst>
                                        <p:tav tm="0">
                                          <p:val>
                                            <p:strVal val="#ppt_x"/>
                                          </p:val>
                                        </p:tav>
                                        <p:tav tm="100000">
                                          <p:val>
                                            <p:strVal val="#ppt_x"/>
                                          </p:val>
                                        </p:tav>
                                      </p:tavLst>
                                    </p:anim>
                                    <p:anim calcmode="lin" valueType="num">
                                      <p:cBhvr>
                                        <p:cTn id="3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11EAB-C1D1-DE10-7E5F-E720BFD851A4}"/>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522837E3-239D-159C-8029-914C4E209205}"/>
              </a:ext>
            </a:extLst>
          </p:cNvPr>
          <p:cNvPicPr>
            <a:picLocks noChangeAspect="1"/>
          </p:cNvPicPr>
          <p:nvPr/>
        </p:nvPicPr>
        <p:blipFill>
          <a:blip r:embed="rId3"/>
          <a:stretch>
            <a:fillRect/>
          </a:stretch>
        </p:blipFill>
        <p:spPr>
          <a:xfrm>
            <a:off x="264045" y="763929"/>
            <a:ext cx="7303887" cy="5696159"/>
          </a:xfrm>
          <a:prstGeom prst="rect">
            <a:avLst/>
          </a:prstGeom>
        </p:spPr>
      </p:pic>
      <p:sp>
        <p:nvSpPr>
          <p:cNvPr id="2" name="Title 1">
            <a:extLst>
              <a:ext uri="{FF2B5EF4-FFF2-40B4-BE49-F238E27FC236}">
                <a16:creationId xmlns:a16="http://schemas.microsoft.com/office/drawing/2014/main" id="{4BB70214-FC06-28D1-96F4-82EB7D3230D5}"/>
              </a:ext>
            </a:extLst>
          </p:cNvPr>
          <p:cNvSpPr>
            <a:spLocks noGrp="1"/>
          </p:cNvSpPr>
          <p:nvPr>
            <p:ph type="title"/>
          </p:nvPr>
        </p:nvSpPr>
        <p:spPr>
          <a:xfrm>
            <a:off x="240506" y="122479"/>
            <a:ext cx="11191875" cy="619906"/>
          </a:xfrm>
        </p:spPr>
        <p:txBody>
          <a:bodyPr/>
          <a:lstStyle/>
          <a:p>
            <a:r>
              <a:rPr lang="en-US"/>
              <a:t>The landscape of where we’re headed for Sales in Protection</a:t>
            </a:r>
          </a:p>
        </p:txBody>
      </p:sp>
      <p:sp>
        <p:nvSpPr>
          <p:cNvPr id="3" name="Footer Placeholder 2">
            <a:extLst>
              <a:ext uri="{FF2B5EF4-FFF2-40B4-BE49-F238E27FC236}">
                <a16:creationId xmlns:a16="http://schemas.microsoft.com/office/drawing/2014/main" id="{08E43AF0-5ED6-93AA-1F94-910AF8F3C89D}"/>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5492EBE3-672F-1B94-0E41-44AB13783712}"/>
              </a:ext>
            </a:extLst>
          </p:cNvPr>
          <p:cNvSpPr>
            <a:spLocks noGrp="1"/>
          </p:cNvSpPr>
          <p:nvPr>
            <p:ph type="sldNum" sz="quarter" idx="21"/>
          </p:nvPr>
        </p:nvSpPr>
        <p:spPr/>
        <p:txBody>
          <a:bodyPr/>
          <a:lstStyle/>
          <a:p>
            <a:fld id="{9C3ACAB3-CA36-4966-8A1D-076772D39D8D}" type="slidenum">
              <a:rPr lang="en-US" smtClean="0"/>
              <a:pPr/>
              <a:t>5</a:t>
            </a:fld>
            <a:endParaRPr lang="en-US"/>
          </a:p>
        </p:txBody>
      </p:sp>
      <p:grpSp>
        <p:nvGrpSpPr>
          <p:cNvPr id="14" name="Group 13">
            <a:extLst>
              <a:ext uri="{FF2B5EF4-FFF2-40B4-BE49-F238E27FC236}">
                <a16:creationId xmlns:a16="http://schemas.microsoft.com/office/drawing/2014/main" id="{E202C007-DBF0-5F17-7271-25CCB0114D6C}"/>
              </a:ext>
            </a:extLst>
          </p:cNvPr>
          <p:cNvGrpSpPr/>
          <p:nvPr/>
        </p:nvGrpSpPr>
        <p:grpSpPr>
          <a:xfrm>
            <a:off x="8279893" y="3732995"/>
            <a:ext cx="2993133" cy="784830"/>
            <a:chOff x="8279893" y="3470527"/>
            <a:chExt cx="2993133" cy="784830"/>
          </a:xfrm>
        </p:grpSpPr>
        <p:sp>
          <p:nvSpPr>
            <p:cNvPr id="6" name="Oval 5">
              <a:extLst>
                <a:ext uri="{FF2B5EF4-FFF2-40B4-BE49-F238E27FC236}">
                  <a16:creationId xmlns:a16="http://schemas.microsoft.com/office/drawing/2014/main" id="{03479064-1D05-BCBD-670C-642BFA0ED2E8}"/>
                </a:ext>
              </a:extLst>
            </p:cNvPr>
            <p:cNvSpPr/>
            <p:nvPr/>
          </p:nvSpPr>
          <p:spPr>
            <a:xfrm>
              <a:off x="8279893" y="3493165"/>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sp>
          <p:nvSpPr>
            <p:cNvPr id="18" name="TextBox 17">
              <a:extLst>
                <a:ext uri="{FF2B5EF4-FFF2-40B4-BE49-F238E27FC236}">
                  <a16:creationId xmlns:a16="http://schemas.microsoft.com/office/drawing/2014/main" id="{411F36AF-5607-9158-6CF7-772AC0641538}"/>
                </a:ext>
              </a:extLst>
            </p:cNvPr>
            <p:cNvSpPr txBox="1"/>
            <p:nvPr/>
          </p:nvSpPr>
          <p:spPr>
            <a:xfrm>
              <a:off x="8694851" y="3470527"/>
              <a:ext cx="2578175" cy="784830"/>
            </a:xfrm>
            <a:prstGeom prst="rect">
              <a:avLst/>
            </a:prstGeom>
            <a:noFill/>
          </p:spPr>
          <p:txBody>
            <a:bodyPr wrap="square" lIns="0" rIns="0" bIns="0" rtlCol="0">
              <a:spAutoFit/>
            </a:bodyPr>
            <a:lstStyle/>
            <a:p>
              <a:pPr algn="l"/>
              <a:r>
                <a:rPr lang="en-US" sz="1200">
                  <a:cs typeface="Georgia"/>
                </a:rPr>
                <a:t>The ability to </a:t>
              </a:r>
              <a:r>
                <a:rPr lang="en-US" sz="1200" b="1">
                  <a:cs typeface="Georgia"/>
                </a:rPr>
                <a:t>accept</a:t>
              </a:r>
              <a:r>
                <a:rPr lang="en-US" sz="1200">
                  <a:cs typeface="Georgia"/>
                </a:rPr>
                <a:t> or </a:t>
              </a:r>
              <a:r>
                <a:rPr lang="en-US" sz="1200" b="1">
                  <a:cs typeface="Georgia"/>
                </a:rPr>
                <a:t>decline</a:t>
              </a:r>
              <a:r>
                <a:rPr lang="en-US" sz="1200">
                  <a:cs typeface="Georgia"/>
                </a:rPr>
                <a:t> an offer, and </a:t>
              </a:r>
              <a:r>
                <a:rPr lang="en-US" sz="1200" b="1">
                  <a:cs typeface="Georgia"/>
                </a:rPr>
                <a:t>enroll</a:t>
              </a:r>
              <a:r>
                <a:rPr lang="en-US" sz="1200">
                  <a:cs typeface="Georgia"/>
                </a:rPr>
                <a:t> customers will migrate from ASP to Alpha with the FTC project </a:t>
              </a:r>
              <a:r>
                <a:rPr lang="en-US" sz="1200" i="1">
                  <a:cs typeface="Georgia"/>
                </a:rPr>
                <a:t>(April/May 2025)</a:t>
              </a:r>
            </a:p>
          </p:txBody>
        </p:sp>
      </p:grpSp>
      <p:grpSp>
        <p:nvGrpSpPr>
          <p:cNvPr id="9" name="Group 8">
            <a:extLst>
              <a:ext uri="{FF2B5EF4-FFF2-40B4-BE49-F238E27FC236}">
                <a16:creationId xmlns:a16="http://schemas.microsoft.com/office/drawing/2014/main" id="{43B0BFC8-D308-6B89-A877-D40028D74460}"/>
              </a:ext>
            </a:extLst>
          </p:cNvPr>
          <p:cNvGrpSpPr/>
          <p:nvPr/>
        </p:nvGrpSpPr>
        <p:grpSpPr>
          <a:xfrm>
            <a:off x="8279893" y="2046727"/>
            <a:ext cx="3277106" cy="723275"/>
            <a:chOff x="8279893" y="2044826"/>
            <a:chExt cx="3277106" cy="723275"/>
          </a:xfrm>
        </p:grpSpPr>
        <p:sp>
          <p:nvSpPr>
            <p:cNvPr id="7" name="Oval 6">
              <a:extLst>
                <a:ext uri="{FF2B5EF4-FFF2-40B4-BE49-F238E27FC236}">
                  <a16:creationId xmlns:a16="http://schemas.microsoft.com/office/drawing/2014/main" id="{C0E60984-F6DA-8536-BD84-648AF914AB88}"/>
                </a:ext>
              </a:extLst>
            </p:cNvPr>
            <p:cNvSpPr/>
            <p:nvPr/>
          </p:nvSpPr>
          <p:spPr>
            <a:xfrm>
              <a:off x="8279893" y="2049916"/>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sp>
          <p:nvSpPr>
            <p:cNvPr id="19" name="TextBox 18">
              <a:extLst>
                <a:ext uri="{FF2B5EF4-FFF2-40B4-BE49-F238E27FC236}">
                  <a16:creationId xmlns:a16="http://schemas.microsoft.com/office/drawing/2014/main" id="{6C59DC49-92C2-2D20-795D-709F09CC879C}"/>
                </a:ext>
              </a:extLst>
            </p:cNvPr>
            <p:cNvSpPr txBox="1"/>
            <p:nvPr/>
          </p:nvSpPr>
          <p:spPr>
            <a:xfrm>
              <a:off x="8698725" y="2044826"/>
              <a:ext cx="2858274" cy="723275"/>
            </a:xfrm>
            <a:prstGeom prst="rect">
              <a:avLst/>
            </a:prstGeom>
            <a:noFill/>
          </p:spPr>
          <p:txBody>
            <a:bodyPr wrap="square" lIns="0" rIns="0" bIns="0" rtlCol="0">
              <a:spAutoFit/>
            </a:bodyPr>
            <a:lstStyle/>
            <a:p>
              <a:pPr algn="l"/>
              <a:r>
                <a:rPr lang="en-US" sz="1200" b="1">
                  <a:cs typeface="Georgia"/>
                </a:rPr>
                <a:t>Compelling &amp; Personalized Gen AI sales offer </a:t>
              </a:r>
              <a:r>
                <a:rPr lang="en-US" sz="1200" baseline="-25000">
                  <a:cs typeface="Georgia"/>
                </a:rPr>
                <a:t>(vs Static) </a:t>
              </a:r>
              <a:r>
                <a:rPr lang="en-US" sz="1200">
                  <a:cs typeface="Georgia"/>
                </a:rPr>
                <a:t>content will be available in Alpha to aide the expert in selling </a:t>
              </a:r>
              <a:br>
                <a:rPr lang="en-US" sz="1200">
                  <a:cs typeface="Georgia"/>
                </a:rPr>
              </a:br>
              <a:r>
                <a:rPr lang="en-US" sz="1200" baseline="-25000">
                  <a:cs typeface="Georgia"/>
                </a:rPr>
                <a:t>(Bullets &amp; Script version available)</a:t>
              </a:r>
            </a:p>
          </p:txBody>
        </p:sp>
      </p:grpSp>
      <p:grpSp>
        <p:nvGrpSpPr>
          <p:cNvPr id="5" name="Group 4">
            <a:extLst>
              <a:ext uri="{FF2B5EF4-FFF2-40B4-BE49-F238E27FC236}">
                <a16:creationId xmlns:a16="http://schemas.microsoft.com/office/drawing/2014/main" id="{16633AEE-1DD6-FC77-D270-57230AD7A903}"/>
              </a:ext>
            </a:extLst>
          </p:cNvPr>
          <p:cNvGrpSpPr/>
          <p:nvPr/>
        </p:nvGrpSpPr>
        <p:grpSpPr>
          <a:xfrm>
            <a:off x="8283768" y="1203996"/>
            <a:ext cx="3273231" cy="600164"/>
            <a:chOff x="8283768" y="1203996"/>
            <a:chExt cx="3273231" cy="600164"/>
          </a:xfrm>
        </p:grpSpPr>
        <p:sp>
          <p:nvSpPr>
            <p:cNvPr id="8" name="Oval 7">
              <a:extLst>
                <a:ext uri="{FF2B5EF4-FFF2-40B4-BE49-F238E27FC236}">
                  <a16:creationId xmlns:a16="http://schemas.microsoft.com/office/drawing/2014/main" id="{2F2D4FDB-C797-F3C5-DF9B-3EE45279905F}"/>
                </a:ext>
              </a:extLst>
            </p:cNvPr>
            <p:cNvSpPr/>
            <p:nvPr/>
          </p:nvSpPr>
          <p:spPr>
            <a:xfrm>
              <a:off x="8283768" y="1233612"/>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
          <p:nvSpPr>
            <p:cNvPr id="20" name="TextBox 19">
              <a:extLst>
                <a:ext uri="{FF2B5EF4-FFF2-40B4-BE49-F238E27FC236}">
                  <a16:creationId xmlns:a16="http://schemas.microsoft.com/office/drawing/2014/main" id="{D2F7C449-C491-C3A9-8C4A-944B5729C2E2}"/>
                </a:ext>
              </a:extLst>
            </p:cNvPr>
            <p:cNvSpPr txBox="1"/>
            <p:nvPr/>
          </p:nvSpPr>
          <p:spPr>
            <a:xfrm>
              <a:off x="8698724" y="1203996"/>
              <a:ext cx="2858275" cy="600164"/>
            </a:xfrm>
            <a:prstGeom prst="rect">
              <a:avLst/>
            </a:prstGeom>
            <a:noFill/>
          </p:spPr>
          <p:txBody>
            <a:bodyPr wrap="square" lIns="0" rIns="0" bIns="0" rtlCol="0">
              <a:spAutoFit/>
            </a:bodyPr>
            <a:lstStyle/>
            <a:p>
              <a:pPr algn="l"/>
              <a:r>
                <a:rPr lang="en-US" sz="1200" b="1">
                  <a:cs typeface="Georgia"/>
                </a:rPr>
                <a:t>Key product details available in Alpha </a:t>
              </a:r>
              <a:r>
                <a:rPr lang="en-US" sz="1200" baseline="-25000">
                  <a:cs typeface="Georgia"/>
                </a:rPr>
                <a:t>(vs ASP) </a:t>
              </a:r>
              <a:r>
                <a:rPr lang="en-US" sz="1200">
                  <a:cs typeface="Georgia"/>
                </a:rPr>
                <a:t>, use as needed (static content about specific program features)</a:t>
              </a:r>
            </a:p>
          </p:txBody>
        </p:sp>
      </p:grpSp>
      <p:sp>
        <p:nvSpPr>
          <p:cNvPr id="21" name="TextBox 20">
            <a:extLst>
              <a:ext uri="{FF2B5EF4-FFF2-40B4-BE49-F238E27FC236}">
                <a16:creationId xmlns:a16="http://schemas.microsoft.com/office/drawing/2014/main" id="{9E284567-55C6-806C-9F9E-27D53672A68A}"/>
              </a:ext>
            </a:extLst>
          </p:cNvPr>
          <p:cNvSpPr txBox="1"/>
          <p:nvPr/>
        </p:nvSpPr>
        <p:spPr>
          <a:xfrm>
            <a:off x="8533861" y="700558"/>
            <a:ext cx="2898520" cy="292388"/>
          </a:xfrm>
          <a:prstGeom prst="rect">
            <a:avLst/>
          </a:prstGeom>
          <a:noFill/>
        </p:spPr>
        <p:txBody>
          <a:bodyPr wrap="square" lIns="0" rIns="0" bIns="0" rtlCol="0">
            <a:spAutoFit/>
          </a:bodyPr>
          <a:lstStyle/>
          <a:p>
            <a:pPr algn="l"/>
            <a:r>
              <a:rPr lang="en-US" sz="1600" b="1" u="sng">
                <a:cs typeface="Georgia"/>
              </a:rPr>
              <a:t>New Features for Sales</a:t>
            </a:r>
          </a:p>
        </p:txBody>
      </p:sp>
      <p:cxnSp>
        <p:nvCxnSpPr>
          <p:cNvPr id="12" name="Straight Arrow Connector 11">
            <a:extLst>
              <a:ext uri="{FF2B5EF4-FFF2-40B4-BE49-F238E27FC236}">
                <a16:creationId xmlns:a16="http://schemas.microsoft.com/office/drawing/2014/main" id="{E486A0FD-E6F7-9408-5E16-D8548D31E552}"/>
              </a:ext>
            </a:extLst>
          </p:cNvPr>
          <p:cNvCxnSpPr>
            <a:cxnSpLocks/>
          </p:cNvCxnSpPr>
          <p:nvPr/>
        </p:nvCxnSpPr>
        <p:spPr>
          <a:xfrm flipV="1">
            <a:off x="3977298" y="2616998"/>
            <a:ext cx="296985" cy="256051"/>
          </a:xfrm>
          <a:prstGeom prst="straightConnector1">
            <a:avLst/>
          </a:prstGeom>
          <a:ln w="19050" cap="rnd">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24" name="Picture 23">
            <a:extLst>
              <a:ext uri="{FF2B5EF4-FFF2-40B4-BE49-F238E27FC236}">
                <a16:creationId xmlns:a16="http://schemas.microsoft.com/office/drawing/2014/main" id="{C3A2E611-646D-C3AE-5B05-CAAB5FA14D8E}"/>
              </a:ext>
            </a:extLst>
          </p:cNvPr>
          <p:cNvPicPr>
            <a:picLocks noChangeAspect="1"/>
          </p:cNvPicPr>
          <p:nvPr/>
        </p:nvPicPr>
        <p:blipFill>
          <a:blip r:embed="rId4"/>
          <a:stretch>
            <a:fillRect/>
          </a:stretch>
        </p:blipFill>
        <p:spPr>
          <a:xfrm>
            <a:off x="3915988" y="1042207"/>
            <a:ext cx="2891258" cy="15363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Oval 10">
            <a:extLst>
              <a:ext uri="{FF2B5EF4-FFF2-40B4-BE49-F238E27FC236}">
                <a16:creationId xmlns:a16="http://schemas.microsoft.com/office/drawing/2014/main" id="{32E4E1A0-A834-FAFB-7F9C-DE887A70B3EB}"/>
              </a:ext>
            </a:extLst>
          </p:cNvPr>
          <p:cNvSpPr/>
          <p:nvPr/>
        </p:nvSpPr>
        <p:spPr>
          <a:xfrm>
            <a:off x="6206038" y="1070263"/>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
        <p:nvSpPr>
          <p:cNvPr id="33" name="Oval 32">
            <a:extLst>
              <a:ext uri="{FF2B5EF4-FFF2-40B4-BE49-F238E27FC236}">
                <a16:creationId xmlns:a16="http://schemas.microsoft.com/office/drawing/2014/main" id="{C542A45B-A677-F0EC-7F4C-E72EB0C89993}"/>
              </a:ext>
            </a:extLst>
          </p:cNvPr>
          <p:cNvSpPr/>
          <p:nvPr/>
        </p:nvSpPr>
        <p:spPr>
          <a:xfrm>
            <a:off x="7317840" y="2796938"/>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sp>
        <p:nvSpPr>
          <p:cNvPr id="13" name="Oval 12">
            <a:extLst>
              <a:ext uri="{FF2B5EF4-FFF2-40B4-BE49-F238E27FC236}">
                <a16:creationId xmlns:a16="http://schemas.microsoft.com/office/drawing/2014/main" id="{425D3D73-58A1-C9D7-984E-205349111F37}"/>
              </a:ext>
            </a:extLst>
          </p:cNvPr>
          <p:cNvSpPr/>
          <p:nvPr/>
        </p:nvSpPr>
        <p:spPr>
          <a:xfrm>
            <a:off x="1815687" y="3598291"/>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grpSp>
        <p:nvGrpSpPr>
          <p:cNvPr id="10" name="Group 9">
            <a:extLst>
              <a:ext uri="{FF2B5EF4-FFF2-40B4-BE49-F238E27FC236}">
                <a16:creationId xmlns:a16="http://schemas.microsoft.com/office/drawing/2014/main" id="{1C6D9814-1005-CF65-DC3F-4E9CA38B335F}"/>
              </a:ext>
            </a:extLst>
          </p:cNvPr>
          <p:cNvGrpSpPr/>
          <p:nvPr/>
        </p:nvGrpSpPr>
        <p:grpSpPr>
          <a:xfrm>
            <a:off x="8283767" y="3074124"/>
            <a:ext cx="3408170" cy="600971"/>
            <a:chOff x="8283767" y="2771450"/>
            <a:chExt cx="3273232" cy="600971"/>
          </a:xfrm>
        </p:grpSpPr>
        <p:sp>
          <p:nvSpPr>
            <p:cNvPr id="35" name="Oval 34">
              <a:extLst>
                <a:ext uri="{FF2B5EF4-FFF2-40B4-BE49-F238E27FC236}">
                  <a16:creationId xmlns:a16="http://schemas.microsoft.com/office/drawing/2014/main" id="{C0353731-5F2A-22E1-A81F-B78CACB839E4}"/>
                </a:ext>
              </a:extLst>
            </p:cNvPr>
            <p:cNvSpPr/>
            <p:nvPr/>
          </p:nvSpPr>
          <p:spPr>
            <a:xfrm>
              <a:off x="8283767" y="2771450"/>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
          <p:nvSpPr>
            <p:cNvPr id="36" name="TextBox 35">
              <a:extLst>
                <a:ext uri="{FF2B5EF4-FFF2-40B4-BE49-F238E27FC236}">
                  <a16:creationId xmlns:a16="http://schemas.microsoft.com/office/drawing/2014/main" id="{379CE798-65AD-63CD-7AFE-1ACF7813D2C4}"/>
                </a:ext>
              </a:extLst>
            </p:cNvPr>
            <p:cNvSpPr txBox="1"/>
            <p:nvPr/>
          </p:nvSpPr>
          <p:spPr>
            <a:xfrm>
              <a:off x="8698725" y="2772257"/>
              <a:ext cx="2858274" cy="600164"/>
            </a:xfrm>
            <a:prstGeom prst="rect">
              <a:avLst/>
            </a:prstGeom>
            <a:noFill/>
          </p:spPr>
          <p:txBody>
            <a:bodyPr wrap="square" lIns="0" rIns="0" bIns="0" rtlCol="0">
              <a:spAutoFit/>
            </a:bodyPr>
            <a:lstStyle/>
            <a:p>
              <a:pPr algn="l"/>
              <a:r>
                <a:rPr lang="en-US" sz="1200" b="1">
                  <a:cs typeface="Georgia"/>
                </a:rPr>
                <a:t>Quick Rebuttals for top reasons </a:t>
              </a:r>
              <a:r>
                <a:rPr lang="en-US" sz="1200" baseline="-25000">
                  <a:cs typeface="Georgia"/>
                </a:rPr>
                <a:t>(cost, need more time, few devices)  </a:t>
              </a:r>
              <a:r>
                <a:rPr lang="en-US" sz="1200">
                  <a:cs typeface="Georgia"/>
                </a:rPr>
                <a:t>easily accessible and personalized</a:t>
              </a:r>
            </a:p>
          </p:txBody>
        </p:sp>
      </p:grpSp>
      <p:sp>
        <p:nvSpPr>
          <p:cNvPr id="37" name="Oval 36">
            <a:extLst>
              <a:ext uri="{FF2B5EF4-FFF2-40B4-BE49-F238E27FC236}">
                <a16:creationId xmlns:a16="http://schemas.microsoft.com/office/drawing/2014/main" id="{9C6A7AEB-D102-13E7-9995-6EFE14B14359}"/>
              </a:ext>
            </a:extLst>
          </p:cNvPr>
          <p:cNvSpPr/>
          <p:nvPr/>
        </p:nvSpPr>
        <p:spPr>
          <a:xfrm>
            <a:off x="1942115" y="486697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Tree>
    <p:extLst>
      <p:ext uri="{BB962C8B-B14F-4D97-AF65-F5344CB8AC3E}">
        <p14:creationId xmlns:p14="http://schemas.microsoft.com/office/powerpoint/2010/main" val="114234963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par>
                                <p:cTn id="34" presetID="42" presetClass="entr" presetSubtype="0"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1000"/>
                                        <p:tgtEl>
                                          <p:spTgt spid="37"/>
                                        </p:tgtEl>
                                      </p:cBhvr>
                                    </p:animEffect>
                                    <p:anim calcmode="lin" valueType="num">
                                      <p:cBhvr>
                                        <p:cTn id="37" dur="1000" fill="hold"/>
                                        <p:tgtEl>
                                          <p:spTgt spid="37"/>
                                        </p:tgtEl>
                                        <p:attrNameLst>
                                          <p:attrName>ppt_x</p:attrName>
                                        </p:attrNameLst>
                                      </p:cBhvr>
                                      <p:tavLst>
                                        <p:tav tm="0">
                                          <p:val>
                                            <p:strVal val="#ppt_x"/>
                                          </p:val>
                                        </p:tav>
                                        <p:tav tm="100000">
                                          <p:val>
                                            <p:strVal val="#ppt_x"/>
                                          </p:val>
                                        </p:tav>
                                      </p:tavLst>
                                    </p:anim>
                                    <p:anim calcmode="lin" valueType="num">
                                      <p:cBhvr>
                                        <p:cTn id="3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p:cTn id="43" dur="500" fill="hold"/>
                                        <p:tgtEl>
                                          <p:spTgt spid="14"/>
                                        </p:tgtEl>
                                        <p:attrNameLst>
                                          <p:attrName>ppt_w</p:attrName>
                                        </p:attrNameLst>
                                      </p:cBhvr>
                                      <p:tavLst>
                                        <p:tav tm="0">
                                          <p:val>
                                            <p:fltVal val="0"/>
                                          </p:val>
                                        </p:tav>
                                        <p:tav tm="100000">
                                          <p:val>
                                            <p:strVal val="#ppt_w"/>
                                          </p:val>
                                        </p:tav>
                                      </p:tavLst>
                                    </p:anim>
                                    <p:anim calcmode="lin" valueType="num">
                                      <p:cBhvr>
                                        <p:cTn id="44" dur="500" fill="hold"/>
                                        <p:tgtEl>
                                          <p:spTgt spid="14"/>
                                        </p:tgtEl>
                                        <p:attrNameLst>
                                          <p:attrName>ppt_h</p:attrName>
                                        </p:attrNameLst>
                                      </p:cBhvr>
                                      <p:tavLst>
                                        <p:tav tm="0">
                                          <p:val>
                                            <p:fltVal val="0"/>
                                          </p:val>
                                        </p:tav>
                                        <p:tav tm="100000">
                                          <p:val>
                                            <p:strVal val="#ppt_h"/>
                                          </p:val>
                                        </p:tav>
                                      </p:tavLst>
                                    </p:anim>
                                    <p:animEffect transition="in" filter="fade">
                                      <p:cBhvr>
                                        <p:cTn id="45" dur="500"/>
                                        <p:tgtEl>
                                          <p:spTgt spid="14"/>
                                        </p:tgtEl>
                                      </p:cBhvr>
                                    </p:animEffect>
                                  </p:childTnLst>
                                </p:cTn>
                              </p:par>
                              <p:par>
                                <p:cTn id="46" presetID="42" presetClass="entr" presetSubtype="0"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1000"/>
                                        <p:tgtEl>
                                          <p:spTgt spid="33"/>
                                        </p:tgtEl>
                                      </p:cBhvr>
                                    </p:animEffect>
                                    <p:anim calcmode="lin" valueType="num">
                                      <p:cBhvr>
                                        <p:cTn id="49" dur="1000" fill="hold"/>
                                        <p:tgtEl>
                                          <p:spTgt spid="33"/>
                                        </p:tgtEl>
                                        <p:attrNameLst>
                                          <p:attrName>ppt_x</p:attrName>
                                        </p:attrNameLst>
                                      </p:cBhvr>
                                      <p:tavLst>
                                        <p:tav tm="0">
                                          <p:val>
                                            <p:strVal val="#ppt_x"/>
                                          </p:val>
                                        </p:tav>
                                        <p:tav tm="100000">
                                          <p:val>
                                            <p:strVal val="#ppt_x"/>
                                          </p:val>
                                        </p:tav>
                                      </p:tavLst>
                                    </p:anim>
                                    <p:anim calcmode="lin" valueType="num">
                                      <p:cBhvr>
                                        <p:cTn id="5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3" grpId="0" animBg="1"/>
      <p:bldP spid="13" grpId="0" animBg="1"/>
      <p:bldP spid="3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E8DC6-0EF1-B312-0C1D-D2BC869F1B8F}"/>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30F844BB-4AFC-9D55-274F-29107FB69948}"/>
              </a:ext>
            </a:extLst>
          </p:cNvPr>
          <p:cNvPicPr>
            <a:picLocks noChangeAspect="1"/>
          </p:cNvPicPr>
          <p:nvPr/>
        </p:nvPicPr>
        <p:blipFill>
          <a:blip r:embed="rId3">
            <a:alphaModFix amt="35000"/>
          </a:blip>
          <a:stretch>
            <a:fillRect/>
          </a:stretch>
        </p:blipFill>
        <p:spPr>
          <a:xfrm>
            <a:off x="240506" y="762801"/>
            <a:ext cx="7293440" cy="5693508"/>
          </a:xfrm>
          <a:prstGeom prst="rect">
            <a:avLst/>
          </a:prstGeom>
        </p:spPr>
      </p:pic>
      <p:sp>
        <p:nvSpPr>
          <p:cNvPr id="2" name="Title 1">
            <a:extLst>
              <a:ext uri="{FF2B5EF4-FFF2-40B4-BE49-F238E27FC236}">
                <a16:creationId xmlns:a16="http://schemas.microsoft.com/office/drawing/2014/main" id="{A9244B0F-3ECE-07D8-771D-B68CF776B4BD}"/>
              </a:ext>
            </a:extLst>
          </p:cNvPr>
          <p:cNvSpPr>
            <a:spLocks noGrp="1"/>
          </p:cNvSpPr>
          <p:nvPr>
            <p:ph type="title"/>
          </p:nvPr>
        </p:nvSpPr>
        <p:spPr>
          <a:xfrm>
            <a:off x="240506" y="122479"/>
            <a:ext cx="11191875" cy="619906"/>
          </a:xfrm>
        </p:spPr>
        <p:txBody>
          <a:bodyPr/>
          <a:lstStyle/>
          <a:p>
            <a:r>
              <a:rPr lang="en-US"/>
              <a:t>New sales features in Alpha will increase SP100 </a:t>
            </a:r>
          </a:p>
        </p:txBody>
      </p:sp>
      <p:sp>
        <p:nvSpPr>
          <p:cNvPr id="3" name="Footer Placeholder 2">
            <a:extLst>
              <a:ext uri="{FF2B5EF4-FFF2-40B4-BE49-F238E27FC236}">
                <a16:creationId xmlns:a16="http://schemas.microsoft.com/office/drawing/2014/main" id="{B37E67B3-5CDA-10B0-9F8E-C3FED0F33515}"/>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4F4BB053-07A5-7336-5703-ED774AAE71E6}"/>
              </a:ext>
            </a:extLst>
          </p:cNvPr>
          <p:cNvSpPr>
            <a:spLocks noGrp="1"/>
          </p:cNvSpPr>
          <p:nvPr>
            <p:ph type="sldNum" sz="quarter" idx="21"/>
          </p:nvPr>
        </p:nvSpPr>
        <p:spPr/>
        <p:txBody>
          <a:bodyPr/>
          <a:lstStyle/>
          <a:p>
            <a:fld id="{9C3ACAB3-CA36-4966-8A1D-076772D39D8D}" type="slidenum">
              <a:rPr lang="en-US" smtClean="0"/>
              <a:pPr/>
              <a:t>6</a:t>
            </a:fld>
            <a:endParaRPr lang="en-US"/>
          </a:p>
        </p:txBody>
      </p:sp>
      <p:sp>
        <p:nvSpPr>
          <p:cNvPr id="7" name="Oval 6">
            <a:extLst>
              <a:ext uri="{FF2B5EF4-FFF2-40B4-BE49-F238E27FC236}">
                <a16:creationId xmlns:a16="http://schemas.microsoft.com/office/drawing/2014/main" id="{9AAC13A8-9D7E-80E6-2939-C7AB1E1716E6}"/>
              </a:ext>
            </a:extLst>
          </p:cNvPr>
          <p:cNvSpPr/>
          <p:nvPr/>
        </p:nvSpPr>
        <p:spPr>
          <a:xfrm>
            <a:off x="8279893" y="2049916"/>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sp>
        <p:nvSpPr>
          <p:cNvPr id="8" name="Oval 7">
            <a:extLst>
              <a:ext uri="{FF2B5EF4-FFF2-40B4-BE49-F238E27FC236}">
                <a16:creationId xmlns:a16="http://schemas.microsoft.com/office/drawing/2014/main" id="{FDFEC384-3D07-3D2D-F305-275AFA4E9448}"/>
              </a:ext>
            </a:extLst>
          </p:cNvPr>
          <p:cNvSpPr/>
          <p:nvPr/>
        </p:nvSpPr>
        <p:spPr>
          <a:xfrm>
            <a:off x="8283768" y="1233612"/>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
        <p:nvSpPr>
          <p:cNvPr id="19" name="TextBox 18">
            <a:extLst>
              <a:ext uri="{FF2B5EF4-FFF2-40B4-BE49-F238E27FC236}">
                <a16:creationId xmlns:a16="http://schemas.microsoft.com/office/drawing/2014/main" id="{062620BD-FC3C-B21F-7735-8FD943B92251}"/>
              </a:ext>
            </a:extLst>
          </p:cNvPr>
          <p:cNvSpPr txBox="1"/>
          <p:nvPr/>
        </p:nvSpPr>
        <p:spPr>
          <a:xfrm>
            <a:off x="8698725" y="2044826"/>
            <a:ext cx="2578175" cy="600164"/>
          </a:xfrm>
          <a:prstGeom prst="rect">
            <a:avLst/>
          </a:prstGeom>
          <a:noFill/>
        </p:spPr>
        <p:txBody>
          <a:bodyPr wrap="square" lIns="0" rIns="0" bIns="0" rtlCol="0">
            <a:spAutoFit/>
          </a:bodyPr>
          <a:lstStyle/>
          <a:p>
            <a:pPr algn="l"/>
            <a:r>
              <a:rPr lang="en-US" sz="1200">
                <a:cs typeface="Georgia"/>
              </a:rPr>
              <a:t>Expansive sales offer content will be available in Alpha to aide the expert in selling</a:t>
            </a:r>
          </a:p>
        </p:txBody>
      </p:sp>
      <p:sp>
        <p:nvSpPr>
          <p:cNvPr id="20" name="TextBox 19">
            <a:extLst>
              <a:ext uri="{FF2B5EF4-FFF2-40B4-BE49-F238E27FC236}">
                <a16:creationId xmlns:a16="http://schemas.microsoft.com/office/drawing/2014/main" id="{E8566E67-21FE-DECC-5536-7AC9D5A0F7C2}"/>
              </a:ext>
            </a:extLst>
          </p:cNvPr>
          <p:cNvSpPr txBox="1"/>
          <p:nvPr/>
        </p:nvSpPr>
        <p:spPr>
          <a:xfrm>
            <a:off x="8698725" y="1203996"/>
            <a:ext cx="2578175" cy="600164"/>
          </a:xfrm>
          <a:prstGeom prst="rect">
            <a:avLst/>
          </a:prstGeom>
          <a:noFill/>
        </p:spPr>
        <p:txBody>
          <a:bodyPr wrap="square" lIns="0" rIns="0" bIns="0" rtlCol="0">
            <a:spAutoFit/>
          </a:bodyPr>
          <a:lstStyle/>
          <a:p>
            <a:pPr algn="l"/>
            <a:r>
              <a:rPr lang="en-US" sz="1200">
                <a:cs typeface="Georgia"/>
              </a:rPr>
              <a:t>Key product details will be available in Alpha, use as needed (static content about specific program features)</a:t>
            </a:r>
          </a:p>
        </p:txBody>
      </p:sp>
      <p:sp>
        <p:nvSpPr>
          <p:cNvPr id="21" name="TextBox 20">
            <a:extLst>
              <a:ext uri="{FF2B5EF4-FFF2-40B4-BE49-F238E27FC236}">
                <a16:creationId xmlns:a16="http://schemas.microsoft.com/office/drawing/2014/main" id="{2B8B11BD-075B-A469-8712-631522A3C2A4}"/>
              </a:ext>
            </a:extLst>
          </p:cNvPr>
          <p:cNvSpPr txBox="1"/>
          <p:nvPr/>
        </p:nvSpPr>
        <p:spPr>
          <a:xfrm>
            <a:off x="8533861" y="700558"/>
            <a:ext cx="2453818" cy="292388"/>
          </a:xfrm>
          <a:prstGeom prst="rect">
            <a:avLst/>
          </a:prstGeom>
          <a:noFill/>
        </p:spPr>
        <p:txBody>
          <a:bodyPr wrap="square" lIns="0" rIns="0" bIns="0" rtlCol="0">
            <a:spAutoFit/>
          </a:bodyPr>
          <a:lstStyle/>
          <a:p>
            <a:pPr algn="l"/>
            <a:r>
              <a:rPr lang="en-US" sz="1600" b="1" u="sng">
                <a:cs typeface="Georgia"/>
              </a:rPr>
              <a:t>Components for Agent Sales</a:t>
            </a:r>
          </a:p>
        </p:txBody>
      </p:sp>
      <p:cxnSp>
        <p:nvCxnSpPr>
          <p:cNvPr id="12" name="Straight Arrow Connector 11">
            <a:extLst>
              <a:ext uri="{FF2B5EF4-FFF2-40B4-BE49-F238E27FC236}">
                <a16:creationId xmlns:a16="http://schemas.microsoft.com/office/drawing/2014/main" id="{09A4E3F5-CAED-BA4A-4C35-4BB370D93F11}"/>
              </a:ext>
            </a:extLst>
          </p:cNvPr>
          <p:cNvCxnSpPr>
            <a:cxnSpLocks/>
          </p:cNvCxnSpPr>
          <p:nvPr/>
        </p:nvCxnSpPr>
        <p:spPr>
          <a:xfrm flipV="1">
            <a:off x="3720123" y="2655098"/>
            <a:ext cx="296985" cy="256051"/>
          </a:xfrm>
          <a:prstGeom prst="straightConnector1">
            <a:avLst/>
          </a:prstGeom>
          <a:ln w="19050" cap="rnd">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40" name="Picture 39">
            <a:extLst>
              <a:ext uri="{FF2B5EF4-FFF2-40B4-BE49-F238E27FC236}">
                <a16:creationId xmlns:a16="http://schemas.microsoft.com/office/drawing/2014/main" id="{2F4EA24B-B9C7-2659-E14A-202F61DECE64}"/>
              </a:ext>
            </a:extLst>
          </p:cNvPr>
          <p:cNvPicPr>
            <a:picLocks noChangeAspect="1"/>
          </p:cNvPicPr>
          <p:nvPr/>
        </p:nvPicPr>
        <p:blipFill>
          <a:blip r:embed="rId4"/>
          <a:stretch>
            <a:fillRect/>
          </a:stretch>
        </p:blipFill>
        <p:spPr>
          <a:xfrm>
            <a:off x="3570091" y="1096536"/>
            <a:ext cx="2738768" cy="15381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Oval 10">
            <a:extLst>
              <a:ext uri="{FF2B5EF4-FFF2-40B4-BE49-F238E27FC236}">
                <a16:creationId xmlns:a16="http://schemas.microsoft.com/office/drawing/2014/main" id="{4B7C8F29-B884-804A-159C-3F54C432EFA0}"/>
              </a:ext>
            </a:extLst>
          </p:cNvPr>
          <p:cNvSpPr/>
          <p:nvPr/>
        </p:nvSpPr>
        <p:spPr>
          <a:xfrm>
            <a:off x="5472613" y="1222663"/>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
        <p:nvSpPr>
          <p:cNvPr id="33" name="Oval 32">
            <a:extLst>
              <a:ext uri="{FF2B5EF4-FFF2-40B4-BE49-F238E27FC236}">
                <a16:creationId xmlns:a16="http://schemas.microsoft.com/office/drawing/2014/main" id="{12F655A3-253B-5F39-B8B8-B0AD3050C929}"/>
              </a:ext>
            </a:extLst>
          </p:cNvPr>
          <p:cNvSpPr/>
          <p:nvPr/>
        </p:nvSpPr>
        <p:spPr>
          <a:xfrm>
            <a:off x="6789202" y="3511313"/>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sp>
        <p:nvSpPr>
          <p:cNvPr id="13" name="Oval 12">
            <a:extLst>
              <a:ext uri="{FF2B5EF4-FFF2-40B4-BE49-F238E27FC236}">
                <a16:creationId xmlns:a16="http://schemas.microsoft.com/office/drawing/2014/main" id="{AE6FE13E-7605-A24A-272A-6645BCD36050}"/>
              </a:ext>
            </a:extLst>
          </p:cNvPr>
          <p:cNvSpPr/>
          <p:nvPr/>
        </p:nvSpPr>
        <p:spPr>
          <a:xfrm>
            <a:off x="1701387" y="277437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sp>
        <p:nvSpPr>
          <p:cNvPr id="37" name="Oval 36">
            <a:extLst>
              <a:ext uri="{FF2B5EF4-FFF2-40B4-BE49-F238E27FC236}">
                <a16:creationId xmlns:a16="http://schemas.microsoft.com/office/drawing/2014/main" id="{86959A67-49DE-4792-B87F-11E3BDA0623B}"/>
              </a:ext>
            </a:extLst>
          </p:cNvPr>
          <p:cNvSpPr/>
          <p:nvPr/>
        </p:nvSpPr>
        <p:spPr>
          <a:xfrm>
            <a:off x="1712942" y="503885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
        <p:nvSpPr>
          <p:cNvPr id="24" name="Rectangle 23">
            <a:extLst>
              <a:ext uri="{FF2B5EF4-FFF2-40B4-BE49-F238E27FC236}">
                <a16:creationId xmlns:a16="http://schemas.microsoft.com/office/drawing/2014/main" id="{F3F92508-7C70-459F-913A-2BA93D850AAB}"/>
              </a:ext>
            </a:extLst>
          </p:cNvPr>
          <p:cNvSpPr/>
          <p:nvPr/>
        </p:nvSpPr>
        <p:spPr>
          <a:xfrm>
            <a:off x="8070574" y="1123171"/>
            <a:ext cx="3361807" cy="784830"/>
          </a:xfrm>
          <a:prstGeom prst="rect">
            <a:avLst/>
          </a:prstGeom>
          <a:no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5" name="Rectangle 4">
            <a:extLst>
              <a:ext uri="{FF2B5EF4-FFF2-40B4-BE49-F238E27FC236}">
                <a16:creationId xmlns:a16="http://schemas.microsoft.com/office/drawing/2014/main" id="{E667CF25-ADD0-3920-C9D3-DCC645CA7456}"/>
              </a:ext>
            </a:extLst>
          </p:cNvPr>
          <p:cNvSpPr/>
          <p:nvPr/>
        </p:nvSpPr>
        <p:spPr>
          <a:xfrm>
            <a:off x="3412360" y="992945"/>
            <a:ext cx="3066594" cy="1781433"/>
          </a:xfrm>
          <a:prstGeom prst="rect">
            <a:avLst/>
          </a:prstGeom>
          <a:no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9" name="Oval 8">
            <a:extLst>
              <a:ext uri="{FF2B5EF4-FFF2-40B4-BE49-F238E27FC236}">
                <a16:creationId xmlns:a16="http://schemas.microsoft.com/office/drawing/2014/main" id="{8E924329-F6B6-E3BB-34F3-CA9F052C57BD}"/>
              </a:ext>
            </a:extLst>
          </p:cNvPr>
          <p:cNvSpPr/>
          <p:nvPr/>
        </p:nvSpPr>
        <p:spPr>
          <a:xfrm>
            <a:off x="8279892" y="3389050"/>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sp>
        <p:nvSpPr>
          <p:cNvPr id="10" name="TextBox 9">
            <a:extLst>
              <a:ext uri="{FF2B5EF4-FFF2-40B4-BE49-F238E27FC236}">
                <a16:creationId xmlns:a16="http://schemas.microsoft.com/office/drawing/2014/main" id="{2DABD5EA-56D6-625D-341A-FFB6165EF520}"/>
              </a:ext>
            </a:extLst>
          </p:cNvPr>
          <p:cNvSpPr txBox="1"/>
          <p:nvPr/>
        </p:nvSpPr>
        <p:spPr>
          <a:xfrm>
            <a:off x="8694850" y="3366412"/>
            <a:ext cx="2578175" cy="784830"/>
          </a:xfrm>
          <a:prstGeom prst="rect">
            <a:avLst/>
          </a:prstGeom>
          <a:noFill/>
        </p:spPr>
        <p:txBody>
          <a:bodyPr wrap="square" lIns="0" rIns="0" bIns="0" rtlCol="0">
            <a:spAutoFit/>
          </a:bodyPr>
          <a:lstStyle/>
          <a:p>
            <a:pPr algn="l"/>
            <a:r>
              <a:rPr lang="en-US" sz="1200">
                <a:cs typeface="Georgia"/>
              </a:rPr>
              <a:t>The ability to </a:t>
            </a:r>
            <a:r>
              <a:rPr lang="en-US" sz="1200" b="1">
                <a:cs typeface="Georgia"/>
              </a:rPr>
              <a:t>accept</a:t>
            </a:r>
            <a:r>
              <a:rPr lang="en-US" sz="1200">
                <a:cs typeface="Georgia"/>
              </a:rPr>
              <a:t> or </a:t>
            </a:r>
            <a:r>
              <a:rPr lang="en-US" sz="1200" b="1">
                <a:cs typeface="Georgia"/>
              </a:rPr>
              <a:t>decline</a:t>
            </a:r>
            <a:r>
              <a:rPr lang="en-US" sz="1200">
                <a:cs typeface="Georgia"/>
              </a:rPr>
              <a:t> an offer, and </a:t>
            </a:r>
            <a:r>
              <a:rPr lang="en-US" sz="1200" b="1">
                <a:cs typeface="Georgia"/>
              </a:rPr>
              <a:t>enroll</a:t>
            </a:r>
            <a:r>
              <a:rPr lang="en-US" sz="1200">
                <a:cs typeface="Georgia"/>
              </a:rPr>
              <a:t> customers will migrate from ASP to Alpha with the FTC project </a:t>
            </a:r>
            <a:r>
              <a:rPr lang="en-US" sz="1200" i="1">
                <a:cs typeface="Georgia"/>
              </a:rPr>
              <a:t>(April/May 2025)</a:t>
            </a:r>
          </a:p>
        </p:txBody>
      </p:sp>
      <p:sp>
        <p:nvSpPr>
          <p:cNvPr id="14" name="Oval 13">
            <a:extLst>
              <a:ext uri="{FF2B5EF4-FFF2-40B4-BE49-F238E27FC236}">
                <a16:creationId xmlns:a16="http://schemas.microsoft.com/office/drawing/2014/main" id="{F888E48A-A4DF-C23E-3879-ECDDBD67D613}"/>
              </a:ext>
            </a:extLst>
          </p:cNvPr>
          <p:cNvSpPr/>
          <p:nvPr/>
        </p:nvSpPr>
        <p:spPr>
          <a:xfrm>
            <a:off x="8283767" y="2771450"/>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
        <p:nvSpPr>
          <p:cNvPr id="15" name="TextBox 14">
            <a:extLst>
              <a:ext uri="{FF2B5EF4-FFF2-40B4-BE49-F238E27FC236}">
                <a16:creationId xmlns:a16="http://schemas.microsoft.com/office/drawing/2014/main" id="{CAE62CFE-835F-0EF9-F9A6-F6F80C66ABEA}"/>
              </a:ext>
            </a:extLst>
          </p:cNvPr>
          <p:cNvSpPr txBox="1"/>
          <p:nvPr/>
        </p:nvSpPr>
        <p:spPr>
          <a:xfrm>
            <a:off x="8698725" y="2772257"/>
            <a:ext cx="2578175" cy="230832"/>
          </a:xfrm>
          <a:prstGeom prst="rect">
            <a:avLst/>
          </a:prstGeom>
          <a:noFill/>
        </p:spPr>
        <p:txBody>
          <a:bodyPr wrap="square" lIns="0" rIns="0" bIns="0" rtlCol="0">
            <a:spAutoFit/>
          </a:bodyPr>
          <a:lstStyle/>
          <a:p>
            <a:pPr algn="l"/>
            <a:r>
              <a:rPr lang="en-US" sz="1200">
                <a:cs typeface="Georgia"/>
              </a:rPr>
              <a:t>Rebuttal content easily accessible</a:t>
            </a:r>
          </a:p>
        </p:txBody>
      </p:sp>
    </p:spTree>
    <p:extLst>
      <p:ext uri="{BB962C8B-B14F-4D97-AF65-F5344CB8AC3E}">
        <p14:creationId xmlns:p14="http://schemas.microsoft.com/office/powerpoint/2010/main" val="206056034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0974A-F91C-E49F-2760-54CC54631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8D3E1-7941-91B7-CDBA-4DBB2DEE7CEC}"/>
              </a:ext>
            </a:extLst>
          </p:cNvPr>
          <p:cNvSpPr>
            <a:spLocks noGrp="1"/>
          </p:cNvSpPr>
          <p:nvPr>
            <p:ph type="title"/>
          </p:nvPr>
        </p:nvSpPr>
        <p:spPr>
          <a:xfrm>
            <a:off x="240506" y="122479"/>
            <a:ext cx="11191875" cy="619906"/>
          </a:xfrm>
        </p:spPr>
        <p:txBody>
          <a:bodyPr/>
          <a:lstStyle/>
          <a:p>
            <a:r>
              <a:rPr lang="en-US"/>
              <a:t>[A] A static list of product details are always available to answer expert/customer questions about the program</a:t>
            </a:r>
          </a:p>
        </p:txBody>
      </p:sp>
      <p:sp>
        <p:nvSpPr>
          <p:cNvPr id="3" name="Footer Placeholder 2">
            <a:extLst>
              <a:ext uri="{FF2B5EF4-FFF2-40B4-BE49-F238E27FC236}">
                <a16:creationId xmlns:a16="http://schemas.microsoft.com/office/drawing/2014/main" id="{82B059D5-68DF-CE9E-BBFB-836BA7496E86}"/>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E48C5CCE-FB32-00E2-DDD0-CFF97CFABC0F}"/>
              </a:ext>
            </a:extLst>
          </p:cNvPr>
          <p:cNvSpPr>
            <a:spLocks noGrp="1"/>
          </p:cNvSpPr>
          <p:nvPr>
            <p:ph type="sldNum" sz="quarter" idx="21"/>
          </p:nvPr>
        </p:nvSpPr>
        <p:spPr/>
        <p:txBody>
          <a:bodyPr/>
          <a:lstStyle/>
          <a:p>
            <a:fld id="{9C3ACAB3-CA36-4966-8A1D-076772D39D8D}" type="slidenum">
              <a:rPr lang="en-US" smtClean="0"/>
              <a:pPr/>
              <a:t>7</a:t>
            </a:fld>
            <a:endParaRPr lang="en-US"/>
          </a:p>
        </p:txBody>
      </p:sp>
      <p:pic>
        <p:nvPicPr>
          <p:cNvPr id="6" name="Picture 5">
            <a:extLst>
              <a:ext uri="{FF2B5EF4-FFF2-40B4-BE49-F238E27FC236}">
                <a16:creationId xmlns:a16="http://schemas.microsoft.com/office/drawing/2014/main" id="{AE4FC971-A8F5-0612-7430-EB252AB0A362}"/>
              </a:ext>
            </a:extLst>
          </p:cNvPr>
          <p:cNvPicPr>
            <a:picLocks noChangeAspect="1"/>
          </p:cNvPicPr>
          <p:nvPr/>
        </p:nvPicPr>
        <p:blipFill>
          <a:blip r:embed="rId3"/>
          <a:stretch>
            <a:fillRect/>
          </a:stretch>
        </p:blipFill>
        <p:spPr>
          <a:xfrm>
            <a:off x="7739003" y="1725254"/>
            <a:ext cx="3968673" cy="1630254"/>
          </a:xfrm>
          <a:prstGeom prst="rect">
            <a:avLst/>
          </a:prstGeom>
        </p:spPr>
      </p:pic>
      <p:pic>
        <p:nvPicPr>
          <p:cNvPr id="8" name="Picture 7">
            <a:extLst>
              <a:ext uri="{FF2B5EF4-FFF2-40B4-BE49-F238E27FC236}">
                <a16:creationId xmlns:a16="http://schemas.microsoft.com/office/drawing/2014/main" id="{F0115300-9EA1-0F7E-BC57-BD4894D7190E}"/>
              </a:ext>
            </a:extLst>
          </p:cNvPr>
          <p:cNvPicPr>
            <a:picLocks noChangeAspect="1"/>
          </p:cNvPicPr>
          <p:nvPr/>
        </p:nvPicPr>
        <p:blipFill>
          <a:blip r:embed="rId4"/>
          <a:stretch>
            <a:fillRect/>
          </a:stretch>
        </p:blipFill>
        <p:spPr>
          <a:xfrm>
            <a:off x="7739004" y="3337869"/>
            <a:ext cx="3968673" cy="1101541"/>
          </a:xfrm>
          <a:prstGeom prst="rect">
            <a:avLst/>
          </a:prstGeom>
        </p:spPr>
      </p:pic>
      <p:pic>
        <p:nvPicPr>
          <p:cNvPr id="10" name="Picture 9">
            <a:extLst>
              <a:ext uri="{FF2B5EF4-FFF2-40B4-BE49-F238E27FC236}">
                <a16:creationId xmlns:a16="http://schemas.microsoft.com/office/drawing/2014/main" id="{2F890B7C-BDFA-469C-5A25-E7D2EAC04C48}"/>
              </a:ext>
            </a:extLst>
          </p:cNvPr>
          <p:cNvPicPr>
            <a:picLocks noChangeAspect="1"/>
          </p:cNvPicPr>
          <p:nvPr/>
        </p:nvPicPr>
        <p:blipFill>
          <a:blip r:embed="rId5"/>
          <a:stretch>
            <a:fillRect/>
          </a:stretch>
        </p:blipFill>
        <p:spPr>
          <a:xfrm>
            <a:off x="7739004" y="4316738"/>
            <a:ext cx="3968673" cy="1181818"/>
          </a:xfrm>
          <a:prstGeom prst="rect">
            <a:avLst/>
          </a:prstGeom>
        </p:spPr>
      </p:pic>
      <p:sp>
        <p:nvSpPr>
          <p:cNvPr id="12" name="TextBox 11">
            <a:extLst>
              <a:ext uri="{FF2B5EF4-FFF2-40B4-BE49-F238E27FC236}">
                <a16:creationId xmlns:a16="http://schemas.microsoft.com/office/drawing/2014/main" id="{55B91C5A-545D-ED25-53E6-C4E3BA1682CC}"/>
              </a:ext>
            </a:extLst>
          </p:cNvPr>
          <p:cNvSpPr txBox="1"/>
          <p:nvPr/>
        </p:nvSpPr>
        <p:spPr>
          <a:xfrm>
            <a:off x="7858561" y="1532284"/>
            <a:ext cx="2829301" cy="200055"/>
          </a:xfrm>
          <a:prstGeom prst="rect">
            <a:avLst/>
          </a:prstGeom>
          <a:noFill/>
        </p:spPr>
        <p:txBody>
          <a:bodyPr wrap="none" lIns="0" rIns="0" bIns="0" rtlCol="0">
            <a:spAutoFit/>
          </a:bodyPr>
          <a:lstStyle/>
          <a:p>
            <a:pPr algn="l"/>
            <a:r>
              <a:rPr lang="en-US" sz="1000" b="1" i="1">
                <a:solidFill>
                  <a:schemeClr val="accent1"/>
                </a:solidFill>
                <a:cs typeface="Georgia"/>
              </a:rPr>
              <a:t>Mirrors value prop content on a.com marketing page:</a:t>
            </a:r>
          </a:p>
        </p:txBody>
      </p:sp>
      <p:pic>
        <p:nvPicPr>
          <p:cNvPr id="14" name="Picture 13">
            <a:extLst>
              <a:ext uri="{FF2B5EF4-FFF2-40B4-BE49-F238E27FC236}">
                <a16:creationId xmlns:a16="http://schemas.microsoft.com/office/drawing/2014/main" id="{1D1E6D02-5E20-4B41-1607-23BB12DE289F}"/>
              </a:ext>
            </a:extLst>
          </p:cNvPr>
          <p:cNvPicPr>
            <a:picLocks noChangeAspect="1"/>
          </p:cNvPicPr>
          <p:nvPr/>
        </p:nvPicPr>
        <p:blipFill>
          <a:blip r:embed="rId6"/>
          <a:stretch>
            <a:fillRect/>
          </a:stretch>
        </p:blipFill>
        <p:spPr>
          <a:xfrm>
            <a:off x="393788" y="2151897"/>
            <a:ext cx="6970371" cy="36597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TextBox 14">
            <a:extLst>
              <a:ext uri="{FF2B5EF4-FFF2-40B4-BE49-F238E27FC236}">
                <a16:creationId xmlns:a16="http://schemas.microsoft.com/office/drawing/2014/main" id="{A292F36A-DB63-7937-EBBB-2A3348596221}"/>
              </a:ext>
            </a:extLst>
          </p:cNvPr>
          <p:cNvSpPr txBox="1"/>
          <p:nvPr/>
        </p:nvSpPr>
        <p:spPr>
          <a:xfrm>
            <a:off x="769567" y="1603002"/>
            <a:ext cx="4199299" cy="415498"/>
          </a:xfrm>
          <a:prstGeom prst="rect">
            <a:avLst/>
          </a:prstGeom>
          <a:noFill/>
        </p:spPr>
        <p:txBody>
          <a:bodyPr wrap="square" lIns="0" rIns="0" bIns="0" rtlCol="0">
            <a:spAutoFit/>
          </a:bodyPr>
          <a:lstStyle/>
          <a:p>
            <a:pPr algn="l"/>
            <a:r>
              <a:rPr lang="en-US" sz="1200" b="1">
                <a:cs typeface="Georgia"/>
              </a:rPr>
              <a:t>Key product details available in Alpha </a:t>
            </a:r>
            <a:r>
              <a:rPr lang="en-US" sz="1200" baseline="-25000">
                <a:cs typeface="Georgia"/>
              </a:rPr>
              <a:t>(vs ASP) </a:t>
            </a:r>
            <a:r>
              <a:rPr lang="en-US" sz="1200">
                <a:cs typeface="Georgia"/>
              </a:rPr>
              <a:t>, available as needed (static content about specific program features)</a:t>
            </a:r>
          </a:p>
        </p:txBody>
      </p:sp>
      <p:sp>
        <p:nvSpPr>
          <p:cNvPr id="16" name="Oval 15">
            <a:extLst>
              <a:ext uri="{FF2B5EF4-FFF2-40B4-BE49-F238E27FC236}">
                <a16:creationId xmlns:a16="http://schemas.microsoft.com/office/drawing/2014/main" id="{C0923822-CB61-7FE2-ACD7-11D32472B35C}"/>
              </a:ext>
            </a:extLst>
          </p:cNvPr>
          <p:cNvSpPr/>
          <p:nvPr/>
        </p:nvSpPr>
        <p:spPr>
          <a:xfrm>
            <a:off x="393788" y="1673977"/>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Tree>
    <p:extLst>
      <p:ext uri="{BB962C8B-B14F-4D97-AF65-F5344CB8AC3E}">
        <p14:creationId xmlns:p14="http://schemas.microsoft.com/office/powerpoint/2010/main" val="210384703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91E50-3A21-E9A8-11DD-F93EF0D7739A}"/>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1E926F4A-9C4A-1237-50A3-45FB824E8D47}"/>
              </a:ext>
            </a:extLst>
          </p:cNvPr>
          <p:cNvPicPr>
            <a:picLocks noChangeAspect="1"/>
          </p:cNvPicPr>
          <p:nvPr/>
        </p:nvPicPr>
        <p:blipFill>
          <a:blip r:embed="rId3">
            <a:alphaModFix amt="35000"/>
          </a:blip>
          <a:stretch>
            <a:fillRect/>
          </a:stretch>
        </p:blipFill>
        <p:spPr>
          <a:xfrm>
            <a:off x="240506" y="762801"/>
            <a:ext cx="7293440" cy="5693508"/>
          </a:xfrm>
          <a:prstGeom prst="rect">
            <a:avLst/>
          </a:prstGeom>
        </p:spPr>
      </p:pic>
      <p:sp>
        <p:nvSpPr>
          <p:cNvPr id="2" name="Title 1">
            <a:extLst>
              <a:ext uri="{FF2B5EF4-FFF2-40B4-BE49-F238E27FC236}">
                <a16:creationId xmlns:a16="http://schemas.microsoft.com/office/drawing/2014/main" id="{107DF0CA-5706-3778-F7DA-F46025D10DD5}"/>
              </a:ext>
            </a:extLst>
          </p:cNvPr>
          <p:cNvSpPr>
            <a:spLocks noGrp="1"/>
          </p:cNvSpPr>
          <p:nvPr>
            <p:ph type="title"/>
          </p:nvPr>
        </p:nvSpPr>
        <p:spPr>
          <a:xfrm>
            <a:off x="240506" y="122479"/>
            <a:ext cx="11191875" cy="619906"/>
          </a:xfrm>
        </p:spPr>
        <p:txBody>
          <a:bodyPr/>
          <a:lstStyle/>
          <a:p>
            <a:r>
              <a:rPr lang="en-US"/>
              <a:t>New sales features in Alpha will increase SP100 </a:t>
            </a:r>
          </a:p>
        </p:txBody>
      </p:sp>
      <p:sp>
        <p:nvSpPr>
          <p:cNvPr id="3" name="Footer Placeholder 2">
            <a:extLst>
              <a:ext uri="{FF2B5EF4-FFF2-40B4-BE49-F238E27FC236}">
                <a16:creationId xmlns:a16="http://schemas.microsoft.com/office/drawing/2014/main" id="{9DB6D0F8-2FCD-B8DB-836D-552D86CBB8E6}"/>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1637B81B-A37A-ED4B-6604-6623DC8E78C9}"/>
              </a:ext>
            </a:extLst>
          </p:cNvPr>
          <p:cNvSpPr>
            <a:spLocks noGrp="1"/>
          </p:cNvSpPr>
          <p:nvPr>
            <p:ph type="sldNum" sz="quarter" idx="21"/>
          </p:nvPr>
        </p:nvSpPr>
        <p:spPr/>
        <p:txBody>
          <a:bodyPr/>
          <a:lstStyle/>
          <a:p>
            <a:fld id="{9C3ACAB3-CA36-4966-8A1D-076772D39D8D}" type="slidenum">
              <a:rPr lang="en-US" smtClean="0"/>
              <a:pPr/>
              <a:t>8</a:t>
            </a:fld>
            <a:endParaRPr lang="en-US"/>
          </a:p>
        </p:txBody>
      </p:sp>
      <p:sp>
        <p:nvSpPr>
          <p:cNvPr id="7" name="Oval 6">
            <a:extLst>
              <a:ext uri="{FF2B5EF4-FFF2-40B4-BE49-F238E27FC236}">
                <a16:creationId xmlns:a16="http://schemas.microsoft.com/office/drawing/2014/main" id="{5313A06D-92B0-EFA7-896D-103A4598AE65}"/>
              </a:ext>
            </a:extLst>
          </p:cNvPr>
          <p:cNvSpPr/>
          <p:nvPr/>
        </p:nvSpPr>
        <p:spPr>
          <a:xfrm>
            <a:off x="8279893" y="2049916"/>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sp>
        <p:nvSpPr>
          <p:cNvPr id="8" name="Oval 7">
            <a:extLst>
              <a:ext uri="{FF2B5EF4-FFF2-40B4-BE49-F238E27FC236}">
                <a16:creationId xmlns:a16="http://schemas.microsoft.com/office/drawing/2014/main" id="{85A1FEA7-F45F-E6BB-F15D-20221BE312A7}"/>
              </a:ext>
            </a:extLst>
          </p:cNvPr>
          <p:cNvSpPr/>
          <p:nvPr/>
        </p:nvSpPr>
        <p:spPr>
          <a:xfrm>
            <a:off x="8283768" y="1233612"/>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
        <p:nvSpPr>
          <p:cNvPr id="19" name="TextBox 18">
            <a:extLst>
              <a:ext uri="{FF2B5EF4-FFF2-40B4-BE49-F238E27FC236}">
                <a16:creationId xmlns:a16="http://schemas.microsoft.com/office/drawing/2014/main" id="{E55EC8B3-F7A6-B9A7-F62D-BB395ED2F9C0}"/>
              </a:ext>
            </a:extLst>
          </p:cNvPr>
          <p:cNvSpPr txBox="1"/>
          <p:nvPr/>
        </p:nvSpPr>
        <p:spPr>
          <a:xfrm>
            <a:off x="8698725" y="2044826"/>
            <a:ext cx="2578175" cy="723275"/>
          </a:xfrm>
          <a:prstGeom prst="rect">
            <a:avLst/>
          </a:prstGeom>
          <a:noFill/>
        </p:spPr>
        <p:txBody>
          <a:bodyPr wrap="square" lIns="0" rIns="0" bIns="0" rtlCol="0">
            <a:spAutoFit/>
          </a:bodyPr>
          <a:lstStyle/>
          <a:p>
            <a:pPr algn="l"/>
            <a:r>
              <a:rPr lang="en-US" sz="1200" b="1">
                <a:cs typeface="Georgia"/>
              </a:rPr>
              <a:t>Compelling &amp; Personalized Gen AI sales offer </a:t>
            </a:r>
            <a:r>
              <a:rPr lang="en-US" sz="1200" baseline="-25000">
                <a:cs typeface="Georgia"/>
              </a:rPr>
              <a:t>(vs Static) </a:t>
            </a:r>
            <a:r>
              <a:rPr lang="en-US" sz="1200">
                <a:cs typeface="Georgia"/>
              </a:rPr>
              <a:t>content will be available in Alpha to aide the expert in selling </a:t>
            </a:r>
            <a:r>
              <a:rPr lang="en-US" sz="1200" baseline="-25000">
                <a:cs typeface="Georgia"/>
              </a:rPr>
              <a:t>(Bullets &amp; Script version available)</a:t>
            </a:r>
          </a:p>
        </p:txBody>
      </p:sp>
      <p:sp>
        <p:nvSpPr>
          <p:cNvPr id="20" name="TextBox 19">
            <a:extLst>
              <a:ext uri="{FF2B5EF4-FFF2-40B4-BE49-F238E27FC236}">
                <a16:creationId xmlns:a16="http://schemas.microsoft.com/office/drawing/2014/main" id="{64F7E3A8-952F-44C0-49E9-ECCBFD587478}"/>
              </a:ext>
            </a:extLst>
          </p:cNvPr>
          <p:cNvSpPr txBox="1"/>
          <p:nvPr/>
        </p:nvSpPr>
        <p:spPr>
          <a:xfrm>
            <a:off x="8698725" y="1203996"/>
            <a:ext cx="2578175" cy="600164"/>
          </a:xfrm>
          <a:prstGeom prst="rect">
            <a:avLst/>
          </a:prstGeom>
          <a:noFill/>
        </p:spPr>
        <p:txBody>
          <a:bodyPr wrap="square" lIns="0" rIns="0" bIns="0" rtlCol="0">
            <a:spAutoFit/>
          </a:bodyPr>
          <a:lstStyle/>
          <a:p>
            <a:pPr algn="l"/>
            <a:r>
              <a:rPr lang="en-US" sz="1200">
                <a:cs typeface="Georgia"/>
              </a:rPr>
              <a:t>Key product details will be available in Alpha, use as needed (static content about specific program features)</a:t>
            </a:r>
          </a:p>
        </p:txBody>
      </p:sp>
      <p:sp>
        <p:nvSpPr>
          <p:cNvPr id="21" name="TextBox 20">
            <a:extLst>
              <a:ext uri="{FF2B5EF4-FFF2-40B4-BE49-F238E27FC236}">
                <a16:creationId xmlns:a16="http://schemas.microsoft.com/office/drawing/2014/main" id="{9B8D88F0-0F81-A6B0-9CF4-D20C7AB12DF2}"/>
              </a:ext>
            </a:extLst>
          </p:cNvPr>
          <p:cNvSpPr txBox="1"/>
          <p:nvPr/>
        </p:nvSpPr>
        <p:spPr>
          <a:xfrm>
            <a:off x="8533861" y="700558"/>
            <a:ext cx="2453818" cy="292388"/>
          </a:xfrm>
          <a:prstGeom prst="rect">
            <a:avLst/>
          </a:prstGeom>
          <a:noFill/>
        </p:spPr>
        <p:txBody>
          <a:bodyPr wrap="square" lIns="0" rIns="0" bIns="0" rtlCol="0">
            <a:spAutoFit/>
          </a:bodyPr>
          <a:lstStyle/>
          <a:p>
            <a:pPr algn="l"/>
            <a:r>
              <a:rPr lang="en-US" sz="1600" b="1" u="sng">
                <a:cs typeface="Georgia"/>
              </a:rPr>
              <a:t>Components for Agent Sales</a:t>
            </a:r>
          </a:p>
        </p:txBody>
      </p:sp>
      <p:cxnSp>
        <p:nvCxnSpPr>
          <p:cNvPr id="12" name="Straight Arrow Connector 11">
            <a:extLst>
              <a:ext uri="{FF2B5EF4-FFF2-40B4-BE49-F238E27FC236}">
                <a16:creationId xmlns:a16="http://schemas.microsoft.com/office/drawing/2014/main" id="{DAEA3AFA-FBDD-3C8E-BF82-B46FBFE46218}"/>
              </a:ext>
            </a:extLst>
          </p:cNvPr>
          <p:cNvCxnSpPr>
            <a:cxnSpLocks/>
          </p:cNvCxnSpPr>
          <p:nvPr/>
        </p:nvCxnSpPr>
        <p:spPr>
          <a:xfrm flipV="1">
            <a:off x="3720123" y="2655098"/>
            <a:ext cx="296985" cy="256051"/>
          </a:xfrm>
          <a:prstGeom prst="straightConnector1">
            <a:avLst/>
          </a:prstGeom>
          <a:ln w="19050" cap="rnd">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40" name="Picture 39">
            <a:extLst>
              <a:ext uri="{FF2B5EF4-FFF2-40B4-BE49-F238E27FC236}">
                <a16:creationId xmlns:a16="http://schemas.microsoft.com/office/drawing/2014/main" id="{635C1648-15ED-8F30-6D08-4A646B2711A0}"/>
              </a:ext>
            </a:extLst>
          </p:cNvPr>
          <p:cNvPicPr>
            <a:picLocks noChangeAspect="1"/>
          </p:cNvPicPr>
          <p:nvPr/>
        </p:nvPicPr>
        <p:blipFill>
          <a:blip r:embed="rId4">
            <a:duotone>
              <a:schemeClr val="bg2">
                <a:shade val="45000"/>
                <a:satMod val="135000"/>
              </a:schemeClr>
              <a:prstClr val="white"/>
            </a:duotone>
          </a:blip>
          <a:stretch>
            <a:fillRect/>
          </a:stretch>
        </p:blipFill>
        <p:spPr>
          <a:xfrm>
            <a:off x="3570091" y="1096536"/>
            <a:ext cx="2738768" cy="15381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Oval 10">
            <a:extLst>
              <a:ext uri="{FF2B5EF4-FFF2-40B4-BE49-F238E27FC236}">
                <a16:creationId xmlns:a16="http://schemas.microsoft.com/office/drawing/2014/main" id="{6058B2FD-61C5-2ABF-C933-A1E785A191F6}"/>
              </a:ext>
            </a:extLst>
          </p:cNvPr>
          <p:cNvSpPr/>
          <p:nvPr/>
        </p:nvSpPr>
        <p:spPr>
          <a:xfrm>
            <a:off x="5472613" y="1222663"/>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
        <p:nvSpPr>
          <p:cNvPr id="33" name="Oval 32">
            <a:extLst>
              <a:ext uri="{FF2B5EF4-FFF2-40B4-BE49-F238E27FC236}">
                <a16:creationId xmlns:a16="http://schemas.microsoft.com/office/drawing/2014/main" id="{90F2F23A-2FDB-7F71-7D93-BFD7D211A127}"/>
              </a:ext>
            </a:extLst>
          </p:cNvPr>
          <p:cNvSpPr/>
          <p:nvPr/>
        </p:nvSpPr>
        <p:spPr>
          <a:xfrm>
            <a:off x="6789202" y="3511313"/>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sp>
        <p:nvSpPr>
          <p:cNvPr id="37" name="Oval 36">
            <a:extLst>
              <a:ext uri="{FF2B5EF4-FFF2-40B4-BE49-F238E27FC236}">
                <a16:creationId xmlns:a16="http://schemas.microsoft.com/office/drawing/2014/main" id="{F1E32E8A-A8D4-2A99-2614-7595B57119C0}"/>
              </a:ext>
            </a:extLst>
          </p:cNvPr>
          <p:cNvSpPr/>
          <p:nvPr/>
        </p:nvSpPr>
        <p:spPr>
          <a:xfrm>
            <a:off x="1712942" y="503885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
        <p:nvSpPr>
          <p:cNvPr id="5" name="Rectangle 4">
            <a:extLst>
              <a:ext uri="{FF2B5EF4-FFF2-40B4-BE49-F238E27FC236}">
                <a16:creationId xmlns:a16="http://schemas.microsoft.com/office/drawing/2014/main" id="{F8137C5F-D47D-2BFC-84C5-A6182E1670D4}"/>
              </a:ext>
            </a:extLst>
          </p:cNvPr>
          <p:cNvSpPr/>
          <p:nvPr/>
        </p:nvSpPr>
        <p:spPr>
          <a:xfrm>
            <a:off x="8070574" y="1916861"/>
            <a:ext cx="3361807" cy="960685"/>
          </a:xfrm>
          <a:prstGeom prst="rect">
            <a:avLst/>
          </a:prstGeom>
          <a:no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pic>
        <p:nvPicPr>
          <p:cNvPr id="10" name="Picture 9">
            <a:extLst>
              <a:ext uri="{FF2B5EF4-FFF2-40B4-BE49-F238E27FC236}">
                <a16:creationId xmlns:a16="http://schemas.microsoft.com/office/drawing/2014/main" id="{FE3971F2-60AA-0B73-6DBF-21ADEA934D91}"/>
              </a:ext>
            </a:extLst>
          </p:cNvPr>
          <p:cNvPicPr>
            <a:picLocks noChangeAspect="1"/>
          </p:cNvPicPr>
          <p:nvPr/>
        </p:nvPicPr>
        <p:blipFill>
          <a:blip r:embed="rId5"/>
          <a:stretch>
            <a:fillRect/>
          </a:stretch>
        </p:blipFill>
        <p:spPr>
          <a:xfrm>
            <a:off x="1837988" y="2568742"/>
            <a:ext cx="3650738" cy="23406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Rectangle 8">
            <a:extLst>
              <a:ext uri="{FF2B5EF4-FFF2-40B4-BE49-F238E27FC236}">
                <a16:creationId xmlns:a16="http://schemas.microsoft.com/office/drawing/2014/main" id="{F791B4ED-6A0F-709D-C761-AB7015BFF261}"/>
              </a:ext>
            </a:extLst>
          </p:cNvPr>
          <p:cNvSpPr/>
          <p:nvPr/>
        </p:nvSpPr>
        <p:spPr>
          <a:xfrm>
            <a:off x="1650065" y="2460325"/>
            <a:ext cx="4072640" cy="2578534"/>
          </a:xfrm>
          <a:prstGeom prst="rect">
            <a:avLst/>
          </a:prstGeom>
          <a:no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13" name="Oval 12">
            <a:extLst>
              <a:ext uri="{FF2B5EF4-FFF2-40B4-BE49-F238E27FC236}">
                <a16:creationId xmlns:a16="http://schemas.microsoft.com/office/drawing/2014/main" id="{04E3E82D-A361-FAE5-CAE1-CB6F2B0FBD3E}"/>
              </a:ext>
            </a:extLst>
          </p:cNvPr>
          <p:cNvSpPr/>
          <p:nvPr/>
        </p:nvSpPr>
        <p:spPr>
          <a:xfrm>
            <a:off x="1701387" y="277437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sp>
        <p:nvSpPr>
          <p:cNvPr id="14" name="Oval 13">
            <a:extLst>
              <a:ext uri="{FF2B5EF4-FFF2-40B4-BE49-F238E27FC236}">
                <a16:creationId xmlns:a16="http://schemas.microsoft.com/office/drawing/2014/main" id="{CD46CB78-4839-520E-161A-1B1D8DE54870}"/>
              </a:ext>
            </a:extLst>
          </p:cNvPr>
          <p:cNvSpPr/>
          <p:nvPr/>
        </p:nvSpPr>
        <p:spPr>
          <a:xfrm>
            <a:off x="8279892" y="3693851"/>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sp>
        <p:nvSpPr>
          <p:cNvPr id="15" name="TextBox 14">
            <a:extLst>
              <a:ext uri="{FF2B5EF4-FFF2-40B4-BE49-F238E27FC236}">
                <a16:creationId xmlns:a16="http://schemas.microsoft.com/office/drawing/2014/main" id="{B08A54BB-2762-66A6-E902-A7788105F12A}"/>
              </a:ext>
            </a:extLst>
          </p:cNvPr>
          <p:cNvSpPr txBox="1"/>
          <p:nvPr/>
        </p:nvSpPr>
        <p:spPr>
          <a:xfrm>
            <a:off x="8694850" y="3671213"/>
            <a:ext cx="2578175" cy="784830"/>
          </a:xfrm>
          <a:prstGeom prst="rect">
            <a:avLst/>
          </a:prstGeom>
          <a:noFill/>
        </p:spPr>
        <p:txBody>
          <a:bodyPr wrap="square" lIns="0" rIns="0" bIns="0" rtlCol="0">
            <a:spAutoFit/>
          </a:bodyPr>
          <a:lstStyle/>
          <a:p>
            <a:pPr algn="l"/>
            <a:r>
              <a:rPr lang="en-US" sz="1200">
                <a:cs typeface="Georgia"/>
              </a:rPr>
              <a:t>The ability to </a:t>
            </a:r>
            <a:r>
              <a:rPr lang="en-US" sz="1200" b="1">
                <a:cs typeface="Georgia"/>
              </a:rPr>
              <a:t>accept</a:t>
            </a:r>
            <a:r>
              <a:rPr lang="en-US" sz="1200">
                <a:cs typeface="Georgia"/>
              </a:rPr>
              <a:t> or </a:t>
            </a:r>
            <a:r>
              <a:rPr lang="en-US" sz="1200" b="1">
                <a:cs typeface="Georgia"/>
              </a:rPr>
              <a:t>decline</a:t>
            </a:r>
            <a:r>
              <a:rPr lang="en-US" sz="1200">
                <a:cs typeface="Georgia"/>
              </a:rPr>
              <a:t> an offer, and </a:t>
            </a:r>
            <a:r>
              <a:rPr lang="en-US" sz="1200" b="1">
                <a:cs typeface="Georgia"/>
              </a:rPr>
              <a:t>enroll</a:t>
            </a:r>
            <a:r>
              <a:rPr lang="en-US" sz="1200">
                <a:cs typeface="Georgia"/>
              </a:rPr>
              <a:t> customers will migrate from ASP to Alpha with the FTC project </a:t>
            </a:r>
            <a:r>
              <a:rPr lang="en-US" sz="1200" i="1">
                <a:cs typeface="Georgia"/>
              </a:rPr>
              <a:t>(April/May 2025)</a:t>
            </a:r>
          </a:p>
        </p:txBody>
      </p:sp>
      <p:sp>
        <p:nvSpPr>
          <p:cNvPr id="16" name="Oval 15">
            <a:extLst>
              <a:ext uri="{FF2B5EF4-FFF2-40B4-BE49-F238E27FC236}">
                <a16:creationId xmlns:a16="http://schemas.microsoft.com/office/drawing/2014/main" id="{B98BF3B8-C6F8-5111-6BF4-95BB124693CD}"/>
              </a:ext>
            </a:extLst>
          </p:cNvPr>
          <p:cNvSpPr/>
          <p:nvPr/>
        </p:nvSpPr>
        <p:spPr>
          <a:xfrm>
            <a:off x="8283767" y="3076251"/>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
        <p:nvSpPr>
          <p:cNvPr id="22" name="TextBox 21">
            <a:extLst>
              <a:ext uri="{FF2B5EF4-FFF2-40B4-BE49-F238E27FC236}">
                <a16:creationId xmlns:a16="http://schemas.microsoft.com/office/drawing/2014/main" id="{2272D768-5E4E-3056-B683-0EC82CF06D0C}"/>
              </a:ext>
            </a:extLst>
          </p:cNvPr>
          <p:cNvSpPr txBox="1"/>
          <p:nvPr/>
        </p:nvSpPr>
        <p:spPr>
          <a:xfrm>
            <a:off x="8698725" y="3077058"/>
            <a:ext cx="2578175" cy="230832"/>
          </a:xfrm>
          <a:prstGeom prst="rect">
            <a:avLst/>
          </a:prstGeom>
          <a:noFill/>
        </p:spPr>
        <p:txBody>
          <a:bodyPr wrap="square" lIns="0" rIns="0" bIns="0" rtlCol="0">
            <a:spAutoFit/>
          </a:bodyPr>
          <a:lstStyle/>
          <a:p>
            <a:pPr algn="l"/>
            <a:r>
              <a:rPr lang="en-US" sz="1200">
                <a:cs typeface="Georgia"/>
              </a:rPr>
              <a:t>Rebuttal content easily accessible</a:t>
            </a:r>
          </a:p>
        </p:txBody>
      </p:sp>
    </p:spTree>
    <p:extLst>
      <p:ext uri="{BB962C8B-B14F-4D97-AF65-F5344CB8AC3E}">
        <p14:creationId xmlns:p14="http://schemas.microsoft.com/office/powerpoint/2010/main" val="356116812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web page&#10;&#10;AI-generated content may be incorrect.">
            <a:extLst>
              <a:ext uri="{FF2B5EF4-FFF2-40B4-BE49-F238E27FC236}">
                <a16:creationId xmlns:a16="http://schemas.microsoft.com/office/drawing/2014/main" id="{017ABD9F-2D4B-1660-BF3F-49A615AF6210}"/>
              </a:ext>
            </a:extLst>
          </p:cNvPr>
          <p:cNvPicPr>
            <a:picLocks noChangeAspect="1"/>
          </p:cNvPicPr>
          <p:nvPr/>
        </p:nvPicPr>
        <p:blipFill>
          <a:blip r:embed="rId3"/>
          <a:stretch>
            <a:fillRect/>
          </a:stretch>
        </p:blipFill>
        <p:spPr>
          <a:xfrm>
            <a:off x="3138121" y="703384"/>
            <a:ext cx="8031773" cy="5867400"/>
          </a:xfrm>
          <a:prstGeom prst="rect">
            <a:avLst/>
          </a:prstGeom>
        </p:spPr>
      </p:pic>
      <p:sp>
        <p:nvSpPr>
          <p:cNvPr id="3" name="Footer Placeholder 2">
            <a:extLst>
              <a:ext uri="{FF2B5EF4-FFF2-40B4-BE49-F238E27FC236}">
                <a16:creationId xmlns:a16="http://schemas.microsoft.com/office/drawing/2014/main" id="{86CC0195-DBE2-0526-D538-0C49254978FA}"/>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B9D1AE8F-340A-CE9A-A151-33B7C8AC6705}"/>
              </a:ext>
            </a:extLst>
          </p:cNvPr>
          <p:cNvSpPr>
            <a:spLocks noGrp="1"/>
          </p:cNvSpPr>
          <p:nvPr>
            <p:ph type="sldNum" sz="quarter" idx="21"/>
          </p:nvPr>
        </p:nvSpPr>
        <p:spPr/>
        <p:txBody>
          <a:bodyPr/>
          <a:lstStyle/>
          <a:p>
            <a:fld id="{9C3ACAB3-CA36-4966-8A1D-076772D39D8D}" type="slidenum">
              <a:rPr lang="en-US" smtClean="0"/>
              <a:pPr/>
              <a:t>9</a:t>
            </a:fld>
            <a:endParaRPr lang="en-US"/>
          </a:p>
        </p:txBody>
      </p:sp>
      <p:sp>
        <p:nvSpPr>
          <p:cNvPr id="8" name="Title 1">
            <a:extLst>
              <a:ext uri="{FF2B5EF4-FFF2-40B4-BE49-F238E27FC236}">
                <a16:creationId xmlns:a16="http://schemas.microsoft.com/office/drawing/2014/main" id="{B9A4D7D5-D6B6-67D1-219E-C84A7B4CE46E}"/>
              </a:ext>
            </a:extLst>
          </p:cNvPr>
          <p:cNvSpPr txBox="1">
            <a:spLocks/>
          </p:cNvSpPr>
          <p:nvPr/>
        </p:nvSpPr>
        <p:spPr>
          <a:xfrm>
            <a:off x="240506" y="122479"/>
            <a:ext cx="11777833" cy="61990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r>
              <a:rPr lang="en-US"/>
              <a:t>[B] </a:t>
            </a:r>
            <a:r>
              <a:rPr lang="en-US" sz="3200" b="1">
                <a:cs typeface="Georgia"/>
              </a:rPr>
              <a:t>Compelling &amp; Personalized Gen AI sales offer </a:t>
            </a:r>
            <a:endParaRPr lang="en-US"/>
          </a:p>
        </p:txBody>
      </p:sp>
      <p:sp>
        <p:nvSpPr>
          <p:cNvPr id="10" name="TextBox 9">
            <a:extLst>
              <a:ext uri="{FF2B5EF4-FFF2-40B4-BE49-F238E27FC236}">
                <a16:creationId xmlns:a16="http://schemas.microsoft.com/office/drawing/2014/main" id="{A7B736CA-EC00-84FC-7A5F-EB080B2E4DBC}"/>
              </a:ext>
            </a:extLst>
          </p:cNvPr>
          <p:cNvSpPr txBox="1"/>
          <p:nvPr/>
        </p:nvSpPr>
        <p:spPr>
          <a:xfrm>
            <a:off x="59267" y="1879600"/>
            <a:ext cx="2948580" cy="2354491"/>
          </a:xfrm>
          <a:prstGeom prst="rect">
            <a:avLst/>
          </a:prstGeom>
          <a:noFill/>
        </p:spPr>
        <p:txBody>
          <a:bodyPr wrap="square" lIns="91440" rIns="0" bIns="0" rtlCol="0">
            <a:spAutoFit/>
          </a:bodyPr>
          <a:lstStyle/>
          <a:p>
            <a:pPr algn="ctr"/>
            <a:r>
              <a:rPr lang="en-US" sz="1200" b="1">
                <a:cs typeface="Georgia"/>
              </a:rPr>
              <a:t>Key Product Benefits </a:t>
            </a:r>
          </a:p>
          <a:p>
            <a:pPr marL="228600" indent="-228600">
              <a:buFont typeface="+mj-lt"/>
              <a:buAutoNum type="arabicPeriod"/>
            </a:pPr>
            <a:r>
              <a:rPr lang="en-US" sz="800" i="1">
                <a:cs typeface="Georgia"/>
              </a:rPr>
              <a:t>Repair, Replace, Reimburse</a:t>
            </a:r>
          </a:p>
          <a:p>
            <a:pPr marL="228600" indent="-228600">
              <a:buFont typeface="+mj-lt"/>
              <a:buAutoNum type="arabicPeriod"/>
            </a:pPr>
            <a:r>
              <a:rPr lang="en-US" sz="800" i="1">
                <a:cs typeface="Georgia"/>
              </a:rPr>
              <a:t>Accidental damage coverage for eligible  portable devices</a:t>
            </a:r>
          </a:p>
          <a:p>
            <a:pPr marL="228600" indent="-228600">
              <a:buFont typeface="+mj-lt"/>
              <a:buAutoNum type="arabicPeriod"/>
            </a:pPr>
            <a:r>
              <a:rPr lang="en-US" sz="800" i="1">
                <a:cs typeface="Georgia"/>
              </a:rPr>
              <a:t>Future devices </a:t>
            </a:r>
          </a:p>
          <a:p>
            <a:pPr marL="228600" indent="-228600">
              <a:buFont typeface="+mj-lt"/>
              <a:buAutoNum type="arabicPeriod"/>
            </a:pPr>
            <a:r>
              <a:rPr lang="en-US" sz="800" i="1">
                <a:cs typeface="Georgia"/>
              </a:rPr>
              <a:t>49$ installations</a:t>
            </a:r>
          </a:p>
          <a:p>
            <a:pPr marL="228600" indent="-228600">
              <a:buFont typeface="+mj-lt"/>
              <a:buAutoNum type="arabicPeriod"/>
            </a:pPr>
            <a:r>
              <a:rPr lang="en-US" sz="800" i="1">
                <a:cs typeface="Georgia"/>
              </a:rPr>
              <a:t>Other </a:t>
            </a:r>
            <a:endParaRPr lang="en-US" sz="1000" b="1">
              <a:cs typeface="Georgia"/>
            </a:endParaRPr>
          </a:p>
          <a:p>
            <a:pPr algn="ctr"/>
            <a:r>
              <a:rPr lang="en-US" b="1">
                <a:cs typeface="Georgia"/>
              </a:rPr>
              <a:t>+</a:t>
            </a:r>
            <a:r>
              <a:rPr lang="en-US" sz="1000" b="1">
                <a:cs typeface="Georgia"/>
              </a:rPr>
              <a:t> </a:t>
            </a:r>
          </a:p>
          <a:p>
            <a:pPr algn="ctr"/>
            <a:endParaRPr lang="en-US" sz="1000" b="1">
              <a:cs typeface="Georgia"/>
            </a:endParaRPr>
          </a:p>
          <a:p>
            <a:pPr algn="ctr"/>
            <a:r>
              <a:rPr lang="en-US" sz="1400" b="1">
                <a:cs typeface="Georgia"/>
              </a:rPr>
              <a:t>Key customer traits</a:t>
            </a:r>
            <a:endParaRPr lang="en-US" sz="1400">
              <a:cs typeface="Georgia"/>
            </a:endParaRPr>
          </a:p>
          <a:p>
            <a:pPr marL="228600" indent="-228600" algn="l">
              <a:buAutoNum type="arabicPeriod"/>
            </a:pPr>
            <a:r>
              <a:rPr lang="en-US" sz="800" i="1">
                <a:cs typeface="Georgia"/>
              </a:rPr>
              <a:t>**iPad Usage for Education**: The iPad is used by her daughter for school. </a:t>
            </a:r>
          </a:p>
          <a:p>
            <a:pPr marL="228600" indent="-228600" algn="l">
              <a:buAutoNum type="arabicPeriod"/>
            </a:pPr>
            <a:r>
              <a:rPr lang="en-US" sz="800" i="1">
                <a:cs typeface="Georgia"/>
              </a:rPr>
              <a:t>**Daughter at University**: Kimberly's daughter is attending University. </a:t>
            </a:r>
          </a:p>
          <a:p>
            <a:pPr marL="228600" indent="-228600" algn="l">
              <a:buAutoNum type="arabicPeriod"/>
            </a:pPr>
            <a:r>
              <a:rPr lang="en-US" sz="800" i="1">
                <a:cs typeface="Georgia"/>
              </a:rPr>
              <a:t>**Kimberly's Profession as a Nurse**: She may have health and fitness and health devices like pulse oximeters, blood pressure monitors etc. </a:t>
            </a:r>
            <a:endParaRPr lang="en-US" sz="1000">
              <a:cs typeface="Georgia"/>
            </a:endParaRPr>
          </a:p>
        </p:txBody>
      </p:sp>
      <p:grpSp>
        <p:nvGrpSpPr>
          <p:cNvPr id="26" name="Group 25">
            <a:extLst>
              <a:ext uri="{FF2B5EF4-FFF2-40B4-BE49-F238E27FC236}">
                <a16:creationId xmlns:a16="http://schemas.microsoft.com/office/drawing/2014/main" id="{111AC59C-39FB-4CDB-25F3-BBB65DB00746}"/>
              </a:ext>
            </a:extLst>
          </p:cNvPr>
          <p:cNvGrpSpPr/>
          <p:nvPr/>
        </p:nvGrpSpPr>
        <p:grpSpPr>
          <a:xfrm>
            <a:off x="8568267" y="738759"/>
            <a:ext cx="3361807" cy="960685"/>
            <a:chOff x="8967695" y="294327"/>
            <a:chExt cx="3361807" cy="960685"/>
          </a:xfrm>
        </p:grpSpPr>
        <p:sp>
          <p:nvSpPr>
            <p:cNvPr id="23" name="Rectangle 22">
              <a:extLst>
                <a:ext uri="{FF2B5EF4-FFF2-40B4-BE49-F238E27FC236}">
                  <a16:creationId xmlns:a16="http://schemas.microsoft.com/office/drawing/2014/main" id="{D75B3401-B8B0-E243-17B7-30F560A7B3AA}"/>
                </a:ext>
              </a:extLst>
            </p:cNvPr>
            <p:cNvSpPr/>
            <p:nvPr/>
          </p:nvSpPr>
          <p:spPr>
            <a:xfrm>
              <a:off x="8967695" y="294327"/>
              <a:ext cx="3361807" cy="960685"/>
            </a:xfrm>
            <a:prstGeom prst="rect">
              <a:avLst/>
            </a:prstGeom>
            <a:solidFill>
              <a:schemeClr val="bg1"/>
            </a:solid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22" name="TextBox 21">
              <a:extLst>
                <a:ext uri="{FF2B5EF4-FFF2-40B4-BE49-F238E27FC236}">
                  <a16:creationId xmlns:a16="http://schemas.microsoft.com/office/drawing/2014/main" id="{55E33941-126C-B7E2-1162-F3A40DCF765A}"/>
                </a:ext>
              </a:extLst>
            </p:cNvPr>
            <p:cNvSpPr txBox="1"/>
            <p:nvPr/>
          </p:nvSpPr>
          <p:spPr>
            <a:xfrm>
              <a:off x="9595846" y="422292"/>
              <a:ext cx="2578175" cy="723275"/>
            </a:xfrm>
            <a:prstGeom prst="rect">
              <a:avLst/>
            </a:prstGeom>
            <a:solidFill>
              <a:schemeClr val="bg1"/>
            </a:solidFill>
          </p:spPr>
          <p:txBody>
            <a:bodyPr wrap="square" lIns="0" rIns="0" bIns="0" rtlCol="0">
              <a:spAutoFit/>
            </a:bodyPr>
            <a:lstStyle/>
            <a:p>
              <a:pPr algn="l"/>
              <a:r>
                <a:rPr lang="en-US" sz="1200" b="1">
                  <a:cs typeface="Georgia"/>
                </a:rPr>
                <a:t>Compelling &amp; Personalized Gen AI sales offer </a:t>
              </a:r>
              <a:r>
                <a:rPr lang="en-US" sz="1200" baseline="-25000">
                  <a:cs typeface="Georgia"/>
                </a:rPr>
                <a:t>(vs Static) </a:t>
              </a:r>
              <a:r>
                <a:rPr lang="en-US" sz="1200">
                  <a:cs typeface="Georgia"/>
                </a:rPr>
                <a:t>content will be available in Alpha to aide the expert in selling </a:t>
              </a:r>
              <a:r>
                <a:rPr lang="en-US" sz="1200" baseline="-25000">
                  <a:cs typeface="Georgia"/>
                </a:rPr>
                <a:t>(Bullets &amp; Script version available)</a:t>
              </a:r>
            </a:p>
          </p:txBody>
        </p:sp>
        <p:sp>
          <p:nvSpPr>
            <p:cNvPr id="21" name="Oval 20">
              <a:extLst>
                <a:ext uri="{FF2B5EF4-FFF2-40B4-BE49-F238E27FC236}">
                  <a16:creationId xmlns:a16="http://schemas.microsoft.com/office/drawing/2014/main" id="{E6774A23-6137-8E37-7B5B-E72EB2FDF5C4}"/>
                </a:ext>
              </a:extLst>
            </p:cNvPr>
            <p:cNvSpPr/>
            <p:nvPr/>
          </p:nvSpPr>
          <p:spPr>
            <a:xfrm>
              <a:off x="9177014" y="427382"/>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grpSp>
      <p:sp>
        <p:nvSpPr>
          <p:cNvPr id="24" name="Rectangle 23">
            <a:extLst>
              <a:ext uri="{FF2B5EF4-FFF2-40B4-BE49-F238E27FC236}">
                <a16:creationId xmlns:a16="http://schemas.microsoft.com/office/drawing/2014/main" id="{68DEB42E-CC0C-674A-27B2-033D8C077140}"/>
              </a:ext>
            </a:extLst>
          </p:cNvPr>
          <p:cNvSpPr/>
          <p:nvPr/>
        </p:nvSpPr>
        <p:spPr>
          <a:xfrm>
            <a:off x="3107876" y="2118203"/>
            <a:ext cx="5656690" cy="1595659"/>
          </a:xfrm>
          <a:prstGeom prst="rect">
            <a:avLst/>
          </a:prstGeom>
          <a:no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25" name="Oval 24">
            <a:extLst>
              <a:ext uri="{FF2B5EF4-FFF2-40B4-BE49-F238E27FC236}">
                <a16:creationId xmlns:a16="http://schemas.microsoft.com/office/drawing/2014/main" id="{796942C3-B226-5923-FCEB-578CC122CB8E}"/>
              </a:ext>
            </a:extLst>
          </p:cNvPr>
          <p:cNvSpPr/>
          <p:nvPr/>
        </p:nvSpPr>
        <p:spPr>
          <a:xfrm>
            <a:off x="4649179" y="211888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spTree>
    <p:extLst>
      <p:ext uri="{BB962C8B-B14F-4D97-AF65-F5344CB8AC3E}">
        <p14:creationId xmlns:p14="http://schemas.microsoft.com/office/powerpoint/2010/main" val="17920873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63813-EC8D-7762-4880-AD7BE9733D27}"/>
            </a:ext>
          </a:extLst>
        </p:cNvPr>
        <p:cNvGrpSpPr/>
        <p:nvPr/>
      </p:nvGrpSpPr>
      <p:grpSpPr>
        <a:xfrm>
          <a:off x="0" y="0"/>
          <a:ext cx="0" cy="0"/>
          <a:chOff x="0" y="0"/>
          <a:chExt cx="0" cy="0"/>
        </a:xfrm>
      </p:grpSpPr>
      <p:pic>
        <p:nvPicPr>
          <p:cNvPr id="5" name="Picture 4" descr="A screenshot of a web page&#10;&#10;AI-generated content may be incorrect.">
            <a:extLst>
              <a:ext uri="{FF2B5EF4-FFF2-40B4-BE49-F238E27FC236}">
                <a16:creationId xmlns:a16="http://schemas.microsoft.com/office/drawing/2014/main" id="{521C2316-4E89-F0DA-DC03-1E37F62ED94D}"/>
              </a:ext>
            </a:extLst>
          </p:cNvPr>
          <p:cNvPicPr>
            <a:picLocks noChangeAspect="1"/>
          </p:cNvPicPr>
          <p:nvPr/>
        </p:nvPicPr>
        <p:blipFill>
          <a:blip r:embed="rId3"/>
          <a:stretch>
            <a:fillRect/>
          </a:stretch>
        </p:blipFill>
        <p:spPr>
          <a:xfrm>
            <a:off x="3284659" y="744415"/>
            <a:ext cx="8031773" cy="5867400"/>
          </a:xfrm>
          <a:prstGeom prst="rect">
            <a:avLst/>
          </a:prstGeom>
        </p:spPr>
      </p:pic>
      <p:sp>
        <p:nvSpPr>
          <p:cNvPr id="3" name="Footer Placeholder 2">
            <a:extLst>
              <a:ext uri="{FF2B5EF4-FFF2-40B4-BE49-F238E27FC236}">
                <a16:creationId xmlns:a16="http://schemas.microsoft.com/office/drawing/2014/main" id="{715A815D-ED7A-A68C-8847-A9B937D2EBBF}"/>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9F8F9108-2B8C-0789-4ED0-F79353CBA67D}"/>
              </a:ext>
            </a:extLst>
          </p:cNvPr>
          <p:cNvSpPr>
            <a:spLocks noGrp="1"/>
          </p:cNvSpPr>
          <p:nvPr>
            <p:ph type="sldNum" sz="quarter" idx="21"/>
          </p:nvPr>
        </p:nvSpPr>
        <p:spPr/>
        <p:txBody>
          <a:bodyPr/>
          <a:lstStyle/>
          <a:p>
            <a:fld id="{9C3ACAB3-CA36-4966-8A1D-076772D39D8D}" type="slidenum">
              <a:rPr lang="en-US" smtClean="0"/>
              <a:pPr/>
              <a:t>10</a:t>
            </a:fld>
            <a:endParaRPr lang="en-US"/>
          </a:p>
        </p:txBody>
      </p:sp>
      <p:sp>
        <p:nvSpPr>
          <p:cNvPr id="8" name="Title 1">
            <a:extLst>
              <a:ext uri="{FF2B5EF4-FFF2-40B4-BE49-F238E27FC236}">
                <a16:creationId xmlns:a16="http://schemas.microsoft.com/office/drawing/2014/main" id="{35D9F72A-0909-1AA6-0178-B4E517FFC51D}"/>
              </a:ext>
            </a:extLst>
          </p:cNvPr>
          <p:cNvSpPr txBox="1">
            <a:spLocks/>
          </p:cNvSpPr>
          <p:nvPr/>
        </p:nvSpPr>
        <p:spPr>
          <a:xfrm>
            <a:off x="240506" y="122479"/>
            <a:ext cx="11777833" cy="61990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r>
              <a:rPr lang="en-US"/>
              <a:t>[B] </a:t>
            </a:r>
            <a:r>
              <a:rPr lang="en-US" sz="3200" b="1">
                <a:cs typeface="Georgia"/>
              </a:rPr>
              <a:t>Quick Personalized Rebuttals</a:t>
            </a:r>
            <a:endParaRPr lang="en-US"/>
          </a:p>
        </p:txBody>
      </p:sp>
      <p:sp>
        <p:nvSpPr>
          <p:cNvPr id="10" name="TextBox 9">
            <a:extLst>
              <a:ext uri="{FF2B5EF4-FFF2-40B4-BE49-F238E27FC236}">
                <a16:creationId xmlns:a16="http://schemas.microsoft.com/office/drawing/2014/main" id="{E816FA69-5A48-4494-C77C-6907588183D0}"/>
              </a:ext>
            </a:extLst>
          </p:cNvPr>
          <p:cNvSpPr txBox="1"/>
          <p:nvPr/>
        </p:nvSpPr>
        <p:spPr>
          <a:xfrm>
            <a:off x="59267" y="1879600"/>
            <a:ext cx="2948580" cy="2354491"/>
          </a:xfrm>
          <a:prstGeom prst="rect">
            <a:avLst/>
          </a:prstGeom>
          <a:noFill/>
        </p:spPr>
        <p:txBody>
          <a:bodyPr wrap="square" lIns="91440" rIns="0" bIns="0" rtlCol="0">
            <a:spAutoFit/>
          </a:bodyPr>
          <a:lstStyle/>
          <a:p>
            <a:pPr algn="ctr"/>
            <a:r>
              <a:rPr lang="en-US" sz="1200" b="1">
                <a:cs typeface="Georgia"/>
              </a:rPr>
              <a:t>Key Product Benefits </a:t>
            </a:r>
          </a:p>
          <a:p>
            <a:pPr marL="228600" indent="-228600">
              <a:buFont typeface="+mj-lt"/>
              <a:buAutoNum type="arabicPeriod"/>
            </a:pPr>
            <a:r>
              <a:rPr lang="en-US" sz="800" i="1">
                <a:cs typeface="Georgia"/>
              </a:rPr>
              <a:t>Repair, Replace, Reimburse</a:t>
            </a:r>
          </a:p>
          <a:p>
            <a:pPr marL="228600" indent="-228600">
              <a:buFont typeface="+mj-lt"/>
              <a:buAutoNum type="arabicPeriod"/>
            </a:pPr>
            <a:r>
              <a:rPr lang="en-US" sz="800" i="1">
                <a:cs typeface="Georgia"/>
              </a:rPr>
              <a:t>Accidental damage coverage for eligible  portable devices</a:t>
            </a:r>
          </a:p>
          <a:p>
            <a:pPr marL="228600" indent="-228600">
              <a:buFont typeface="+mj-lt"/>
              <a:buAutoNum type="arabicPeriod"/>
            </a:pPr>
            <a:r>
              <a:rPr lang="en-US" sz="800" i="1">
                <a:cs typeface="Georgia"/>
              </a:rPr>
              <a:t>Future devices </a:t>
            </a:r>
          </a:p>
          <a:p>
            <a:pPr marL="228600" indent="-228600">
              <a:buFont typeface="+mj-lt"/>
              <a:buAutoNum type="arabicPeriod"/>
            </a:pPr>
            <a:r>
              <a:rPr lang="en-US" sz="800" i="1">
                <a:cs typeface="Georgia"/>
              </a:rPr>
              <a:t>49$ installations</a:t>
            </a:r>
          </a:p>
          <a:p>
            <a:pPr marL="228600" indent="-228600">
              <a:buFont typeface="+mj-lt"/>
              <a:buAutoNum type="arabicPeriod"/>
            </a:pPr>
            <a:r>
              <a:rPr lang="en-US" sz="800" i="1">
                <a:cs typeface="Georgia"/>
              </a:rPr>
              <a:t>Other </a:t>
            </a:r>
            <a:endParaRPr lang="en-US" sz="1000" b="1">
              <a:cs typeface="Georgia"/>
            </a:endParaRPr>
          </a:p>
          <a:p>
            <a:pPr algn="ctr"/>
            <a:r>
              <a:rPr lang="en-US" b="1">
                <a:cs typeface="Georgia"/>
              </a:rPr>
              <a:t>+</a:t>
            </a:r>
            <a:r>
              <a:rPr lang="en-US" sz="1000" b="1">
                <a:cs typeface="Georgia"/>
              </a:rPr>
              <a:t> </a:t>
            </a:r>
          </a:p>
          <a:p>
            <a:pPr algn="ctr"/>
            <a:endParaRPr lang="en-US" sz="1000" b="1">
              <a:cs typeface="Georgia"/>
            </a:endParaRPr>
          </a:p>
          <a:p>
            <a:pPr algn="ctr"/>
            <a:r>
              <a:rPr lang="en-US" sz="1400" b="1">
                <a:cs typeface="Georgia"/>
              </a:rPr>
              <a:t>Key customer traits</a:t>
            </a:r>
            <a:endParaRPr lang="en-US" sz="1400">
              <a:cs typeface="Georgia"/>
            </a:endParaRPr>
          </a:p>
          <a:p>
            <a:pPr marL="228600" indent="-228600" algn="l">
              <a:buAutoNum type="arabicPeriod"/>
            </a:pPr>
            <a:r>
              <a:rPr lang="en-US" sz="800" i="1">
                <a:cs typeface="Georgia"/>
              </a:rPr>
              <a:t>**iPad Usage for Education**: The iPad is used by her daughter for school. </a:t>
            </a:r>
          </a:p>
          <a:p>
            <a:pPr marL="228600" indent="-228600" algn="l">
              <a:buAutoNum type="arabicPeriod"/>
            </a:pPr>
            <a:r>
              <a:rPr lang="en-US" sz="800" i="1">
                <a:cs typeface="Georgia"/>
              </a:rPr>
              <a:t>**Daughter at University**: Kimberly's daughter is attending University. </a:t>
            </a:r>
          </a:p>
          <a:p>
            <a:pPr marL="228600" indent="-228600" algn="l">
              <a:buAutoNum type="arabicPeriod"/>
            </a:pPr>
            <a:r>
              <a:rPr lang="en-US" sz="800" i="1">
                <a:cs typeface="Georgia"/>
              </a:rPr>
              <a:t>**Kimberly's Profession as a Nurse**: She may have health and fitness and health devices like pulse oximeters, blood pressure monitors etc. </a:t>
            </a:r>
            <a:endParaRPr lang="en-US" sz="1000">
              <a:cs typeface="Georgia"/>
            </a:endParaRPr>
          </a:p>
        </p:txBody>
      </p:sp>
      <p:grpSp>
        <p:nvGrpSpPr>
          <p:cNvPr id="22" name="Group 21">
            <a:extLst>
              <a:ext uri="{FF2B5EF4-FFF2-40B4-BE49-F238E27FC236}">
                <a16:creationId xmlns:a16="http://schemas.microsoft.com/office/drawing/2014/main" id="{0CF9D41F-5DA3-442A-DA82-BF56D08EC911}"/>
              </a:ext>
            </a:extLst>
          </p:cNvPr>
          <p:cNvGrpSpPr/>
          <p:nvPr/>
        </p:nvGrpSpPr>
        <p:grpSpPr>
          <a:xfrm>
            <a:off x="3181990" y="4294250"/>
            <a:ext cx="7914378" cy="1447523"/>
            <a:chOff x="1576642" y="4763393"/>
            <a:chExt cx="7914378" cy="1447523"/>
          </a:xfrm>
        </p:grpSpPr>
        <p:sp>
          <p:nvSpPr>
            <p:cNvPr id="2" name="Rectangle 1">
              <a:extLst>
                <a:ext uri="{FF2B5EF4-FFF2-40B4-BE49-F238E27FC236}">
                  <a16:creationId xmlns:a16="http://schemas.microsoft.com/office/drawing/2014/main" id="{FB32DF7E-AE2A-A0DA-4D11-B3BC1AEA5835}"/>
                </a:ext>
              </a:extLst>
            </p:cNvPr>
            <p:cNvSpPr/>
            <p:nvPr/>
          </p:nvSpPr>
          <p:spPr>
            <a:xfrm>
              <a:off x="1576642" y="4763393"/>
              <a:ext cx="7914378" cy="1447523"/>
            </a:xfrm>
            <a:prstGeom prst="rect">
              <a:avLst/>
            </a:prstGeom>
            <a:no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6" name="Oval 5">
              <a:extLst>
                <a:ext uri="{FF2B5EF4-FFF2-40B4-BE49-F238E27FC236}">
                  <a16:creationId xmlns:a16="http://schemas.microsoft.com/office/drawing/2014/main" id="{5031C4A7-4C5A-7F10-14BD-47A6ADA35178}"/>
                </a:ext>
              </a:extLst>
            </p:cNvPr>
            <p:cNvSpPr/>
            <p:nvPr/>
          </p:nvSpPr>
          <p:spPr>
            <a:xfrm>
              <a:off x="1712942" y="503885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grpSp>
      <p:grpSp>
        <p:nvGrpSpPr>
          <p:cNvPr id="23" name="Group 22">
            <a:extLst>
              <a:ext uri="{FF2B5EF4-FFF2-40B4-BE49-F238E27FC236}">
                <a16:creationId xmlns:a16="http://schemas.microsoft.com/office/drawing/2014/main" id="{77ADF336-25F4-297D-8926-6C270A4006BC}"/>
              </a:ext>
            </a:extLst>
          </p:cNvPr>
          <p:cNvGrpSpPr/>
          <p:nvPr/>
        </p:nvGrpSpPr>
        <p:grpSpPr>
          <a:xfrm>
            <a:off x="8785294" y="620301"/>
            <a:ext cx="3361807" cy="423319"/>
            <a:chOff x="8068411" y="2692532"/>
            <a:chExt cx="3361807" cy="423319"/>
          </a:xfrm>
        </p:grpSpPr>
        <p:sp>
          <p:nvSpPr>
            <p:cNvPr id="21" name="Rectangle 20">
              <a:extLst>
                <a:ext uri="{FF2B5EF4-FFF2-40B4-BE49-F238E27FC236}">
                  <a16:creationId xmlns:a16="http://schemas.microsoft.com/office/drawing/2014/main" id="{DE27CAD5-ED06-BD8A-C3AA-BC888659DC1C}"/>
                </a:ext>
              </a:extLst>
            </p:cNvPr>
            <p:cNvSpPr/>
            <p:nvPr/>
          </p:nvSpPr>
          <p:spPr>
            <a:xfrm>
              <a:off x="8068411" y="2692532"/>
              <a:ext cx="3361807" cy="423319"/>
            </a:xfrm>
            <a:prstGeom prst="rect">
              <a:avLst/>
            </a:prstGeom>
            <a:solidFill>
              <a:schemeClr val="bg1"/>
            </a:solid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7" name="Oval 6">
              <a:extLst>
                <a:ext uri="{FF2B5EF4-FFF2-40B4-BE49-F238E27FC236}">
                  <a16:creationId xmlns:a16="http://schemas.microsoft.com/office/drawing/2014/main" id="{2A9798B4-66B5-9869-15E7-F61B7BFA4F17}"/>
                </a:ext>
              </a:extLst>
            </p:cNvPr>
            <p:cNvSpPr/>
            <p:nvPr/>
          </p:nvSpPr>
          <p:spPr>
            <a:xfrm>
              <a:off x="8283767" y="2771450"/>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
          <p:nvSpPr>
            <p:cNvPr id="15" name="TextBox 14">
              <a:extLst>
                <a:ext uri="{FF2B5EF4-FFF2-40B4-BE49-F238E27FC236}">
                  <a16:creationId xmlns:a16="http://schemas.microsoft.com/office/drawing/2014/main" id="{49084DB5-B32A-AC8E-6843-EBE69C291946}"/>
                </a:ext>
              </a:extLst>
            </p:cNvPr>
            <p:cNvSpPr txBox="1"/>
            <p:nvPr/>
          </p:nvSpPr>
          <p:spPr>
            <a:xfrm>
              <a:off x="8698725" y="2772257"/>
              <a:ext cx="2578175" cy="230832"/>
            </a:xfrm>
            <a:prstGeom prst="rect">
              <a:avLst/>
            </a:prstGeom>
            <a:solidFill>
              <a:schemeClr val="bg1"/>
            </a:solidFill>
          </p:spPr>
          <p:txBody>
            <a:bodyPr wrap="square" lIns="0" rIns="0" bIns="0" rtlCol="0">
              <a:spAutoFit/>
            </a:bodyPr>
            <a:lstStyle/>
            <a:p>
              <a:pPr algn="l"/>
              <a:r>
                <a:rPr lang="en-US" sz="1200">
                  <a:cs typeface="Georgia"/>
                </a:rPr>
                <a:t>Rebuttal content easily accessible</a:t>
              </a:r>
            </a:p>
          </p:txBody>
        </p:sp>
      </p:grpSp>
    </p:spTree>
    <p:extLst>
      <p:ext uri="{BB962C8B-B14F-4D97-AF65-F5344CB8AC3E}">
        <p14:creationId xmlns:p14="http://schemas.microsoft.com/office/powerpoint/2010/main" val="317174820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E4E71-F6DD-2E2C-423C-A20783C74568}"/>
            </a:ext>
          </a:extLst>
        </p:cNvPr>
        <p:cNvGrpSpPr/>
        <p:nvPr/>
      </p:nvGrpSpPr>
      <p:grpSpPr>
        <a:xfrm>
          <a:off x="0" y="0"/>
          <a:ext cx="0" cy="0"/>
          <a:chOff x="0" y="0"/>
          <a:chExt cx="0" cy="0"/>
        </a:xfrm>
      </p:grpSpPr>
      <p:pic>
        <p:nvPicPr>
          <p:cNvPr id="46" name="Picture 45">
            <a:extLst>
              <a:ext uri="{FF2B5EF4-FFF2-40B4-BE49-F238E27FC236}">
                <a16:creationId xmlns:a16="http://schemas.microsoft.com/office/drawing/2014/main" id="{D55F6C8B-B6D5-6A70-DE48-878DE92EFD6C}"/>
              </a:ext>
            </a:extLst>
          </p:cNvPr>
          <p:cNvPicPr>
            <a:picLocks noChangeAspect="1"/>
          </p:cNvPicPr>
          <p:nvPr/>
        </p:nvPicPr>
        <p:blipFill>
          <a:blip r:embed="rId3"/>
          <a:stretch>
            <a:fillRect/>
          </a:stretch>
        </p:blipFill>
        <p:spPr>
          <a:xfrm>
            <a:off x="280975" y="1197353"/>
            <a:ext cx="2145565" cy="48385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itle 1">
            <a:extLst>
              <a:ext uri="{FF2B5EF4-FFF2-40B4-BE49-F238E27FC236}">
                <a16:creationId xmlns:a16="http://schemas.microsoft.com/office/drawing/2014/main" id="{8D257ADA-E054-4019-E45A-18587D569E2B}"/>
              </a:ext>
            </a:extLst>
          </p:cNvPr>
          <p:cNvSpPr>
            <a:spLocks noGrp="1"/>
          </p:cNvSpPr>
          <p:nvPr>
            <p:ph type="title"/>
          </p:nvPr>
        </p:nvSpPr>
        <p:spPr>
          <a:xfrm>
            <a:off x="240506" y="122479"/>
            <a:ext cx="11191875" cy="619906"/>
          </a:xfrm>
        </p:spPr>
        <p:txBody>
          <a:bodyPr/>
          <a:lstStyle/>
          <a:p>
            <a:r>
              <a:rPr lang="en-US"/>
              <a:t>[Option B1</a:t>
            </a:r>
            <a:r>
              <a:rPr lang="en-US" sz="2000"/>
              <a:t>(</a:t>
            </a:r>
            <a:r>
              <a:rPr lang="en-US" sz="2000" b="1">
                <a:solidFill>
                  <a:schemeClr val="accent1"/>
                </a:solidFill>
              </a:rPr>
              <a:t>bullets</a:t>
            </a:r>
            <a:r>
              <a:rPr lang="en-US" sz="2000"/>
              <a:t>)</a:t>
            </a:r>
            <a:r>
              <a:rPr lang="en-US"/>
              <a:t>] Static sales offer prompt </a:t>
            </a:r>
            <a:r>
              <a:rPr lang="en-US" sz="2000"/>
              <a:t>(if Gen AI offer is not available)</a:t>
            </a:r>
            <a:endParaRPr lang="en-US"/>
          </a:p>
        </p:txBody>
      </p:sp>
      <p:sp>
        <p:nvSpPr>
          <p:cNvPr id="3" name="Footer Placeholder 2">
            <a:extLst>
              <a:ext uri="{FF2B5EF4-FFF2-40B4-BE49-F238E27FC236}">
                <a16:creationId xmlns:a16="http://schemas.microsoft.com/office/drawing/2014/main" id="{60CEF3DA-790C-8D9B-3836-A4E7FC201031}"/>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83652456-B04B-2B46-EE38-384A2A187635}"/>
              </a:ext>
            </a:extLst>
          </p:cNvPr>
          <p:cNvSpPr>
            <a:spLocks noGrp="1"/>
          </p:cNvSpPr>
          <p:nvPr>
            <p:ph type="sldNum" sz="quarter" idx="21"/>
          </p:nvPr>
        </p:nvSpPr>
        <p:spPr/>
        <p:txBody>
          <a:bodyPr/>
          <a:lstStyle/>
          <a:p>
            <a:fld id="{9C3ACAB3-CA36-4966-8A1D-076772D39D8D}" type="slidenum">
              <a:rPr lang="en-US" smtClean="0"/>
              <a:pPr/>
              <a:t>11</a:t>
            </a:fld>
            <a:endParaRPr lang="en-US"/>
          </a:p>
        </p:txBody>
      </p:sp>
      <p:sp>
        <p:nvSpPr>
          <p:cNvPr id="5" name="Title 1">
            <a:extLst>
              <a:ext uri="{FF2B5EF4-FFF2-40B4-BE49-F238E27FC236}">
                <a16:creationId xmlns:a16="http://schemas.microsoft.com/office/drawing/2014/main" id="{619ECB0C-27A4-DC2D-BCBC-2BED2347BEA1}"/>
              </a:ext>
            </a:extLst>
          </p:cNvPr>
          <p:cNvSpPr txBox="1">
            <a:spLocks/>
          </p:cNvSpPr>
          <p:nvPr/>
        </p:nvSpPr>
        <p:spPr>
          <a:xfrm>
            <a:off x="9323754" y="1674287"/>
            <a:ext cx="2634161" cy="2374082"/>
          </a:xfrm>
          <a:prstGeom prst="rect">
            <a:avLst/>
          </a:prstGeom>
          <a:noFill/>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pPr marL="285750" indent="-285750">
              <a:buFont typeface="+mj-lt"/>
              <a:buAutoNum type="arabicPeriod"/>
            </a:pPr>
            <a:endParaRPr lang="en-US" sz="1400" b="1">
              <a:solidFill>
                <a:schemeClr val="accent1"/>
              </a:solidFill>
            </a:endParaRPr>
          </a:p>
          <a:p>
            <a:r>
              <a:rPr lang="en-US" sz="1400" b="1">
                <a:solidFill>
                  <a:schemeClr val="accent1"/>
                </a:solidFill>
              </a:rPr>
              <a:t>Static content in bullet form</a:t>
            </a:r>
            <a:r>
              <a:rPr lang="en-US" sz="1400"/>
              <a:t>, same as ASP but prompted in Alpha in a g</a:t>
            </a:r>
            <a:r>
              <a:rPr lang="en-US" sz="1400">
                <a:latin typeface="Calibri Light" panose="020F0302020204030204" pitchFamily="34" charset="0"/>
                <a:ea typeface="Calibri Light" panose="020F0302020204030204" pitchFamily="34" charset="0"/>
                <a:cs typeface="Calibri Light" panose="020F0302020204030204" pitchFamily="34" charset="0"/>
              </a:rPr>
              <a:t>uided flow</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Transition statement</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Top 3 plan benefits </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Compliance statements </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Product details available on demand (separate tab)</a:t>
            </a:r>
          </a:p>
        </p:txBody>
      </p:sp>
      <p:pic>
        <p:nvPicPr>
          <p:cNvPr id="38" name="Picture 37">
            <a:extLst>
              <a:ext uri="{FF2B5EF4-FFF2-40B4-BE49-F238E27FC236}">
                <a16:creationId xmlns:a16="http://schemas.microsoft.com/office/drawing/2014/main" id="{06DDDFCC-F7C4-AAE8-D4C5-1A4D4D9FC5A9}"/>
              </a:ext>
            </a:extLst>
          </p:cNvPr>
          <p:cNvPicPr>
            <a:picLocks noChangeAspect="1"/>
          </p:cNvPicPr>
          <p:nvPr/>
        </p:nvPicPr>
        <p:blipFill>
          <a:blip r:embed="rId4"/>
          <a:stretch>
            <a:fillRect/>
          </a:stretch>
        </p:blipFill>
        <p:spPr>
          <a:xfrm>
            <a:off x="2610566" y="1199958"/>
            <a:ext cx="6588142" cy="41952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9" name="TextBox 48">
            <a:extLst>
              <a:ext uri="{FF2B5EF4-FFF2-40B4-BE49-F238E27FC236}">
                <a16:creationId xmlns:a16="http://schemas.microsoft.com/office/drawing/2014/main" id="{823D999E-9E25-B899-F666-386671D9754A}"/>
              </a:ext>
            </a:extLst>
          </p:cNvPr>
          <p:cNvSpPr txBox="1"/>
          <p:nvPr/>
        </p:nvSpPr>
        <p:spPr>
          <a:xfrm>
            <a:off x="280975" y="860845"/>
            <a:ext cx="738985" cy="215444"/>
          </a:xfrm>
          <a:prstGeom prst="rect">
            <a:avLst/>
          </a:prstGeom>
          <a:noFill/>
        </p:spPr>
        <p:txBody>
          <a:bodyPr wrap="none" lIns="0" rIns="0" bIns="0" rtlCol="0">
            <a:spAutoFit/>
          </a:bodyPr>
          <a:lstStyle/>
          <a:p>
            <a:pPr algn="l"/>
            <a:r>
              <a:rPr lang="en-US" sz="1100" i="1">
                <a:cs typeface="Georgia"/>
              </a:rPr>
              <a:t>ASP - current</a:t>
            </a:r>
          </a:p>
        </p:txBody>
      </p:sp>
      <p:sp>
        <p:nvSpPr>
          <p:cNvPr id="50" name="TextBox 49">
            <a:extLst>
              <a:ext uri="{FF2B5EF4-FFF2-40B4-BE49-F238E27FC236}">
                <a16:creationId xmlns:a16="http://schemas.microsoft.com/office/drawing/2014/main" id="{38D4B16B-3EB2-AD2B-B2D9-C0551501349A}"/>
              </a:ext>
            </a:extLst>
          </p:cNvPr>
          <p:cNvSpPr txBox="1"/>
          <p:nvPr/>
        </p:nvSpPr>
        <p:spPr>
          <a:xfrm>
            <a:off x="2641037" y="885170"/>
            <a:ext cx="1415452" cy="215444"/>
          </a:xfrm>
          <a:prstGeom prst="rect">
            <a:avLst/>
          </a:prstGeom>
          <a:noFill/>
        </p:spPr>
        <p:txBody>
          <a:bodyPr wrap="none" lIns="0" rIns="0" bIns="0" rtlCol="0">
            <a:spAutoFit/>
          </a:bodyPr>
          <a:lstStyle/>
          <a:p>
            <a:pPr algn="l"/>
            <a:r>
              <a:rPr lang="en-US" sz="1100" i="1">
                <a:cs typeface="Georgia"/>
              </a:rPr>
              <a:t>Alpha - recommendation</a:t>
            </a:r>
          </a:p>
        </p:txBody>
      </p:sp>
    </p:spTree>
    <p:extLst>
      <p:ext uri="{BB962C8B-B14F-4D97-AF65-F5344CB8AC3E}">
        <p14:creationId xmlns:p14="http://schemas.microsoft.com/office/powerpoint/2010/main" val="76583656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10D40B1-C3FA-ED72-8142-FA0A3F00C67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32FEB36-AC6B-4C13-1233-F8F7D52D8657}"/>
              </a:ext>
            </a:extLst>
          </p:cNvPr>
          <p:cNvPicPr>
            <a:picLocks noChangeAspect="1"/>
          </p:cNvPicPr>
          <p:nvPr/>
        </p:nvPicPr>
        <p:blipFill>
          <a:blip r:embed="rId3"/>
          <a:stretch>
            <a:fillRect/>
          </a:stretch>
        </p:blipFill>
        <p:spPr>
          <a:xfrm>
            <a:off x="2624954" y="1197352"/>
            <a:ext cx="6605362" cy="41640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itle 1">
            <a:extLst>
              <a:ext uri="{FF2B5EF4-FFF2-40B4-BE49-F238E27FC236}">
                <a16:creationId xmlns:a16="http://schemas.microsoft.com/office/drawing/2014/main" id="{BCB6363D-15EE-DBE6-B936-09AF5BAB30DD}"/>
              </a:ext>
            </a:extLst>
          </p:cNvPr>
          <p:cNvSpPr>
            <a:spLocks noGrp="1"/>
          </p:cNvSpPr>
          <p:nvPr>
            <p:ph type="title"/>
          </p:nvPr>
        </p:nvSpPr>
        <p:spPr>
          <a:xfrm>
            <a:off x="240506" y="122479"/>
            <a:ext cx="11777833" cy="619906"/>
          </a:xfrm>
        </p:spPr>
        <p:txBody>
          <a:bodyPr/>
          <a:lstStyle/>
          <a:p>
            <a:r>
              <a:rPr lang="en-US"/>
              <a:t>[Option B1</a:t>
            </a:r>
            <a:r>
              <a:rPr lang="en-US" sz="2000"/>
              <a:t>(</a:t>
            </a:r>
            <a:r>
              <a:rPr lang="en-US" sz="2000" b="1">
                <a:solidFill>
                  <a:schemeClr val="accent1"/>
                </a:solidFill>
              </a:rPr>
              <a:t>script</a:t>
            </a:r>
            <a:r>
              <a:rPr lang="en-US" sz="2000"/>
              <a:t>)</a:t>
            </a:r>
            <a:r>
              <a:rPr lang="en-US"/>
              <a:t>] Static sales offer prompt</a:t>
            </a:r>
          </a:p>
        </p:txBody>
      </p:sp>
      <p:sp>
        <p:nvSpPr>
          <p:cNvPr id="3" name="Footer Placeholder 2">
            <a:extLst>
              <a:ext uri="{FF2B5EF4-FFF2-40B4-BE49-F238E27FC236}">
                <a16:creationId xmlns:a16="http://schemas.microsoft.com/office/drawing/2014/main" id="{A67DAF24-00FF-6E3B-3D65-F182B35FD298}"/>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8EACE9AF-DBF5-B228-FB72-33C161082688}"/>
              </a:ext>
            </a:extLst>
          </p:cNvPr>
          <p:cNvSpPr>
            <a:spLocks noGrp="1"/>
          </p:cNvSpPr>
          <p:nvPr>
            <p:ph type="sldNum" sz="quarter" idx="21"/>
          </p:nvPr>
        </p:nvSpPr>
        <p:spPr/>
        <p:txBody>
          <a:bodyPr/>
          <a:lstStyle/>
          <a:p>
            <a:fld id="{9C3ACAB3-CA36-4966-8A1D-076772D39D8D}" type="slidenum">
              <a:rPr lang="en-US" smtClean="0"/>
              <a:pPr/>
              <a:t>12</a:t>
            </a:fld>
            <a:endParaRPr lang="en-US"/>
          </a:p>
        </p:txBody>
      </p:sp>
      <p:sp>
        <p:nvSpPr>
          <p:cNvPr id="5" name="Title 1">
            <a:extLst>
              <a:ext uri="{FF2B5EF4-FFF2-40B4-BE49-F238E27FC236}">
                <a16:creationId xmlns:a16="http://schemas.microsoft.com/office/drawing/2014/main" id="{8720DC88-58F4-0F1A-386C-B72B48CC494A}"/>
              </a:ext>
            </a:extLst>
          </p:cNvPr>
          <p:cNvSpPr txBox="1">
            <a:spLocks/>
          </p:cNvSpPr>
          <p:nvPr/>
        </p:nvSpPr>
        <p:spPr>
          <a:xfrm>
            <a:off x="9410662" y="1569872"/>
            <a:ext cx="2607677" cy="2752035"/>
          </a:xfrm>
          <a:prstGeom prst="rect">
            <a:avLst/>
          </a:prstGeom>
          <a:noFill/>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pPr marL="285750" indent="-285750">
              <a:buFont typeface="+mj-lt"/>
              <a:buAutoNum type="arabicPeriod"/>
            </a:pPr>
            <a:endParaRPr lang="en-US" sz="1400" b="1">
              <a:solidFill>
                <a:schemeClr val="accent1"/>
              </a:solidFill>
            </a:endParaRPr>
          </a:p>
          <a:p>
            <a:r>
              <a:rPr lang="en-US" sz="1400" b="1">
                <a:solidFill>
                  <a:schemeClr val="accent1"/>
                </a:solidFill>
              </a:rPr>
              <a:t>Static content in full script</a:t>
            </a:r>
            <a:r>
              <a:rPr lang="en-US" sz="1400"/>
              <a:t> form, prompted in Alpha in a g</a:t>
            </a:r>
            <a:r>
              <a:rPr lang="en-US" sz="1400">
                <a:latin typeface="Calibri Light" panose="020F0302020204030204" pitchFamily="34" charset="0"/>
                <a:ea typeface="Calibri Light" panose="020F0302020204030204" pitchFamily="34" charset="0"/>
                <a:cs typeface="Calibri Light" panose="020F0302020204030204" pitchFamily="34" charset="0"/>
              </a:rPr>
              <a:t>uided flow</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Transition statement</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Top 3 plan benefits </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Compliance statements </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Product details available on demand (separate tab)</a:t>
            </a:r>
          </a:p>
        </p:txBody>
      </p:sp>
      <p:pic>
        <p:nvPicPr>
          <p:cNvPr id="21" name="Picture 20">
            <a:extLst>
              <a:ext uri="{FF2B5EF4-FFF2-40B4-BE49-F238E27FC236}">
                <a16:creationId xmlns:a16="http://schemas.microsoft.com/office/drawing/2014/main" id="{8AE82D8E-AA48-7C3C-02CC-4AC09CC7D274}"/>
              </a:ext>
            </a:extLst>
          </p:cNvPr>
          <p:cNvPicPr>
            <a:picLocks noChangeAspect="1"/>
          </p:cNvPicPr>
          <p:nvPr/>
        </p:nvPicPr>
        <p:blipFill>
          <a:blip r:embed="rId4"/>
          <a:stretch>
            <a:fillRect/>
          </a:stretch>
        </p:blipFill>
        <p:spPr>
          <a:xfrm>
            <a:off x="280975" y="1197353"/>
            <a:ext cx="2145565" cy="48385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5" name="TextBox 24">
            <a:extLst>
              <a:ext uri="{FF2B5EF4-FFF2-40B4-BE49-F238E27FC236}">
                <a16:creationId xmlns:a16="http://schemas.microsoft.com/office/drawing/2014/main" id="{B9D78EE4-EAC8-FF5E-12B1-EB564D589DB5}"/>
              </a:ext>
            </a:extLst>
          </p:cNvPr>
          <p:cNvSpPr txBox="1"/>
          <p:nvPr/>
        </p:nvSpPr>
        <p:spPr>
          <a:xfrm>
            <a:off x="280975" y="860845"/>
            <a:ext cx="738985" cy="215444"/>
          </a:xfrm>
          <a:prstGeom prst="rect">
            <a:avLst/>
          </a:prstGeom>
          <a:noFill/>
        </p:spPr>
        <p:txBody>
          <a:bodyPr wrap="none" lIns="0" rIns="0" bIns="0" rtlCol="0">
            <a:spAutoFit/>
          </a:bodyPr>
          <a:lstStyle/>
          <a:p>
            <a:pPr algn="l"/>
            <a:r>
              <a:rPr lang="en-US" sz="1100" i="1">
                <a:cs typeface="Georgia"/>
              </a:rPr>
              <a:t>ASP - current</a:t>
            </a:r>
          </a:p>
        </p:txBody>
      </p:sp>
      <p:sp>
        <p:nvSpPr>
          <p:cNvPr id="26" name="TextBox 25">
            <a:extLst>
              <a:ext uri="{FF2B5EF4-FFF2-40B4-BE49-F238E27FC236}">
                <a16:creationId xmlns:a16="http://schemas.microsoft.com/office/drawing/2014/main" id="{A09C7C27-BD00-2D16-24FE-AD0B187A708C}"/>
              </a:ext>
            </a:extLst>
          </p:cNvPr>
          <p:cNvSpPr txBox="1"/>
          <p:nvPr/>
        </p:nvSpPr>
        <p:spPr>
          <a:xfrm>
            <a:off x="2641037" y="885170"/>
            <a:ext cx="1415452" cy="215444"/>
          </a:xfrm>
          <a:prstGeom prst="rect">
            <a:avLst/>
          </a:prstGeom>
          <a:noFill/>
        </p:spPr>
        <p:txBody>
          <a:bodyPr wrap="none" lIns="0" rIns="0" bIns="0" rtlCol="0">
            <a:spAutoFit/>
          </a:bodyPr>
          <a:lstStyle/>
          <a:p>
            <a:pPr algn="l"/>
            <a:r>
              <a:rPr lang="en-US" sz="1100" i="1">
                <a:cs typeface="Georgia"/>
              </a:rPr>
              <a:t>Alpha - recommendation</a:t>
            </a:r>
          </a:p>
        </p:txBody>
      </p:sp>
    </p:spTree>
    <p:extLst>
      <p:ext uri="{BB962C8B-B14F-4D97-AF65-F5344CB8AC3E}">
        <p14:creationId xmlns:p14="http://schemas.microsoft.com/office/powerpoint/2010/main" val="154723357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44AAA83-E75B-4D3D-BADE-EF414B690C1F}"/>
              </a:ext>
            </a:extLst>
          </p:cNvPr>
          <p:cNvSpPr>
            <a:spLocks noGrp="1"/>
          </p:cNvSpPr>
          <p:nvPr>
            <p:ph type="ftr" sz="quarter" idx="11"/>
          </p:nvPr>
        </p:nvSpPr>
        <p:spPr/>
        <p:txBody>
          <a:bodyPr/>
          <a:lstStyle/>
          <a:p>
            <a:r>
              <a:rPr lang="en-US" err="1">
                <a:latin typeface="Avenir Book" panose="02000503020000020003" pitchFamily="2" charset="0"/>
              </a:rPr>
              <a:t>Asurion_Internal_Use_Only</a:t>
            </a:r>
            <a:endParaRPr lang="en-US">
              <a:latin typeface="Avenir Book" panose="02000503020000020003" pitchFamily="2" charset="0"/>
            </a:endParaRPr>
          </a:p>
        </p:txBody>
      </p:sp>
      <p:sp>
        <p:nvSpPr>
          <p:cNvPr id="5" name="Slide Number Placeholder 4">
            <a:extLst>
              <a:ext uri="{FF2B5EF4-FFF2-40B4-BE49-F238E27FC236}">
                <a16:creationId xmlns:a16="http://schemas.microsoft.com/office/drawing/2014/main" id="{CDD12EE8-4C0C-4D4D-9906-ED9EAC894299}"/>
              </a:ext>
            </a:extLst>
          </p:cNvPr>
          <p:cNvSpPr>
            <a:spLocks noGrp="1"/>
          </p:cNvSpPr>
          <p:nvPr>
            <p:ph type="sldNum" sz="quarter" idx="12"/>
          </p:nvPr>
        </p:nvSpPr>
        <p:spPr/>
        <p:txBody>
          <a:bodyPr/>
          <a:lstStyle/>
          <a:p>
            <a:fld id="{9C3ACAB3-CA36-4966-8A1D-076772D39D8D}" type="slidenum">
              <a:rPr lang="en-US" smtClean="0">
                <a:latin typeface="Avenir Book" panose="02000503020000020003" pitchFamily="2" charset="0"/>
              </a:rPr>
              <a:pPr/>
              <a:t>13</a:t>
            </a:fld>
            <a:endParaRPr lang="en-US">
              <a:latin typeface="Avenir Book" panose="02000503020000020003" pitchFamily="2" charset="0"/>
            </a:endParaRPr>
          </a:p>
        </p:txBody>
      </p:sp>
      <p:sp>
        <p:nvSpPr>
          <p:cNvPr id="3" name="Rectangle: Rounded Corners 2">
            <a:extLst>
              <a:ext uri="{FF2B5EF4-FFF2-40B4-BE49-F238E27FC236}">
                <a16:creationId xmlns:a16="http://schemas.microsoft.com/office/drawing/2014/main" id="{998FE3EE-2B29-C689-049D-11A7815267E0}"/>
              </a:ext>
            </a:extLst>
          </p:cNvPr>
          <p:cNvSpPr/>
          <p:nvPr/>
        </p:nvSpPr>
        <p:spPr>
          <a:xfrm>
            <a:off x="628152" y="1418371"/>
            <a:ext cx="3192469" cy="325906"/>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Sales Eligibility</a:t>
            </a:r>
          </a:p>
        </p:txBody>
      </p:sp>
      <p:sp>
        <p:nvSpPr>
          <p:cNvPr id="6" name="Rectangle: Rounded Corners 5">
            <a:extLst>
              <a:ext uri="{FF2B5EF4-FFF2-40B4-BE49-F238E27FC236}">
                <a16:creationId xmlns:a16="http://schemas.microsoft.com/office/drawing/2014/main" id="{4AA43F09-E57A-A31F-A9D6-01F8DB3BBECA}"/>
              </a:ext>
            </a:extLst>
          </p:cNvPr>
          <p:cNvSpPr/>
          <p:nvPr/>
        </p:nvSpPr>
        <p:spPr>
          <a:xfrm>
            <a:off x="611176" y="1825775"/>
            <a:ext cx="3246138" cy="1483563"/>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numCol="2" rtlCol="0" anchor="ctr"/>
          <a:lstStyle/>
          <a:p>
            <a:r>
              <a:rPr lang="en-US" sz="1400">
                <a:solidFill>
                  <a:schemeClr val="tx1"/>
                </a:solidFill>
                <a:latin typeface="Avenir Book" panose="02000503020000020003" pitchFamily="2" charset="0"/>
              </a:rPr>
              <a:t>Inputs from this call</a:t>
            </a:r>
          </a:p>
          <a:p>
            <a:r>
              <a:rPr lang="en-US" sz="1050">
                <a:solidFill>
                  <a:schemeClr val="tx1"/>
                </a:solidFill>
                <a:latin typeface="Avenir Book" panose="02000503020000020003" pitchFamily="2" charset="0"/>
              </a:rPr>
              <a:t>Claim</a:t>
            </a:r>
            <a:endParaRPr lang="en-US" sz="1400">
              <a:solidFill>
                <a:schemeClr val="tx1"/>
              </a:solidFill>
              <a:latin typeface="Avenir Book" panose="02000503020000020003" pitchFamily="2" charset="0"/>
            </a:endParaRPr>
          </a:p>
          <a:p>
            <a:r>
              <a:rPr lang="en-US" sz="1400" baseline="-25000">
                <a:solidFill>
                  <a:schemeClr val="tx1"/>
                </a:solidFill>
                <a:latin typeface="Avenir Book" panose="02000503020000020003" pitchFamily="2" charset="0"/>
              </a:rPr>
              <a:t>1. Peril type </a:t>
            </a:r>
          </a:p>
          <a:p>
            <a:r>
              <a:rPr lang="en-US" sz="1400" baseline="-25000">
                <a:solidFill>
                  <a:schemeClr val="tx1"/>
                </a:solidFill>
                <a:latin typeface="Avenir Book" panose="02000503020000020003" pitchFamily="2" charset="0"/>
              </a:rPr>
              <a:t>2. Peril description</a:t>
            </a:r>
          </a:p>
          <a:p>
            <a:r>
              <a:rPr lang="en-US" sz="1400" baseline="-25000">
                <a:solidFill>
                  <a:schemeClr val="tx1"/>
                </a:solidFill>
                <a:latin typeface="Avenir Book" panose="02000503020000020003" pitchFamily="2" charset="0"/>
              </a:rPr>
              <a:t>3. Deductible </a:t>
            </a:r>
          </a:p>
          <a:p>
            <a:r>
              <a:rPr lang="en-US" sz="1400" baseline="-25000">
                <a:solidFill>
                  <a:schemeClr val="tx1"/>
                </a:solidFill>
                <a:latin typeface="Avenir Book" panose="02000503020000020003" pitchFamily="2" charset="0"/>
              </a:rPr>
              <a:t>4. Shipping vs Billing address</a:t>
            </a:r>
          </a:p>
          <a:p>
            <a:endParaRPr lang="en-US" sz="1400" baseline="-25000">
              <a:solidFill>
                <a:schemeClr val="tx1"/>
              </a:solidFill>
              <a:latin typeface="Avenir Book" panose="02000503020000020003" pitchFamily="2" charset="0"/>
            </a:endParaRPr>
          </a:p>
          <a:p>
            <a:endParaRPr lang="en-US" sz="1050">
              <a:solidFill>
                <a:schemeClr val="tx1"/>
              </a:solidFill>
              <a:latin typeface="Avenir Book" panose="02000503020000020003" pitchFamily="2" charset="0"/>
            </a:endParaRPr>
          </a:p>
          <a:p>
            <a:br>
              <a:rPr lang="en-US" sz="1050">
                <a:solidFill>
                  <a:schemeClr val="tx1"/>
                </a:solidFill>
                <a:latin typeface="Avenir Book" panose="02000503020000020003" pitchFamily="2" charset="0"/>
              </a:rPr>
            </a:br>
            <a:endParaRPr lang="en-US" sz="1050">
              <a:solidFill>
                <a:schemeClr val="tx1"/>
              </a:solidFill>
              <a:latin typeface="Avenir Book" panose="02000503020000020003" pitchFamily="2" charset="0"/>
            </a:endParaRPr>
          </a:p>
          <a:p>
            <a:r>
              <a:rPr lang="en-US" sz="1050">
                <a:solidFill>
                  <a:schemeClr val="tx1"/>
                </a:solidFill>
                <a:latin typeface="Avenir Book" panose="02000503020000020003" pitchFamily="2" charset="0"/>
              </a:rPr>
              <a:t>Transcripts</a:t>
            </a:r>
          </a:p>
          <a:p>
            <a:r>
              <a:rPr lang="en-US" sz="1400" baseline="-25000">
                <a:solidFill>
                  <a:schemeClr val="tx1"/>
                </a:solidFill>
                <a:latin typeface="Avenir Book" panose="02000503020000020003" pitchFamily="2" charset="0"/>
              </a:rPr>
              <a:t>1. Devices mentioned</a:t>
            </a:r>
          </a:p>
          <a:p>
            <a:r>
              <a:rPr lang="en-US" sz="1400" baseline="-25000">
                <a:solidFill>
                  <a:schemeClr val="tx1"/>
                </a:solidFill>
                <a:latin typeface="Avenir Book" panose="02000503020000020003" pitchFamily="2" charset="0"/>
              </a:rPr>
              <a:t>2. Other customer features</a:t>
            </a:r>
          </a:p>
        </p:txBody>
      </p:sp>
      <p:sp>
        <p:nvSpPr>
          <p:cNvPr id="7" name="Rectangle: Rounded Corners 6">
            <a:extLst>
              <a:ext uri="{FF2B5EF4-FFF2-40B4-BE49-F238E27FC236}">
                <a16:creationId xmlns:a16="http://schemas.microsoft.com/office/drawing/2014/main" id="{4EA127BC-9F9D-F4C4-F948-C9A9155ED53B}"/>
              </a:ext>
            </a:extLst>
          </p:cNvPr>
          <p:cNvSpPr/>
          <p:nvPr/>
        </p:nvSpPr>
        <p:spPr>
          <a:xfrm>
            <a:off x="4080044" y="1463994"/>
            <a:ext cx="1721124" cy="3955712"/>
          </a:xfrm>
          <a:prstGeom prst="roundRect">
            <a:avLst/>
          </a:prstGeom>
          <a:solidFill>
            <a:schemeClr val="bg1"/>
          </a:solidFill>
          <a:ln w="57150">
            <a:solidFill>
              <a:schemeClr val="accent4"/>
            </a:solidFill>
          </a:ln>
        </p:spPr>
        <p:style>
          <a:lnRef idx="0">
            <a:scrgbClr r="0" g="0" b="0"/>
          </a:lnRef>
          <a:fillRef idx="0">
            <a:scrgbClr r="0" g="0" b="0"/>
          </a:fillRef>
          <a:effectRef idx="0">
            <a:scrgbClr r="0" g="0" b="0"/>
          </a:effectRef>
          <a:fontRef idx="minor">
            <a:schemeClr val="lt1"/>
          </a:fontRef>
        </p:style>
        <p:txBody>
          <a:bodyPr lIns="0" rIns="0" rtlCol="0" anchor="ctr"/>
          <a:lstStyle/>
          <a:p>
            <a:pPr algn="ctr"/>
            <a:r>
              <a:rPr lang="en-US" sz="1200">
                <a:solidFill>
                  <a:schemeClr val="tx1"/>
                </a:solidFill>
                <a:latin typeface="Avenir Book" panose="02000503020000020003" pitchFamily="2" charset="0"/>
              </a:rPr>
              <a:t>Derive a </a:t>
            </a:r>
          </a:p>
          <a:p>
            <a:pPr algn="ctr"/>
            <a:r>
              <a:rPr lang="en-US" sz="1200">
                <a:solidFill>
                  <a:schemeClr val="tx1"/>
                </a:solidFill>
                <a:latin typeface="Avenir Book" panose="02000503020000020003" pitchFamily="2" charset="0"/>
              </a:rPr>
              <a:t>Personalized, </a:t>
            </a:r>
          </a:p>
          <a:p>
            <a:pPr algn="ctr"/>
            <a:r>
              <a:rPr lang="en-US" sz="1200">
                <a:solidFill>
                  <a:schemeClr val="tx1"/>
                </a:solidFill>
                <a:latin typeface="Avenir Book" panose="02000503020000020003" pitchFamily="2" charset="0"/>
              </a:rPr>
              <a:t>Compelling &amp; Sales Offer</a:t>
            </a:r>
          </a:p>
        </p:txBody>
      </p:sp>
      <p:sp>
        <p:nvSpPr>
          <p:cNvPr id="8" name="Rectangle: Rounded Corners 7">
            <a:extLst>
              <a:ext uri="{FF2B5EF4-FFF2-40B4-BE49-F238E27FC236}">
                <a16:creationId xmlns:a16="http://schemas.microsoft.com/office/drawing/2014/main" id="{17E49B68-B0F8-0CBD-71BB-604178095137}"/>
              </a:ext>
            </a:extLst>
          </p:cNvPr>
          <p:cNvSpPr/>
          <p:nvPr/>
        </p:nvSpPr>
        <p:spPr>
          <a:xfrm>
            <a:off x="585115" y="3358289"/>
            <a:ext cx="3246138" cy="469127"/>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Previous claim and device upgrade history </a:t>
            </a:r>
          </a:p>
        </p:txBody>
      </p:sp>
      <p:sp>
        <p:nvSpPr>
          <p:cNvPr id="10" name="Rectangle: Rounded Corners 9">
            <a:extLst>
              <a:ext uri="{FF2B5EF4-FFF2-40B4-BE49-F238E27FC236}">
                <a16:creationId xmlns:a16="http://schemas.microsoft.com/office/drawing/2014/main" id="{6C4D2954-2C77-BAE2-08A0-52334B866B07}"/>
              </a:ext>
            </a:extLst>
          </p:cNvPr>
          <p:cNvSpPr/>
          <p:nvPr/>
        </p:nvSpPr>
        <p:spPr>
          <a:xfrm>
            <a:off x="599217" y="3900065"/>
            <a:ext cx="3246138" cy="469127"/>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Device detection from previous interactions</a:t>
            </a:r>
          </a:p>
        </p:txBody>
      </p:sp>
      <p:sp>
        <p:nvSpPr>
          <p:cNvPr id="11" name="Rectangle: Rounded Corners 10">
            <a:extLst>
              <a:ext uri="{FF2B5EF4-FFF2-40B4-BE49-F238E27FC236}">
                <a16:creationId xmlns:a16="http://schemas.microsoft.com/office/drawing/2014/main" id="{CC418111-5EB4-0013-1B36-D4FAB6FE1988}"/>
              </a:ext>
            </a:extLst>
          </p:cNvPr>
          <p:cNvSpPr/>
          <p:nvPr/>
        </p:nvSpPr>
        <p:spPr>
          <a:xfrm>
            <a:off x="611176" y="4418143"/>
            <a:ext cx="3246138" cy="469127"/>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err="1">
                <a:solidFill>
                  <a:schemeClr val="tx1"/>
                </a:solidFill>
                <a:latin typeface="Avenir Book" panose="02000503020000020003" pitchFamily="2" charset="0"/>
              </a:rPr>
              <a:t>Claritas</a:t>
            </a:r>
            <a:r>
              <a:rPr lang="en-US" sz="1050">
                <a:solidFill>
                  <a:schemeClr val="tx1"/>
                </a:solidFill>
                <a:latin typeface="Avenir Book" panose="02000503020000020003" pitchFamily="2" charset="0"/>
              </a:rPr>
              <a:t> Customer Demographics</a:t>
            </a:r>
          </a:p>
        </p:txBody>
      </p:sp>
      <p:sp>
        <p:nvSpPr>
          <p:cNvPr id="12" name="Rectangle: Rounded Corners 11">
            <a:extLst>
              <a:ext uri="{FF2B5EF4-FFF2-40B4-BE49-F238E27FC236}">
                <a16:creationId xmlns:a16="http://schemas.microsoft.com/office/drawing/2014/main" id="{8F14C576-B65E-4862-2AB4-580747B83A4E}"/>
              </a:ext>
            </a:extLst>
          </p:cNvPr>
          <p:cNvSpPr/>
          <p:nvPr/>
        </p:nvSpPr>
        <p:spPr>
          <a:xfrm>
            <a:off x="5924278" y="1463994"/>
            <a:ext cx="1721124" cy="3955712"/>
          </a:xfrm>
          <a:prstGeom prst="roundRect">
            <a:avLst/>
          </a:prstGeom>
          <a:solidFill>
            <a:schemeClr val="bg1"/>
          </a:solidFill>
          <a:ln w="57150">
            <a:solidFill>
              <a:schemeClr val="accent4"/>
            </a:solidFill>
          </a:ln>
        </p:spPr>
        <p:style>
          <a:lnRef idx="0">
            <a:scrgbClr r="0" g="0" b="0"/>
          </a:lnRef>
          <a:fillRef idx="0">
            <a:scrgbClr r="0" g="0" b="0"/>
          </a:fillRef>
          <a:effectRef idx="0">
            <a:scrgbClr r="0" g="0" b="0"/>
          </a:effectRef>
          <a:fontRef idx="minor">
            <a:schemeClr val="lt1"/>
          </a:fontRef>
        </p:style>
        <p:txBody>
          <a:bodyPr lIns="0" rIns="0" rtlCol="0" anchor="ctr"/>
          <a:lstStyle/>
          <a:p>
            <a:pPr algn="ctr"/>
            <a:r>
              <a:rPr lang="en-US" sz="1200">
                <a:solidFill>
                  <a:schemeClr val="tx1"/>
                </a:solidFill>
                <a:latin typeface="Avenir Book" panose="02000503020000020003" pitchFamily="2" charset="0"/>
              </a:rPr>
              <a:t>Refine Sales Offer for Compliance/Sales GPS</a:t>
            </a:r>
          </a:p>
        </p:txBody>
      </p:sp>
      <p:sp>
        <p:nvSpPr>
          <p:cNvPr id="13" name="Rectangle: Rounded Corners 12">
            <a:extLst>
              <a:ext uri="{FF2B5EF4-FFF2-40B4-BE49-F238E27FC236}">
                <a16:creationId xmlns:a16="http://schemas.microsoft.com/office/drawing/2014/main" id="{A7630570-4FA8-F14D-CC42-E88144EF54ED}"/>
              </a:ext>
            </a:extLst>
          </p:cNvPr>
          <p:cNvSpPr/>
          <p:nvPr/>
        </p:nvSpPr>
        <p:spPr>
          <a:xfrm>
            <a:off x="7861069" y="1462927"/>
            <a:ext cx="3030707" cy="1085032"/>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Highly personalized Offer to this customer; </a:t>
            </a:r>
          </a:p>
          <a:p>
            <a:pPr algn="ctr"/>
            <a:r>
              <a:rPr lang="en-US" sz="1050">
                <a:solidFill>
                  <a:schemeClr val="tx1"/>
                </a:solidFill>
                <a:latin typeface="Avenir Book" panose="02000503020000020003" pitchFamily="2" charset="0"/>
              </a:rPr>
              <a:t>Prioritize top benefits;</a:t>
            </a:r>
          </a:p>
          <a:p>
            <a:pPr algn="ctr"/>
            <a:r>
              <a:rPr lang="en-US" sz="1050">
                <a:solidFill>
                  <a:schemeClr val="tx1"/>
                </a:solidFill>
                <a:latin typeface="Avenir Book" panose="02000503020000020003" pitchFamily="2" charset="0"/>
              </a:rPr>
              <a:t>Tailor to customer needs;</a:t>
            </a:r>
          </a:p>
          <a:p>
            <a:pPr algn="ctr"/>
            <a:r>
              <a:rPr lang="en-US" sz="1050">
                <a:solidFill>
                  <a:schemeClr val="tx1"/>
                </a:solidFill>
                <a:latin typeface="Avenir Book" panose="02000503020000020003" pitchFamily="2" charset="0"/>
              </a:rPr>
              <a:t>Clear value demonstration;</a:t>
            </a:r>
          </a:p>
          <a:p>
            <a:pPr algn="ctr"/>
            <a:r>
              <a:rPr lang="en-US" sz="1050">
                <a:solidFill>
                  <a:schemeClr val="tx1"/>
                </a:solidFill>
                <a:latin typeface="Avenir Book" panose="02000503020000020003" pitchFamily="2" charset="0"/>
              </a:rPr>
              <a:t>Fully compliant</a:t>
            </a:r>
          </a:p>
        </p:txBody>
      </p:sp>
      <p:sp>
        <p:nvSpPr>
          <p:cNvPr id="14" name="Rectangle: Rounded Corners 13">
            <a:extLst>
              <a:ext uri="{FF2B5EF4-FFF2-40B4-BE49-F238E27FC236}">
                <a16:creationId xmlns:a16="http://schemas.microsoft.com/office/drawing/2014/main" id="{77A09CA1-3C3B-32B1-E340-F8FD89E7C346}"/>
              </a:ext>
            </a:extLst>
          </p:cNvPr>
          <p:cNvSpPr/>
          <p:nvPr/>
        </p:nvSpPr>
        <p:spPr>
          <a:xfrm>
            <a:off x="7861069" y="3528311"/>
            <a:ext cx="3030707" cy="531532"/>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Add and improve offer if experts needs it</a:t>
            </a:r>
          </a:p>
        </p:txBody>
      </p:sp>
      <p:sp>
        <p:nvSpPr>
          <p:cNvPr id="15" name="TextBox 14">
            <a:extLst>
              <a:ext uri="{FF2B5EF4-FFF2-40B4-BE49-F238E27FC236}">
                <a16:creationId xmlns:a16="http://schemas.microsoft.com/office/drawing/2014/main" id="{C2528F40-DFFE-AE65-B151-98B70BDBCAA9}"/>
              </a:ext>
            </a:extLst>
          </p:cNvPr>
          <p:cNvSpPr txBox="1"/>
          <p:nvPr/>
        </p:nvSpPr>
        <p:spPr>
          <a:xfrm>
            <a:off x="1734316" y="1075263"/>
            <a:ext cx="947736" cy="261610"/>
          </a:xfrm>
          <a:prstGeom prst="rect">
            <a:avLst/>
          </a:prstGeom>
          <a:noFill/>
        </p:spPr>
        <p:txBody>
          <a:bodyPr wrap="square" lIns="0" rIns="0" bIns="0" rtlCol="0">
            <a:spAutoFit/>
          </a:bodyPr>
          <a:lstStyle/>
          <a:p>
            <a:pPr algn="ctr"/>
            <a:r>
              <a:rPr lang="en-US" sz="1400" b="1">
                <a:latin typeface="Avenir Book" panose="02000503020000020003" pitchFamily="2" charset="0"/>
                <a:cs typeface="Georgia"/>
              </a:rPr>
              <a:t>Inputs</a:t>
            </a:r>
          </a:p>
        </p:txBody>
      </p:sp>
      <p:sp>
        <p:nvSpPr>
          <p:cNvPr id="16" name="TextBox 15">
            <a:extLst>
              <a:ext uri="{FF2B5EF4-FFF2-40B4-BE49-F238E27FC236}">
                <a16:creationId xmlns:a16="http://schemas.microsoft.com/office/drawing/2014/main" id="{E3048193-2545-9635-3EA5-59870203D821}"/>
              </a:ext>
            </a:extLst>
          </p:cNvPr>
          <p:cNvSpPr txBox="1"/>
          <p:nvPr/>
        </p:nvSpPr>
        <p:spPr>
          <a:xfrm>
            <a:off x="5327300" y="1099787"/>
            <a:ext cx="947736" cy="261610"/>
          </a:xfrm>
          <a:prstGeom prst="rect">
            <a:avLst/>
          </a:prstGeom>
          <a:noFill/>
        </p:spPr>
        <p:txBody>
          <a:bodyPr wrap="square" lIns="0" rIns="0" bIns="0" rtlCol="0">
            <a:spAutoFit/>
          </a:bodyPr>
          <a:lstStyle/>
          <a:p>
            <a:pPr algn="ctr"/>
            <a:r>
              <a:rPr lang="en-US" sz="1400" b="1">
                <a:latin typeface="Avenir Book" panose="02000503020000020003" pitchFamily="2" charset="0"/>
                <a:cs typeface="Georgia"/>
              </a:rPr>
              <a:t>Engine</a:t>
            </a:r>
          </a:p>
        </p:txBody>
      </p:sp>
      <p:sp>
        <p:nvSpPr>
          <p:cNvPr id="17" name="TextBox 16">
            <a:extLst>
              <a:ext uri="{FF2B5EF4-FFF2-40B4-BE49-F238E27FC236}">
                <a16:creationId xmlns:a16="http://schemas.microsoft.com/office/drawing/2014/main" id="{E67F4EAE-0436-3C0B-ECDF-1B29B217C10C}"/>
              </a:ext>
            </a:extLst>
          </p:cNvPr>
          <p:cNvSpPr txBox="1"/>
          <p:nvPr/>
        </p:nvSpPr>
        <p:spPr>
          <a:xfrm>
            <a:off x="8890979" y="1100886"/>
            <a:ext cx="947736" cy="261610"/>
          </a:xfrm>
          <a:prstGeom prst="rect">
            <a:avLst/>
          </a:prstGeom>
          <a:noFill/>
        </p:spPr>
        <p:txBody>
          <a:bodyPr wrap="square" lIns="0" rIns="0" bIns="0" rtlCol="0">
            <a:spAutoFit/>
          </a:bodyPr>
          <a:lstStyle/>
          <a:p>
            <a:pPr algn="ctr"/>
            <a:r>
              <a:rPr lang="en-US" sz="1400" b="1">
                <a:latin typeface="Avenir Book" panose="02000503020000020003" pitchFamily="2" charset="0"/>
                <a:cs typeface="Georgia"/>
              </a:rPr>
              <a:t>Outputs</a:t>
            </a:r>
          </a:p>
        </p:txBody>
      </p:sp>
      <p:sp>
        <p:nvSpPr>
          <p:cNvPr id="18" name="Rectangle: Rounded Corners 10">
            <a:extLst>
              <a:ext uri="{FF2B5EF4-FFF2-40B4-BE49-F238E27FC236}">
                <a16:creationId xmlns:a16="http://schemas.microsoft.com/office/drawing/2014/main" id="{1B72B23B-15BE-3810-3891-EFCF2DA5A9E4}"/>
              </a:ext>
            </a:extLst>
          </p:cNvPr>
          <p:cNvSpPr/>
          <p:nvPr/>
        </p:nvSpPr>
        <p:spPr>
          <a:xfrm>
            <a:off x="599601" y="4950579"/>
            <a:ext cx="3246138" cy="469127"/>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Experts’ Offering styles </a:t>
            </a:r>
          </a:p>
        </p:txBody>
      </p:sp>
      <p:sp>
        <p:nvSpPr>
          <p:cNvPr id="19" name="Rectangle: Rounded Corners 13">
            <a:extLst>
              <a:ext uri="{FF2B5EF4-FFF2-40B4-BE49-F238E27FC236}">
                <a16:creationId xmlns:a16="http://schemas.microsoft.com/office/drawing/2014/main" id="{79D993D3-BD0E-C4B4-AACC-082D438FF19F}"/>
              </a:ext>
            </a:extLst>
          </p:cNvPr>
          <p:cNvSpPr/>
          <p:nvPr/>
        </p:nvSpPr>
        <p:spPr>
          <a:xfrm>
            <a:off x="7861069" y="4193696"/>
            <a:ext cx="3030707" cy="31883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Bullets and/or Verbose </a:t>
            </a:r>
          </a:p>
        </p:txBody>
      </p:sp>
      <p:sp>
        <p:nvSpPr>
          <p:cNvPr id="20" name="Rectangle: Rounded Corners 13">
            <a:extLst>
              <a:ext uri="{FF2B5EF4-FFF2-40B4-BE49-F238E27FC236}">
                <a16:creationId xmlns:a16="http://schemas.microsoft.com/office/drawing/2014/main" id="{59B76566-7301-39A0-79C1-949321791305}"/>
              </a:ext>
            </a:extLst>
          </p:cNvPr>
          <p:cNvSpPr/>
          <p:nvPr/>
        </p:nvSpPr>
        <p:spPr>
          <a:xfrm>
            <a:off x="7849494" y="4646383"/>
            <a:ext cx="3030707" cy="716355"/>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Tailored to Experts’ offering style </a:t>
            </a:r>
          </a:p>
        </p:txBody>
      </p:sp>
      <p:sp>
        <p:nvSpPr>
          <p:cNvPr id="21" name="Rectangle: Rounded Corners 13">
            <a:extLst>
              <a:ext uri="{FF2B5EF4-FFF2-40B4-BE49-F238E27FC236}">
                <a16:creationId xmlns:a16="http://schemas.microsoft.com/office/drawing/2014/main" id="{079FE4D1-A214-4958-B2C9-6B2197E92FCB}"/>
              </a:ext>
            </a:extLst>
          </p:cNvPr>
          <p:cNvSpPr/>
          <p:nvPr/>
        </p:nvSpPr>
        <p:spPr>
          <a:xfrm>
            <a:off x="7849494" y="2681911"/>
            <a:ext cx="3030707" cy="716355"/>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Reasoning behind the recommendations </a:t>
            </a:r>
          </a:p>
          <a:p>
            <a:pPr algn="ctr"/>
            <a:r>
              <a:rPr lang="en-US" sz="1050" baseline="-25000">
                <a:solidFill>
                  <a:schemeClr val="tx1"/>
                </a:solidFill>
                <a:latin typeface="Avenir Book" panose="02000503020000020003" pitchFamily="2" charset="0"/>
              </a:rPr>
              <a:t>(why this offer is a good offer)</a:t>
            </a:r>
          </a:p>
        </p:txBody>
      </p:sp>
      <p:sp>
        <p:nvSpPr>
          <p:cNvPr id="22" name="Rectangle: Rounded Corners 13">
            <a:extLst>
              <a:ext uri="{FF2B5EF4-FFF2-40B4-BE49-F238E27FC236}">
                <a16:creationId xmlns:a16="http://schemas.microsoft.com/office/drawing/2014/main" id="{7D6D8732-B8D5-2CD1-7C2A-EC460F7EF16B}"/>
              </a:ext>
            </a:extLst>
          </p:cNvPr>
          <p:cNvSpPr/>
          <p:nvPr/>
        </p:nvSpPr>
        <p:spPr>
          <a:xfrm>
            <a:off x="628152" y="5976973"/>
            <a:ext cx="1103273" cy="15804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Current</a:t>
            </a:r>
          </a:p>
        </p:txBody>
      </p:sp>
      <p:sp>
        <p:nvSpPr>
          <p:cNvPr id="23" name="Rectangle: Rounded Corners 13">
            <a:extLst>
              <a:ext uri="{FF2B5EF4-FFF2-40B4-BE49-F238E27FC236}">
                <a16:creationId xmlns:a16="http://schemas.microsoft.com/office/drawing/2014/main" id="{4AFE28C5-4D15-BD4B-9663-9DB45855B267}"/>
              </a:ext>
            </a:extLst>
          </p:cNvPr>
          <p:cNvSpPr/>
          <p:nvPr/>
        </p:nvSpPr>
        <p:spPr>
          <a:xfrm>
            <a:off x="631043" y="6158462"/>
            <a:ext cx="1103273" cy="158044"/>
          </a:xfrm>
          <a:prstGeom prst="round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a:solidFill>
                  <a:schemeClr val="tx1"/>
                </a:solidFill>
                <a:latin typeface="Avenir Book" panose="02000503020000020003" pitchFamily="2" charset="0"/>
              </a:rPr>
              <a:t>Future Iterations</a:t>
            </a:r>
          </a:p>
        </p:txBody>
      </p:sp>
      <p:sp>
        <p:nvSpPr>
          <p:cNvPr id="9" name="Title 1">
            <a:extLst>
              <a:ext uri="{FF2B5EF4-FFF2-40B4-BE49-F238E27FC236}">
                <a16:creationId xmlns:a16="http://schemas.microsoft.com/office/drawing/2014/main" id="{D5FADD2F-5DC7-90FE-FFF6-6259BB25CFDC}"/>
              </a:ext>
            </a:extLst>
          </p:cNvPr>
          <p:cNvSpPr txBox="1">
            <a:spLocks/>
          </p:cNvSpPr>
          <p:nvPr/>
        </p:nvSpPr>
        <p:spPr>
          <a:xfrm>
            <a:off x="240506" y="122479"/>
            <a:ext cx="11777833" cy="61990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r>
              <a:rPr lang="en-US"/>
              <a:t>[Option B2] Moving beyond static content with </a:t>
            </a:r>
            <a:r>
              <a:rPr lang="en-US" err="1"/>
              <a:t>GenAI</a:t>
            </a:r>
            <a:r>
              <a:rPr lang="en-US"/>
              <a:t> personalized offer</a:t>
            </a:r>
          </a:p>
        </p:txBody>
      </p:sp>
    </p:spTree>
    <p:extLst>
      <p:ext uri="{BB962C8B-B14F-4D97-AF65-F5344CB8AC3E}">
        <p14:creationId xmlns:p14="http://schemas.microsoft.com/office/powerpoint/2010/main" val="15337584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A6FCE57-EEED-30B0-EFE1-FEFA431DA95B}"/>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8042FE1B-1014-7299-1288-90F4B3C0F03D}"/>
              </a:ext>
            </a:extLst>
          </p:cNvPr>
          <p:cNvSpPr>
            <a:spLocks noGrp="1"/>
          </p:cNvSpPr>
          <p:nvPr>
            <p:ph type="sldNum" sz="quarter" idx="21"/>
          </p:nvPr>
        </p:nvSpPr>
        <p:spPr/>
        <p:txBody>
          <a:bodyPr/>
          <a:lstStyle/>
          <a:p>
            <a:fld id="{9C3ACAB3-CA36-4966-8A1D-076772D39D8D}" type="slidenum">
              <a:rPr lang="en-US" smtClean="0"/>
              <a:pPr/>
              <a:t>14</a:t>
            </a:fld>
            <a:endParaRPr lang="en-US"/>
          </a:p>
        </p:txBody>
      </p:sp>
      <p:sp>
        <p:nvSpPr>
          <p:cNvPr id="8" name="Title 1">
            <a:extLst>
              <a:ext uri="{FF2B5EF4-FFF2-40B4-BE49-F238E27FC236}">
                <a16:creationId xmlns:a16="http://schemas.microsoft.com/office/drawing/2014/main" id="{5E05005F-6F84-76F9-71B4-8CCAFD1CDA1C}"/>
              </a:ext>
            </a:extLst>
          </p:cNvPr>
          <p:cNvSpPr txBox="1">
            <a:spLocks/>
          </p:cNvSpPr>
          <p:nvPr/>
        </p:nvSpPr>
        <p:spPr>
          <a:xfrm>
            <a:off x="240506" y="122478"/>
            <a:ext cx="11777833" cy="1025307"/>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r>
              <a:rPr lang="en-US"/>
              <a:t>[Option B2] </a:t>
            </a:r>
            <a:r>
              <a:rPr lang="en-US" err="1"/>
              <a:t>GenAI</a:t>
            </a:r>
            <a:r>
              <a:rPr lang="en-US"/>
              <a:t> model consumes active call transcript to identify key selling points, personalized for Shelly</a:t>
            </a:r>
          </a:p>
        </p:txBody>
      </p:sp>
      <p:sp>
        <p:nvSpPr>
          <p:cNvPr id="9" name="Speech Bubble: Rectangle 8">
            <a:extLst>
              <a:ext uri="{FF2B5EF4-FFF2-40B4-BE49-F238E27FC236}">
                <a16:creationId xmlns:a16="http://schemas.microsoft.com/office/drawing/2014/main" id="{0DBE871E-B336-147C-0E9D-1D3A3059D585}"/>
              </a:ext>
            </a:extLst>
          </p:cNvPr>
          <p:cNvSpPr/>
          <p:nvPr/>
        </p:nvSpPr>
        <p:spPr>
          <a:xfrm>
            <a:off x="581266" y="1377913"/>
            <a:ext cx="5080001" cy="1131984"/>
          </a:xfrm>
          <a:prstGeom prst="wedgeRectCallout">
            <a:avLst>
              <a:gd name="adj1" fmla="val -36064"/>
              <a:gd name="adj2" fmla="val 66353"/>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12" name="TextBox 11">
            <a:extLst>
              <a:ext uri="{FF2B5EF4-FFF2-40B4-BE49-F238E27FC236}">
                <a16:creationId xmlns:a16="http://schemas.microsoft.com/office/drawing/2014/main" id="{3D141A9A-2623-A38E-CB19-D2665B0E3C9D}"/>
              </a:ext>
            </a:extLst>
          </p:cNvPr>
          <p:cNvSpPr txBox="1"/>
          <p:nvPr/>
        </p:nvSpPr>
        <p:spPr>
          <a:xfrm>
            <a:off x="625229" y="1439529"/>
            <a:ext cx="4992076" cy="1015663"/>
          </a:xfrm>
          <a:prstGeom prst="rect">
            <a:avLst/>
          </a:prstGeom>
          <a:noFill/>
        </p:spPr>
        <p:txBody>
          <a:bodyPr wrap="square">
            <a:spAutoFit/>
          </a:bodyPr>
          <a:lstStyle/>
          <a:p>
            <a:pPr algn="l"/>
            <a:r>
              <a:rPr lang="en-US" sz="1200" b="0" i="0">
                <a:solidFill>
                  <a:srgbClr val="000000"/>
                </a:solidFill>
                <a:effectLst/>
                <a:latin typeface="Avenir Book"/>
              </a:rPr>
              <a:t>**Traveling and Not at Home**: Shelly mentioned that they are traveling and not at home. This indicates that they might have valuable tech devices with them during travel, which could be at risk of accidental damage or loss. Highlighting Home+ coverage for portable devices like laptops and tablets can be appealing, as it provides peace of mind while on the go.</a:t>
            </a:r>
          </a:p>
        </p:txBody>
      </p:sp>
      <p:sp>
        <p:nvSpPr>
          <p:cNvPr id="13" name="Speech Bubble: Rectangle 12">
            <a:extLst>
              <a:ext uri="{FF2B5EF4-FFF2-40B4-BE49-F238E27FC236}">
                <a16:creationId xmlns:a16="http://schemas.microsoft.com/office/drawing/2014/main" id="{81CDB1D0-E9E6-053D-1E42-8597BBB8F814}"/>
              </a:ext>
            </a:extLst>
          </p:cNvPr>
          <p:cNvSpPr/>
          <p:nvPr/>
        </p:nvSpPr>
        <p:spPr>
          <a:xfrm>
            <a:off x="6451599" y="2933836"/>
            <a:ext cx="5080001" cy="954970"/>
          </a:xfrm>
          <a:prstGeom prst="wedgeRectCallout">
            <a:avLst>
              <a:gd name="adj1" fmla="val -36064"/>
              <a:gd name="adj2" fmla="val 66353"/>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15" name="TextBox 14">
            <a:extLst>
              <a:ext uri="{FF2B5EF4-FFF2-40B4-BE49-F238E27FC236}">
                <a16:creationId xmlns:a16="http://schemas.microsoft.com/office/drawing/2014/main" id="{F86A9620-9B34-7C0B-AE86-CB8A74CAD5F4}"/>
              </a:ext>
            </a:extLst>
          </p:cNvPr>
          <p:cNvSpPr txBox="1"/>
          <p:nvPr/>
        </p:nvSpPr>
        <p:spPr>
          <a:xfrm>
            <a:off x="6495562" y="2984065"/>
            <a:ext cx="4992076" cy="830997"/>
          </a:xfrm>
          <a:prstGeom prst="rect">
            <a:avLst/>
          </a:prstGeom>
          <a:noFill/>
        </p:spPr>
        <p:txBody>
          <a:bodyPr wrap="square">
            <a:spAutoFit/>
          </a:bodyPr>
          <a:lstStyle/>
          <a:p>
            <a:pPr algn="l"/>
            <a:r>
              <a:rPr lang="en-US" sz="1200" b="0" i="0">
                <a:solidFill>
                  <a:srgbClr val="000000"/>
                </a:solidFill>
                <a:effectLst/>
                <a:latin typeface="Avenir Book"/>
              </a:rPr>
              <a:t>**Husband's Phone Lost**: The fact that Shelly's husband lost his phone suggests that they might be prone to misplacing or damaging devices. This can be used to emphasize the importance of having protection for other valuable home tech devices, which VHDP covers.</a:t>
            </a:r>
          </a:p>
        </p:txBody>
      </p:sp>
      <p:sp>
        <p:nvSpPr>
          <p:cNvPr id="16" name="Speech Bubble: Rectangle 15">
            <a:extLst>
              <a:ext uri="{FF2B5EF4-FFF2-40B4-BE49-F238E27FC236}">
                <a16:creationId xmlns:a16="http://schemas.microsoft.com/office/drawing/2014/main" id="{A4E96169-0BEA-4448-BDFB-235CD325A5C0}"/>
              </a:ext>
            </a:extLst>
          </p:cNvPr>
          <p:cNvSpPr/>
          <p:nvPr/>
        </p:nvSpPr>
        <p:spPr>
          <a:xfrm>
            <a:off x="581267" y="2892432"/>
            <a:ext cx="5080001" cy="1025308"/>
          </a:xfrm>
          <a:prstGeom prst="wedgeRectCallout">
            <a:avLst>
              <a:gd name="adj1" fmla="val -36064"/>
              <a:gd name="adj2" fmla="val 66353"/>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18" name="TextBox 17">
            <a:extLst>
              <a:ext uri="{FF2B5EF4-FFF2-40B4-BE49-F238E27FC236}">
                <a16:creationId xmlns:a16="http://schemas.microsoft.com/office/drawing/2014/main" id="{46E5D712-C880-46B5-5CA3-5F5758CD94F1}"/>
              </a:ext>
            </a:extLst>
          </p:cNvPr>
          <p:cNvSpPr txBox="1"/>
          <p:nvPr/>
        </p:nvSpPr>
        <p:spPr>
          <a:xfrm>
            <a:off x="625229" y="2973013"/>
            <a:ext cx="5036039" cy="830997"/>
          </a:xfrm>
          <a:prstGeom prst="rect">
            <a:avLst/>
          </a:prstGeom>
          <a:noFill/>
        </p:spPr>
        <p:txBody>
          <a:bodyPr wrap="square">
            <a:spAutoFit/>
          </a:bodyPr>
          <a:lstStyle/>
          <a:p>
            <a:pPr algn="l"/>
            <a:r>
              <a:rPr lang="en-US" sz="1200" b="0" i="0">
                <a:solidFill>
                  <a:srgbClr val="000000"/>
                </a:solidFill>
                <a:effectLst/>
                <a:latin typeface="Avenir Book"/>
              </a:rPr>
              <a:t>**Interest in Device Protection**: Shelly expressed interest in protecting her phone, indicating a general concern for device protection. This concern can be extended to other devices in their household, making VHDP a logical choice for comprehensive coverage.</a:t>
            </a:r>
          </a:p>
        </p:txBody>
      </p:sp>
      <p:sp>
        <p:nvSpPr>
          <p:cNvPr id="19" name="Speech Bubble: Rectangle 18">
            <a:extLst>
              <a:ext uri="{FF2B5EF4-FFF2-40B4-BE49-F238E27FC236}">
                <a16:creationId xmlns:a16="http://schemas.microsoft.com/office/drawing/2014/main" id="{C5841281-E9F6-99EF-1757-D608948FB468}"/>
              </a:ext>
            </a:extLst>
          </p:cNvPr>
          <p:cNvSpPr/>
          <p:nvPr/>
        </p:nvSpPr>
        <p:spPr>
          <a:xfrm>
            <a:off x="545305" y="4269905"/>
            <a:ext cx="5080001" cy="1125498"/>
          </a:xfrm>
          <a:prstGeom prst="wedgeRectCallout">
            <a:avLst>
              <a:gd name="adj1" fmla="val -36064"/>
              <a:gd name="adj2" fmla="val 66353"/>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21" name="TextBox 20">
            <a:extLst>
              <a:ext uri="{FF2B5EF4-FFF2-40B4-BE49-F238E27FC236}">
                <a16:creationId xmlns:a16="http://schemas.microsoft.com/office/drawing/2014/main" id="{5E343E25-AFF2-4EBA-6142-3366C1215B30}"/>
              </a:ext>
            </a:extLst>
          </p:cNvPr>
          <p:cNvSpPr txBox="1"/>
          <p:nvPr/>
        </p:nvSpPr>
        <p:spPr>
          <a:xfrm>
            <a:off x="545305" y="4299213"/>
            <a:ext cx="5080001" cy="1015663"/>
          </a:xfrm>
          <a:prstGeom prst="rect">
            <a:avLst/>
          </a:prstGeom>
          <a:noFill/>
        </p:spPr>
        <p:txBody>
          <a:bodyPr wrap="square">
            <a:spAutoFit/>
          </a:bodyPr>
          <a:lstStyle/>
          <a:p>
            <a:pPr algn="l"/>
            <a:r>
              <a:rPr lang="en-US" sz="1200" b="0" i="0">
                <a:solidFill>
                  <a:srgbClr val="000000"/>
                </a:solidFill>
                <a:effectLst/>
                <a:latin typeface="Avenir Book"/>
              </a:rPr>
              <a:t>**Household Situation**: Shelly mentioned that they are staying at a specific address until Sunday, which implies they might have a temporary or mobile lifestyle. This can be used to highlight the convenience of VHDP's coverage for multiple devices without needing to register each one individually, providing flexibility and ease of use.</a:t>
            </a:r>
          </a:p>
        </p:txBody>
      </p:sp>
      <p:sp>
        <p:nvSpPr>
          <p:cNvPr id="22" name="Speech Bubble: Rectangle 21">
            <a:extLst>
              <a:ext uri="{FF2B5EF4-FFF2-40B4-BE49-F238E27FC236}">
                <a16:creationId xmlns:a16="http://schemas.microsoft.com/office/drawing/2014/main" id="{8B0ACC9C-CFF9-6435-EC20-2C87DCF52667}"/>
              </a:ext>
            </a:extLst>
          </p:cNvPr>
          <p:cNvSpPr/>
          <p:nvPr/>
        </p:nvSpPr>
        <p:spPr>
          <a:xfrm>
            <a:off x="6451599" y="1389263"/>
            <a:ext cx="5080001" cy="1131984"/>
          </a:xfrm>
          <a:prstGeom prst="wedgeRectCallout">
            <a:avLst>
              <a:gd name="adj1" fmla="val -36064"/>
              <a:gd name="adj2" fmla="val 66353"/>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24" name="TextBox 23">
            <a:extLst>
              <a:ext uri="{FF2B5EF4-FFF2-40B4-BE49-F238E27FC236}">
                <a16:creationId xmlns:a16="http://schemas.microsoft.com/office/drawing/2014/main" id="{0665C4CF-28A3-9FD2-FD9F-C72AE7E2F20E}"/>
              </a:ext>
            </a:extLst>
          </p:cNvPr>
          <p:cNvSpPr txBox="1"/>
          <p:nvPr/>
        </p:nvSpPr>
        <p:spPr>
          <a:xfrm>
            <a:off x="6451598" y="1484483"/>
            <a:ext cx="5080001" cy="1015663"/>
          </a:xfrm>
          <a:prstGeom prst="rect">
            <a:avLst/>
          </a:prstGeom>
          <a:noFill/>
        </p:spPr>
        <p:txBody>
          <a:bodyPr wrap="square">
            <a:spAutoFit/>
          </a:bodyPr>
          <a:lstStyle/>
          <a:p>
            <a:pPr algn="l"/>
            <a:r>
              <a:rPr lang="en-US" sz="1200" b="0" i="0">
                <a:solidFill>
                  <a:srgbClr val="000000"/>
                </a:solidFill>
                <a:effectLst/>
                <a:latin typeface="Avenir Book"/>
              </a:rPr>
              <a:t>**Confusion About Plans**: Shelly seemed confused about the different protection plans and their costs. This presents an opportunity to clearly explain the benefits of VHDP, emphasizing its comprehensive coverage for a wide range of devices at a reasonable monthly cost, which can simplify her decision-making process.</a:t>
            </a:r>
          </a:p>
        </p:txBody>
      </p:sp>
      <p:sp>
        <p:nvSpPr>
          <p:cNvPr id="25" name="Speech Bubble: Rectangle 24">
            <a:extLst>
              <a:ext uri="{FF2B5EF4-FFF2-40B4-BE49-F238E27FC236}">
                <a16:creationId xmlns:a16="http://schemas.microsoft.com/office/drawing/2014/main" id="{846C7F7B-4567-10C4-F635-97B08072DAA6}"/>
              </a:ext>
            </a:extLst>
          </p:cNvPr>
          <p:cNvSpPr/>
          <p:nvPr/>
        </p:nvSpPr>
        <p:spPr>
          <a:xfrm>
            <a:off x="6451599" y="4269905"/>
            <a:ext cx="5080001" cy="1131984"/>
          </a:xfrm>
          <a:prstGeom prst="wedgeRectCallout">
            <a:avLst>
              <a:gd name="adj1" fmla="val -36064"/>
              <a:gd name="adj2" fmla="val 66353"/>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27" name="TextBox 26">
            <a:extLst>
              <a:ext uri="{FF2B5EF4-FFF2-40B4-BE49-F238E27FC236}">
                <a16:creationId xmlns:a16="http://schemas.microsoft.com/office/drawing/2014/main" id="{54964434-6C8F-806A-7A82-F1C473CCF430}"/>
              </a:ext>
            </a:extLst>
          </p:cNvPr>
          <p:cNvSpPr txBox="1"/>
          <p:nvPr/>
        </p:nvSpPr>
        <p:spPr>
          <a:xfrm>
            <a:off x="6451599" y="4338640"/>
            <a:ext cx="5043404" cy="1015663"/>
          </a:xfrm>
          <a:prstGeom prst="rect">
            <a:avLst/>
          </a:prstGeom>
          <a:noFill/>
        </p:spPr>
        <p:txBody>
          <a:bodyPr wrap="square">
            <a:spAutoFit/>
          </a:bodyPr>
          <a:lstStyle/>
          <a:p>
            <a:pPr algn="l"/>
            <a:r>
              <a:rPr lang="en-US" sz="1200" b="0" i="0">
                <a:solidFill>
                  <a:srgbClr val="000000"/>
                </a:solidFill>
                <a:effectLst/>
                <a:latin typeface="Avenir Book"/>
              </a:rPr>
              <a:t>**Desire for Quick and Reliable Service**: Shelly was concerned about the timely delivery of the replacement phone, indicating a priority for quick and reliable service. VHDP offers 24/7 technical support and expedited repair or replacement services, which can be highlighted as a benefit to ensure she receives prompt assistance for any covered device issues.</a:t>
            </a:r>
          </a:p>
        </p:txBody>
      </p:sp>
    </p:spTree>
    <p:extLst>
      <p:ext uri="{BB962C8B-B14F-4D97-AF65-F5344CB8AC3E}">
        <p14:creationId xmlns:p14="http://schemas.microsoft.com/office/powerpoint/2010/main" val="77905163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951C43-F1B4-6B94-74ED-55B4EEDE13AA}"/>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417C8449-5C5A-1758-6C9D-848232F1DE93}"/>
              </a:ext>
            </a:extLst>
          </p:cNvPr>
          <p:cNvPicPr>
            <a:picLocks noChangeAspect="1"/>
          </p:cNvPicPr>
          <p:nvPr/>
        </p:nvPicPr>
        <p:blipFill>
          <a:blip r:embed="rId3"/>
          <a:stretch>
            <a:fillRect/>
          </a:stretch>
        </p:blipFill>
        <p:spPr>
          <a:xfrm>
            <a:off x="2606096" y="1193368"/>
            <a:ext cx="6483196" cy="43452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itle 1">
            <a:extLst>
              <a:ext uri="{FF2B5EF4-FFF2-40B4-BE49-F238E27FC236}">
                <a16:creationId xmlns:a16="http://schemas.microsoft.com/office/drawing/2014/main" id="{B17E7B01-93DB-0AB1-891F-9BAE532DF34F}"/>
              </a:ext>
            </a:extLst>
          </p:cNvPr>
          <p:cNvSpPr>
            <a:spLocks noGrp="1"/>
          </p:cNvSpPr>
          <p:nvPr>
            <p:ph type="title"/>
          </p:nvPr>
        </p:nvSpPr>
        <p:spPr>
          <a:xfrm>
            <a:off x="240506" y="122479"/>
            <a:ext cx="11691961" cy="619906"/>
          </a:xfrm>
        </p:spPr>
        <p:txBody>
          <a:bodyPr/>
          <a:lstStyle/>
          <a:p>
            <a:r>
              <a:rPr lang="en-US"/>
              <a:t>[Option B2</a:t>
            </a:r>
            <a:r>
              <a:rPr lang="en-US" sz="2000"/>
              <a:t>(</a:t>
            </a:r>
            <a:r>
              <a:rPr lang="en-US" sz="2000" b="1">
                <a:solidFill>
                  <a:schemeClr val="accent1"/>
                </a:solidFill>
              </a:rPr>
              <a:t>bullets</a:t>
            </a:r>
            <a:r>
              <a:rPr lang="en-US" sz="2000"/>
              <a:t>)</a:t>
            </a:r>
            <a:r>
              <a:rPr lang="en-US"/>
              <a:t>] Static key words combined with </a:t>
            </a:r>
            <a:r>
              <a:rPr lang="en-US" err="1"/>
              <a:t>GenAI</a:t>
            </a:r>
            <a:r>
              <a:rPr lang="en-US"/>
              <a:t> personalization</a:t>
            </a:r>
          </a:p>
        </p:txBody>
      </p:sp>
      <p:sp>
        <p:nvSpPr>
          <p:cNvPr id="3" name="Footer Placeholder 2">
            <a:extLst>
              <a:ext uri="{FF2B5EF4-FFF2-40B4-BE49-F238E27FC236}">
                <a16:creationId xmlns:a16="http://schemas.microsoft.com/office/drawing/2014/main" id="{520FB3F1-DB15-39FD-DE1F-E993385853BC}"/>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546167FA-0B44-4048-A50C-65084F801E56}"/>
              </a:ext>
            </a:extLst>
          </p:cNvPr>
          <p:cNvSpPr>
            <a:spLocks noGrp="1"/>
          </p:cNvSpPr>
          <p:nvPr>
            <p:ph type="sldNum" sz="quarter" idx="21"/>
          </p:nvPr>
        </p:nvSpPr>
        <p:spPr/>
        <p:txBody>
          <a:bodyPr/>
          <a:lstStyle/>
          <a:p>
            <a:fld id="{9C3ACAB3-CA36-4966-8A1D-076772D39D8D}" type="slidenum">
              <a:rPr lang="en-US" smtClean="0"/>
              <a:pPr/>
              <a:t>15</a:t>
            </a:fld>
            <a:endParaRPr lang="en-US"/>
          </a:p>
        </p:txBody>
      </p:sp>
      <p:sp>
        <p:nvSpPr>
          <p:cNvPr id="5" name="Title 1">
            <a:extLst>
              <a:ext uri="{FF2B5EF4-FFF2-40B4-BE49-F238E27FC236}">
                <a16:creationId xmlns:a16="http://schemas.microsoft.com/office/drawing/2014/main" id="{6DD156AF-BB8F-D9A2-A184-0CF665CB4D2D}"/>
              </a:ext>
            </a:extLst>
          </p:cNvPr>
          <p:cNvSpPr txBox="1">
            <a:spLocks/>
          </p:cNvSpPr>
          <p:nvPr/>
        </p:nvSpPr>
        <p:spPr>
          <a:xfrm>
            <a:off x="9206518" y="1214860"/>
            <a:ext cx="2865052" cy="4128477"/>
          </a:xfrm>
          <a:prstGeom prst="rect">
            <a:avLst/>
          </a:prstGeom>
          <a:noFill/>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pPr marL="285750" indent="-285750">
              <a:buFont typeface="+mj-lt"/>
              <a:buAutoNum type="arabicPeriod"/>
            </a:pPr>
            <a:endParaRPr lang="en-US" sz="1400" b="1">
              <a:solidFill>
                <a:schemeClr val="accent1"/>
              </a:solidFill>
            </a:endParaRPr>
          </a:p>
          <a:p>
            <a:r>
              <a:rPr lang="en-US" sz="1400" b="1" err="1">
                <a:solidFill>
                  <a:schemeClr val="accent1"/>
                </a:solidFill>
              </a:rPr>
              <a:t>GenAI</a:t>
            </a:r>
            <a:r>
              <a:rPr lang="en-US" sz="1400" b="1">
                <a:solidFill>
                  <a:schemeClr val="accent1"/>
                </a:solidFill>
              </a:rPr>
              <a:t> personalized </a:t>
            </a:r>
            <a:r>
              <a:rPr lang="en-US" sz="1400"/>
              <a:t>offer combined with </a:t>
            </a:r>
            <a:r>
              <a:rPr lang="en-US" sz="1400" b="1">
                <a:solidFill>
                  <a:schemeClr val="accent1"/>
                </a:solidFill>
              </a:rPr>
              <a:t>key words (highlighted) from static content</a:t>
            </a:r>
            <a:r>
              <a:rPr lang="en-US" sz="1400"/>
              <a:t>; in a g</a:t>
            </a:r>
            <a:r>
              <a:rPr lang="en-US" sz="1400">
                <a:latin typeface="Calibri Light" panose="020F0302020204030204" pitchFamily="34" charset="0"/>
                <a:ea typeface="Calibri Light" panose="020F0302020204030204" pitchFamily="34" charset="0"/>
                <a:cs typeface="Calibri Light" panose="020F0302020204030204" pitchFamily="34" charset="0"/>
              </a:rPr>
              <a:t>uided flow</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Transition statement (static)</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Top 3 plan benefits, combination of </a:t>
            </a:r>
            <a:r>
              <a:rPr lang="en-US" sz="1200" err="1">
                <a:latin typeface="Calibri Light" panose="020F0302020204030204" pitchFamily="34" charset="0"/>
                <a:ea typeface="Calibri Light" panose="020F0302020204030204" pitchFamily="34" charset="0"/>
                <a:cs typeface="Calibri Light" panose="020F0302020204030204" pitchFamily="34" charset="0"/>
              </a:rPr>
              <a:t>GenAI</a:t>
            </a:r>
            <a:r>
              <a:rPr lang="en-US" sz="1200">
                <a:latin typeface="Calibri Light" panose="020F0302020204030204" pitchFamily="34" charset="0"/>
                <a:ea typeface="Calibri Light" panose="020F0302020204030204" pitchFamily="34" charset="0"/>
                <a:cs typeface="Calibri Light" panose="020F0302020204030204" pitchFamily="34" charset="0"/>
              </a:rPr>
              <a:t> personalization and static program benefits</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Key program benefits highlighted to draw attention/importance</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Compliance statements </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Product details available on demand (separate tab)</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Targeted use for tenured experts</a:t>
            </a:r>
          </a:p>
          <a:p>
            <a:pPr lvl="1"/>
            <a:endParaRPr lang="en-US" sz="1400"/>
          </a:p>
        </p:txBody>
      </p:sp>
      <p:pic>
        <p:nvPicPr>
          <p:cNvPr id="27" name="Picture 26">
            <a:extLst>
              <a:ext uri="{FF2B5EF4-FFF2-40B4-BE49-F238E27FC236}">
                <a16:creationId xmlns:a16="http://schemas.microsoft.com/office/drawing/2014/main" id="{199FB695-AA1D-99A7-650E-70E0B2A382E8}"/>
              </a:ext>
            </a:extLst>
          </p:cNvPr>
          <p:cNvPicPr>
            <a:picLocks noChangeAspect="1"/>
          </p:cNvPicPr>
          <p:nvPr/>
        </p:nvPicPr>
        <p:blipFill>
          <a:blip r:embed="rId4"/>
          <a:stretch>
            <a:fillRect/>
          </a:stretch>
        </p:blipFill>
        <p:spPr>
          <a:xfrm>
            <a:off x="280975" y="1197353"/>
            <a:ext cx="2145565" cy="48385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2" name="TextBox 31">
            <a:extLst>
              <a:ext uri="{FF2B5EF4-FFF2-40B4-BE49-F238E27FC236}">
                <a16:creationId xmlns:a16="http://schemas.microsoft.com/office/drawing/2014/main" id="{DD6C40DD-1614-0545-A865-A0950CD5CF14}"/>
              </a:ext>
            </a:extLst>
          </p:cNvPr>
          <p:cNvSpPr txBox="1"/>
          <p:nvPr/>
        </p:nvSpPr>
        <p:spPr>
          <a:xfrm>
            <a:off x="280975" y="860845"/>
            <a:ext cx="738985" cy="215444"/>
          </a:xfrm>
          <a:prstGeom prst="rect">
            <a:avLst/>
          </a:prstGeom>
          <a:noFill/>
        </p:spPr>
        <p:txBody>
          <a:bodyPr wrap="none" lIns="0" rIns="0" bIns="0" rtlCol="0">
            <a:spAutoFit/>
          </a:bodyPr>
          <a:lstStyle/>
          <a:p>
            <a:pPr algn="l"/>
            <a:r>
              <a:rPr lang="en-US" sz="1100" i="1">
                <a:cs typeface="Georgia"/>
              </a:rPr>
              <a:t>ASP - current</a:t>
            </a:r>
          </a:p>
        </p:txBody>
      </p:sp>
      <p:sp>
        <p:nvSpPr>
          <p:cNvPr id="33" name="TextBox 32">
            <a:extLst>
              <a:ext uri="{FF2B5EF4-FFF2-40B4-BE49-F238E27FC236}">
                <a16:creationId xmlns:a16="http://schemas.microsoft.com/office/drawing/2014/main" id="{0B8A765E-7A26-8591-8769-D0C678824F0B}"/>
              </a:ext>
            </a:extLst>
          </p:cNvPr>
          <p:cNvSpPr txBox="1"/>
          <p:nvPr/>
        </p:nvSpPr>
        <p:spPr>
          <a:xfrm>
            <a:off x="2641037" y="885170"/>
            <a:ext cx="1415452" cy="215444"/>
          </a:xfrm>
          <a:prstGeom prst="rect">
            <a:avLst/>
          </a:prstGeom>
          <a:noFill/>
        </p:spPr>
        <p:txBody>
          <a:bodyPr wrap="none" lIns="0" rIns="0" bIns="0" rtlCol="0">
            <a:spAutoFit/>
          </a:bodyPr>
          <a:lstStyle/>
          <a:p>
            <a:pPr algn="l"/>
            <a:r>
              <a:rPr lang="en-US" sz="1100" i="1">
                <a:cs typeface="Georgia"/>
              </a:rPr>
              <a:t>Alpha - recommendation</a:t>
            </a:r>
          </a:p>
        </p:txBody>
      </p:sp>
    </p:spTree>
    <p:extLst>
      <p:ext uri="{BB962C8B-B14F-4D97-AF65-F5344CB8AC3E}">
        <p14:creationId xmlns:p14="http://schemas.microsoft.com/office/powerpoint/2010/main" val="38078630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F68C53-EDF2-5A19-4B28-F93CFFE6D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13372-78D8-B2D8-AD5D-A3276F037F57}"/>
              </a:ext>
            </a:extLst>
          </p:cNvPr>
          <p:cNvSpPr>
            <a:spLocks noGrp="1"/>
          </p:cNvSpPr>
          <p:nvPr>
            <p:ph type="title"/>
          </p:nvPr>
        </p:nvSpPr>
        <p:spPr>
          <a:xfrm>
            <a:off x="240506" y="122479"/>
            <a:ext cx="11691961" cy="619906"/>
          </a:xfrm>
        </p:spPr>
        <p:txBody>
          <a:bodyPr/>
          <a:lstStyle/>
          <a:p>
            <a:r>
              <a:rPr lang="en-US"/>
              <a:t>[Option B2</a:t>
            </a:r>
            <a:r>
              <a:rPr lang="en-US" sz="2000"/>
              <a:t>(</a:t>
            </a:r>
            <a:r>
              <a:rPr lang="en-US" sz="2000" b="1">
                <a:solidFill>
                  <a:schemeClr val="accent1"/>
                </a:solidFill>
              </a:rPr>
              <a:t>script</a:t>
            </a:r>
            <a:r>
              <a:rPr lang="en-US" sz="2000"/>
              <a:t>)</a:t>
            </a:r>
            <a:r>
              <a:rPr lang="en-US"/>
              <a:t>] Static key words combined with </a:t>
            </a:r>
            <a:r>
              <a:rPr lang="en-US" err="1"/>
              <a:t>GenAI</a:t>
            </a:r>
            <a:r>
              <a:rPr lang="en-US"/>
              <a:t> personalization</a:t>
            </a:r>
          </a:p>
        </p:txBody>
      </p:sp>
      <p:sp>
        <p:nvSpPr>
          <p:cNvPr id="3" name="Footer Placeholder 2">
            <a:extLst>
              <a:ext uri="{FF2B5EF4-FFF2-40B4-BE49-F238E27FC236}">
                <a16:creationId xmlns:a16="http://schemas.microsoft.com/office/drawing/2014/main" id="{C655C0F8-BB02-B828-FC03-ACBC9BCFC132}"/>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AA2202C0-0D42-2A7E-EBB8-FA6EA1A0EF2B}"/>
              </a:ext>
            </a:extLst>
          </p:cNvPr>
          <p:cNvSpPr>
            <a:spLocks noGrp="1"/>
          </p:cNvSpPr>
          <p:nvPr>
            <p:ph type="sldNum" sz="quarter" idx="21"/>
          </p:nvPr>
        </p:nvSpPr>
        <p:spPr/>
        <p:txBody>
          <a:bodyPr/>
          <a:lstStyle/>
          <a:p>
            <a:fld id="{9C3ACAB3-CA36-4966-8A1D-076772D39D8D}" type="slidenum">
              <a:rPr lang="en-US" smtClean="0"/>
              <a:pPr/>
              <a:t>16</a:t>
            </a:fld>
            <a:endParaRPr lang="en-US"/>
          </a:p>
        </p:txBody>
      </p:sp>
      <p:sp>
        <p:nvSpPr>
          <p:cNvPr id="5" name="Title 1">
            <a:extLst>
              <a:ext uri="{FF2B5EF4-FFF2-40B4-BE49-F238E27FC236}">
                <a16:creationId xmlns:a16="http://schemas.microsoft.com/office/drawing/2014/main" id="{C4A27FDB-F013-396F-0A6A-680245FF4CF9}"/>
              </a:ext>
            </a:extLst>
          </p:cNvPr>
          <p:cNvSpPr txBox="1">
            <a:spLocks/>
          </p:cNvSpPr>
          <p:nvPr/>
        </p:nvSpPr>
        <p:spPr>
          <a:xfrm>
            <a:off x="9206518" y="1214860"/>
            <a:ext cx="2865052" cy="4128477"/>
          </a:xfrm>
          <a:prstGeom prst="rect">
            <a:avLst/>
          </a:prstGeom>
          <a:noFill/>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pPr marL="285750" indent="-285750">
              <a:buFont typeface="+mj-lt"/>
              <a:buAutoNum type="arabicPeriod"/>
            </a:pPr>
            <a:endParaRPr lang="en-US" sz="1400" b="1">
              <a:solidFill>
                <a:schemeClr val="accent1"/>
              </a:solidFill>
            </a:endParaRPr>
          </a:p>
          <a:p>
            <a:r>
              <a:rPr lang="en-US" sz="1400" b="1" err="1">
                <a:solidFill>
                  <a:schemeClr val="accent1"/>
                </a:solidFill>
              </a:rPr>
              <a:t>GenAI</a:t>
            </a:r>
            <a:r>
              <a:rPr lang="en-US" sz="1400" b="1">
                <a:solidFill>
                  <a:schemeClr val="accent1"/>
                </a:solidFill>
              </a:rPr>
              <a:t> personalized offer with full script</a:t>
            </a:r>
            <a:endParaRPr lang="en-US" sz="1400" b="1">
              <a:solidFill>
                <a:schemeClr val="accent1"/>
              </a:solidFill>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Inclusive of transition statement, personalized benefits and compliance statements built-in </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Product details available on demand (separate tab)</a:t>
            </a:r>
          </a:p>
          <a:p>
            <a:pPr marL="285750" indent="-285750">
              <a:buFont typeface="+mj-lt"/>
              <a:buAutoNum type="alphaLcParenR"/>
            </a:pPr>
            <a:r>
              <a:rPr lang="en-US" sz="1200">
                <a:latin typeface="Calibri Light" panose="020F0302020204030204" pitchFamily="34" charset="0"/>
                <a:ea typeface="Calibri Light" panose="020F0302020204030204" pitchFamily="34" charset="0"/>
                <a:cs typeface="Calibri Light" panose="020F0302020204030204" pitchFamily="34" charset="0"/>
              </a:rPr>
              <a:t>Targeted use for new experts</a:t>
            </a:r>
          </a:p>
          <a:p>
            <a:pPr lvl="1"/>
            <a:endParaRPr lang="en-US" sz="1400"/>
          </a:p>
        </p:txBody>
      </p:sp>
      <p:pic>
        <p:nvPicPr>
          <p:cNvPr id="27" name="Picture 26">
            <a:extLst>
              <a:ext uri="{FF2B5EF4-FFF2-40B4-BE49-F238E27FC236}">
                <a16:creationId xmlns:a16="http://schemas.microsoft.com/office/drawing/2014/main" id="{28A309D7-239D-DD81-8A5F-3DE8032E77CF}"/>
              </a:ext>
            </a:extLst>
          </p:cNvPr>
          <p:cNvPicPr>
            <a:picLocks noChangeAspect="1"/>
          </p:cNvPicPr>
          <p:nvPr/>
        </p:nvPicPr>
        <p:blipFill>
          <a:blip r:embed="rId3"/>
          <a:stretch>
            <a:fillRect/>
          </a:stretch>
        </p:blipFill>
        <p:spPr>
          <a:xfrm>
            <a:off x="280975" y="1197353"/>
            <a:ext cx="2145565" cy="48385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2" name="TextBox 31">
            <a:extLst>
              <a:ext uri="{FF2B5EF4-FFF2-40B4-BE49-F238E27FC236}">
                <a16:creationId xmlns:a16="http://schemas.microsoft.com/office/drawing/2014/main" id="{8F1538CC-633A-E0B2-6D2F-0927B8DED235}"/>
              </a:ext>
            </a:extLst>
          </p:cNvPr>
          <p:cNvSpPr txBox="1"/>
          <p:nvPr/>
        </p:nvSpPr>
        <p:spPr>
          <a:xfrm>
            <a:off x="280975" y="860845"/>
            <a:ext cx="738985" cy="215444"/>
          </a:xfrm>
          <a:prstGeom prst="rect">
            <a:avLst/>
          </a:prstGeom>
          <a:noFill/>
        </p:spPr>
        <p:txBody>
          <a:bodyPr wrap="none" lIns="0" rIns="0" bIns="0" rtlCol="0">
            <a:spAutoFit/>
          </a:bodyPr>
          <a:lstStyle/>
          <a:p>
            <a:pPr algn="l"/>
            <a:r>
              <a:rPr lang="en-US" sz="1100" i="1">
                <a:cs typeface="Georgia"/>
              </a:rPr>
              <a:t>ASP - current</a:t>
            </a:r>
          </a:p>
        </p:txBody>
      </p:sp>
      <p:sp>
        <p:nvSpPr>
          <p:cNvPr id="33" name="TextBox 32">
            <a:extLst>
              <a:ext uri="{FF2B5EF4-FFF2-40B4-BE49-F238E27FC236}">
                <a16:creationId xmlns:a16="http://schemas.microsoft.com/office/drawing/2014/main" id="{EEAB84C6-5848-0792-A7D7-3B80388506F6}"/>
              </a:ext>
            </a:extLst>
          </p:cNvPr>
          <p:cNvSpPr txBox="1"/>
          <p:nvPr/>
        </p:nvSpPr>
        <p:spPr>
          <a:xfrm>
            <a:off x="2641037" y="885170"/>
            <a:ext cx="1415452" cy="215444"/>
          </a:xfrm>
          <a:prstGeom prst="rect">
            <a:avLst/>
          </a:prstGeom>
          <a:noFill/>
        </p:spPr>
        <p:txBody>
          <a:bodyPr wrap="none" lIns="0" rIns="0" bIns="0" rtlCol="0">
            <a:spAutoFit/>
          </a:bodyPr>
          <a:lstStyle/>
          <a:p>
            <a:pPr algn="l"/>
            <a:r>
              <a:rPr lang="en-US" sz="1100" i="1">
                <a:cs typeface="Georgia"/>
              </a:rPr>
              <a:t>Alpha - recommendation</a:t>
            </a:r>
          </a:p>
        </p:txBody>
      </p:sp>
      <p:pic>
        <p:nvPicPr>
          <p:cNvPr id="25" name="Picture 24">
            <a:extLst>
              <a:ext uri="{FF2B5EF4-FFF2-40B4-BE49-F238E27FC236}">
                <a16:creationId xmlns:a16="http://schemas.microsoft.com/office/drawing/2014/main" id="{56ABFAFF-7BF0-9E2C-F0B2-0AF2DC8405DE}"/>
              </a:ext>
            </a:extLst>
          </p:cNvPr>
          <p:cNvPicPr>
            <a:picLocks noChangeAspect="1"/>
          </p:cNvPicPr>
          <p:nvPr/>
        </p:nvPicPr>
        <p:blipFill>
          <a:blip r:embed="rId4"/>
          <a:stretch>
            <a:fillRect/>
          </a:stretch>
        </p:blipFill>
        <p:spPr>
          <a:xfrm>
            <a:off x="2586332" y="1197352"/>
            <a:ext cx="6436856" cy="40702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260766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B63023-6C85-2872-B217-D3BECBC7FDAE}"/>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23643AFD-0F47-06FB-CE31-2A21ED3CF7A8}"/>
              </a:ext>
            </a:extLst>
          </p:cNvPr>
          <p:cNvPicPr>
            <a:picLocks noChangeAspect="1"/>
          </p:cNvPicPr>
          <p:nvPr/>
        </p:nvPicPr>
        <p:blipFill>
          <a:blip r:embed="rId3">
            <a:alphaModFix amt="35000"/>
          </a:blip>
          <a:stretch>
            <a:fillRect/>
          </a:stretch>
        </p:blipFill>
        <p:spPr>
          <a:xfrm>
            <a:off x="240506" y="762801"/>
            <a:ext cx="7293440" cy="5693508"/>
          </a:xfrm>
          <a:prstGeom prst="rect">
            <a:avLst/>
          </a:prstGeom>
        </p:spPr>
      </p:pic>
      <p:sp>
        <p:nvSpPr>
          <p:cNvPr id="2" name="Title 1">
            <a:extLst>
              <a:ext uri="{FF2B5EF4-FFF2-40B4-BE49-F238E27FC236}">
                <a16:creationId xmlns:a16="http://schemas.microsoft.com/office/drawing/2014/main" id="{C76257CB-4028-877C-CA1B-711551910260}"/>
              </a:ext>
            </a:extLst>
          </p:cNvPr>
          <p:cNvSpPr>
            <a:spLocks noGrp="1"/>
          </p:cNvSpPr>
          <p:nvPr>
            <p:ph type="title"/>
          </p:nvPr>
        </p:nvSpPr>
        <p:spPr>
          <a:xfrm>
            <a:off x="240506" y="122479"/>
            <a:ext cx="11191875" cy="619906"/>
          </a:xfrm>
        </p:spPr>
        <p:txBody>
          <a:bodyPr/>
          <a:lstStyle/>
          <a:p>
            <a:r>
              <a:rPr lang="en-US"/>
              <a:t>New sales features in Alpha will increase SP100 </a:t>
            </a:r>
          </a:p>
        </p:txBody>
      </p:sp>
      <p:sp>
        <p:nvSpPr>
          <p:cNvPr id="3" name="Footer Placeholder 2">
            <a:extLst>
              <a:ext uri="{FF2B5EF4-FFF2-40B4-BE49-F238E27FC236}">
                <a16:creationId xmlns:a16="http://schemas.microsoft.com/office/drawing/2014/main" id="{A5E2C003-1C04-9ED1-5086-1A01AD98554C}"/>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47D8C305-853B-62CC-5E14-B488007A777F}"/>
              </a:ext>
            </a:extLst>
          </p:cNvPr>
          <p:cNvSpPr>
            <a:spLocks noGrp="1"/>
          </p:cNvSpPr>
          <p:nvPr>
            <p:ph type="sldNum" sz="quarter" idx="21"/>
          </p:nvPr>
        </p:nvSpPr>
        <p:spPr/>
        <p:txBody>
          <a:bodyPr/>
          <a:lstStyle/>
          <a:p>
            <a:fld id="{9C3ACAB3-CA36-4966-8A1D-076772D39D8D}" type="slidenum">
              <a:rPr lang="en-US" smtClean="0"/>
              <a:pPr/>
              <a:t>17</a:t>
            </a:fld>
            <a:endParaRPr lang="en-US"/>
          </a:p>
        </p:txBody>
      </p:sp>
      <p:sp>
        <p:nvSpPr>
          <p:cNvPr id="7" name="Oval 6">
            <a:extLst>
              <a:ext uri="{FF2B5EF4-FFF2-40B4-BE49-F238E27FC236}">
                <a16:creationId xmlns:a16="http://schemas.microsoft.com/office/drawing/2014/main" id="{27335FF2-EFA9-6C6C-169E-04B64F52E3C8}"/>
              </a:ext>
            </a:extLst>
          </p:cNvPr>
          <p:cNvSpPr/>
          <p:nvPr/>
        </p:nvSpPr>
        <p:spPr>
          <a:xfrm>
            <a:off x="8279893" y="2049916"/>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sp>
        <p:nvSpPr>
          <p:cNvPr id="8" name="Oval 7">
            <a:extLst>
              <a:ext uri="{FF2B5EF4-FFF2-40B4-BE49-F238E27FC236}">
                <a16:creationId xmlns:a16="http://schemas.microsoft.com/office/drawing/2014/main" id="{6E82C9A0-C8D2-2CCB-9AC5-659670F60645}"/>
              </a:ext>
            </a:extLst>
          </p:cNvPr>
          <p:cNvSpPr/>
          <p:nvPr/>
        </p:nvSpPr>
        <p:spPr>
          <a:xfrm>
            <a:off x="8283768" y="1233612"/>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
        <p:nvSpPr>
          <p:cNvPr id="19" name="TextBox 18">
            <a:extLst>
              <a:ext uri="{FF2B5EF4-FFF2-40B4-BE49-F238E27FC236}">
                <a16:creationId xmlns:a16="http://schemas.microsoft.com/office/drawing/2014/main" id="{514030C9-CD3B-2C76-69DF-34D1E2610A96}"/>
              </a:ext>
            </a:extLst>
          </p:cNvPr>
          <p:cNvSpPr txBox="1"/>
          <p:nvPr/>
        </p:nvSpPr>
        <p:spPr>
          <a:xfrm>
            <a:off x="8698725" y="2044826"/>
            <a:ext cx="2578175" cy="600164"/>
          </a:xfrm>
          <a:prstGeom prst="rect">
            <a:avLst/>
          </a:prstGeom>
          <a:noFill/>
        </p:spPr>
        <p:txBody>
          <a:bodyPr wrap="square" lIns="0" rIns="0" bIns="0" rtlCol="0">
            <a:spAutoFit/>
          </a:bodyPr>
          <a:lstStyle/>
          <a:p>
            <a:pPr algn="l"/>
            <a:r>
              <a:rPr lang="en-US" sz="1200">
                <a:cs typeface="Georgia"/>
              </a:rPr>
              <a:t>Expansive sales offer content will be available in Alpha to aide the expert in selling</a:t>
            </a:r>
          </a:p>
        </p:txBody>
      </p:sp>
      <p:sp>
        <p:nvSpPr>
          <p:cNvPr id="20" name="TextBox 19">
            <a:extLst>
              <a:ext uri="{FF2B5EF4-FFF2-40B4-BE49-F238E27FC236}">
                <a16:creationId xmlns:a16="http://schemas.microsoft.com/office/drawing/2014/main" id="{A461BE96-2040-5CEC-C8D8-D3CF51EB8B43}"/>
              </a:ext>
            </a:extLst>
          </p:cNvPr>
          <p:cNvSpPr txBox="1"/>
          <p:nvPr/>
        </p:nvSpPr>
        <p:spPr>
          <a:xfrm>
            <a:off x="8698725" y="1203996"/>
            <a:ext cx="2578175" cy="600164"/>
          </a:xfrm>
          <a:prstGeom prst="rect">
            <a:avLst/>
          </a:prstGeom>
          <a:noFill/>
        </p:spPr>
        <p:txBody>
          <a:bodyPr wrap="square" lIns="0" rIns="0" bIns="0" rtlCol="0">
            <a:spAutoFit/>
          </a:bodyPr>
          <a:lstStyle/>
          <a:p>
            <a:pPr algn="l"/>
            <a:r>
              <a:rPr lang="en-US" sz="1200">
                <a:cs typeface="Georgia"/>
              </a:rPr>
              <a:t>Key product details will be available in Alpha, use as needed (static content about specific program features)</a:t>
            </a:r>
          </a:p>
        </p:txBody>
      </p:sp>
      <p:sp>
        <p:nvSpPr>
          <p:cNvPr id="21" name="TextBox 20">
            <a:extLst>
              <a:ext uri="{FF2B5EF4-FFF2-40B4-BE49-F238E27FC236}">
                <a16:creationId xmlns:a16="http://schemas.microsoft.com/office/drawing/2014/main" id="{0A2FFBEE-781B-E364-0726-0144868AB619}"/>
              </a:ext>
            </a:extLst>
          </p:cNvPr>
          <p:cNvSpPr txBox="1"/>
          <p:nvPr/>
        </p:nvSpPr>
        <p:spPr>
          <a:xfrm>
            <a:off x="8533861" y="700558"/>
            <a:ext cx="2453818" cy="292388"/>
          </a:xfrm>
          <a:prstGeom prst="rect">
            <a:avLst/>
          </a:prstGeom>
          <a:noFill/>
        </p:spPr>
        <p:txBody>
          <a:bodyPr wrap="square" lIns="0" rIns="0" bIns="0" rtlCol="0">
            <a:spAutoFit/>
          </a:bodyPr>
          <a:lstStyle/>
          <a:p>
            <a:pPr algn="l"/>
            <a:r>
              <a:rPr lang="en-US" sz="1600" b="1" u="sng">
                <a:cs typeface="Georgia"/>
              </a:rPr>
              <a:t>Components for Agent Sales</a:t>
            </a:r>
          </a:p>
        </p:txBody>
      </p:sp>
      <p:cxnSp>
        <p:nvCxnSpPr>
          <p:cNvPr id="12" name="Straight Arrow Connector 11">
            <a:extLst>
              <a:ext uri="{FF2B5EF4-FFF2-40B4-BE49-F238E27FC236}">
                <a16:creationId xmlns:a16="http://schemas.microsoft.com/office/drawing/2014/main" id="{D772A141-84B4-D3EF-4305-C1CACCC35B8F}"/>
              </a:ext>
            </a:extLst>
          </p:cNvPr>
          <p:cNvCxnSpPr>
            <a:cxnSpLocks/>
          </p:cNvCxnSpPr>
          <p:nvPr/>
        </p:nvCxnSpPr>
        <p:spPr>
          <a:xfrm flipV="1">
            <a:off x="3720123" y="2655098"/>
            <a:ext cx="296985" cy="256051"/>
          </a:xfrm>
          <a:prstGeom prst="straightConnector1">
            <a:avLst/>
          </a:prstGeom>
          <a:ln w="19050" cap="rnd">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40" name="Picture 39">
            <a:extLst>
              <a:ext uri="{FF2B5EF4-FFF2-40B4-BE49-F238E27FC236}">
                <a16:creationId xmlns:a16="http://schemas.microsoft.com/office/drawing/2014/main" id="{39826A35-19A7-231F-0F06-99592A0C8A19}"/>
              </a:ext>
            </a:extLst>
          </p:cNvPr>
          <p:cNvPicPr>
            <a:picLocks noChangeAspect="1"/>
          </p:cNvPicPr>
          <p:nvPr/>
        </p:nvPicPr>
        <p:blipFill>
          <a:blip r:embed="rId4">
            <a:alphaModFix amt="50000"/>
          </a:blip>
          <a:stretch>
            <a:fillRect/>
          </a:stretch>
        </p:blipFill>
        <p:spPr>
          <a:xfrm>
            <a:off x="3570091" y="1096536"/>
            <a:ext cx="2738768" cy="15381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Oval 10">
            <a:extLst>
              <a:ext uri="{FF2B5EF4-FFF2-40B4-BE49-F238E27FC236}">
                <a16:creationId xmlns:a16="http://schemas.microsoft.com/office/drawing/2014/main" id="{8F95DBAE-7A29-9833-15DE-A4369EB8DA8D}"/>
              </a:ext>
            </a:extLst>
          </p:cNvPr>
          <p:cNvSpPr/>
          <p:nvPr/>
        </p:nvSpPr>
        <p:spPr>
          <a:xfrm>
            <a:off x="5472613" y="1222663"/>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
        <p:nvSpPr>
          <p:cNvPr id="13" name="Oval 12">
            <a:extLst>
              <a:ext uri="{FF2B5EF4-FFF2-40B4-BE49-F238E27FC236}">
                <a16:creationId xmlns:a16="http://schemas.microsoft.com/office/drawing/2014/main" id="{BDD5E861-85A5-FA77-FD9B-EA9EBF44337D}"/>
              </a:ext>
            </a:extLst>
          </p:cNvPr>
          <p:cNvSpPr/>
          <p:nvPr/>
        </p:nvSpPr>
        <p:spPr>
          <a:xfrm>
            <a:off x="1701387" y="277437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sp>
        <p:nvSpPr>
          <p:cNvPr id="9" name="Rectangle 8">
            <a:extLst>
              <a:ext uri="{FF2B5EF4-FFF2-40B4-BE49-F238E27FC236}">
                <a16:creationId xmlns:a16="http://schemas.microsoft.com/office/drawing/2014/main" id="{D5423C7C-DCB9-9D24-457D-53E92F2CFD53}"/>
              </a:ext>
            </a:extLst>
          </p:cNvPr>
          <p:cNvSpPr/>
          <p:nvPr/>
        </p:nvSpPr>
        <p:spPr>
          <a:xfrm>
            <a:off x="1576642" y="4763393"/>
            <a:ext cx="5894863" cy="1231005"/>
          </a:xfrm>
          <a:prstGeom prst="rect">
            <a:avLst/>
          </a:prstGeom>
          <a:no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15" name="Oval 14">
            <a:extLst>
              <a:ext uri="{FF2B5EF4-FFF2-40B4-BE49-F238E27FC236}">
                <a16:creationId xmlns:a16="http://schemas.microsoft.com/office/drawing/2014/main" id="{2AB9D5C3-96B4-68B6-BF9C-C3A2A2353DCF}"/>
              </a:ext>
            </a:extLst>
          </p:cNvPr>
          <p:cNvSpPr/>
          <p:nvPr/>
        </p:nvSpPr>
        <p:spPr>
          <a:xfrm>
            <a:off x="6789202" y="3511313"/>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pic>
        <p:nvPicPr>
          <p:cNvPr id="17" name="Picture 16">
            <a:extLst>
              <a:ext uri="{FF2B5EF4-FFF2-40B4-BE49-F238E27FC236}">
                <a16:creationId xmlns:a16="http://schemas.microsoft.com/office/drawing/2014/main" id="{0943FF25-161C-7BA5-30D5-9BC84CA8AD02}"/>
              </a:ext>
            </a:extLst>
          </p:cNvPr>
          <p:cNvPicPr>
            <a:picLocks noChangeAspect="1"/>
          </p:cNvPicPr>
          <p:nvPr/>
        </p:nvPicPr>
        <p:blipFill>
          <a:blip r:embed="rId5"/>
          <a:stretch>
            <a:fillRect/>
          </a:stretch>
        </p:blipFill>
        <p:spPr>
          <a:xfrm>
            <a:off x="1951479" y="4914912"/>
            <a:ext cx="5387167" cy="993209"/>
          </a:xfrm>
          <a:prstGeom prst="rect">
            <a:avLst/>
          </a:prstGeom>
        </p:spPr>
      </p:pic>
      <p:sp>
        <p:nvSpPr>
          <p:cNvPr id="37" name="Oval 36">
            <a:extLst>
              <a:ext uri="{FF2B5EF4-FFF2-40B4-BE49-F238E27FC236}">
                <a16:creationId xmlns:a16="http://schemas.microsoft.com/office/drawing/2014/main" id="{4C93FAF2-E1EA-2AF4-75B6-8B89B19547D9}"/>
              </a:ext>
            </a:extLst>
          </p:cNvPr>
          <p:cNvSpPr/>
          <p:nvPr/>
        </p:nvSpPr>
        <p:spPr>
          <a:xfrm>
            <a:off x="1712942" y="503885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
        <p:nvSpPr>
          <p:cNvPr id="22" name="Oval 21">
            <a:extLst>
              <a:ext uri="{FF2B5EF4-FFF2-40B4-BE49-F238E27FC236}">
                <a16:creationId xmlns:a16="http://schemas.microsoft.com/office/drawing/2014/main" id="{B86AB849-F1BC-35E9-1E37-77D8758629F1}"/>
              </a:ext>
            </a:extLst>
          </p:cNvPr>
          <p:cNvSpPr/>
          <p:nvPr/>
        </p:nvSpPr>
        <p:spPr>
          <a:xfrm>
            <a:off x="8279892" y="3389050"/>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sp>
        <p:nvSpPr>
          <p:cNvPr id="23" name="TextBox 22">
            <a:extLst>
              <a:ext uri="{FF2B5EF4-FFF2-40B4-BE49-F238E27FC236}">
                <a16:creationId xmlns:a16="http://schemas.microsoft.com/office/drawing/2014/main" id="{3EE97BBF-D10A-94EE-EAFD-64C59E22EB56}"/>
              </a:ext>
            </a:extLst>
          </p:cNvPr>
          <p:cNvSpPr txBox="1"/>
          <p:nvPr/>
        </p:nvSpPr>
        <p:spPr>
          <a:xfrm>
            <a:off x="8694850" y="3366412"/>
            <a:ext cx="2578175" cy="784830"/>
          </a:xfrm>
          <a:prstGeom prst="rect">
            <a:avLst/>
          </a:prstGeom>
          <a:noFill/>
        </p:spPr>
        <p:txBody>
          <a:bodyPr wrap="square" lIns="0" rIns="0" bIns="0" rtlCol="0">
            <a:spAutoFit/>
          </a:bodyPr>
          <a:lstStyle/>
          <a:p>
            <a:pPr algn="l"/>
            <a:r>
              <a:rPr lang="en-US" sz="1200">
                <a:cs typeface="Georgia"/>
              </a:rPr>
              <a:t>The ability to </a:t>
            </a:r>
            <a:r>
              <a:rPr lang="en-US" sz="1200" b="1">
                <a:cs typeface="Georgia"/>
              </a:rPr>
              <a:t>accept</a:t>
            </a:r>
            <a:r>
              <a:rPr lang="en-US" sz="1200">
                <a:cs typeface="Georgia"/>
              </a:rPr>
              <a:t> or </a:t>
            </a:r>
            <a:r>
              <a:rPr lang="en-US" sz="1200" b="1">
                <a:cs typeface="Georgia"/>
              </a:rPr>
              <a:t>decline</a:t>
            </a:r>
            <a:r>
              <a:rPr lang="en-US" sz="1200">
                <a:cs typeface="Georgia"/>
              </a:rPr>
              <a:t> an offer, and </a:t>
            </a:r>
            <a:r>
              <a:rPr lang="en-US" sz="1200" b="1">
                <a:cs typeface="Georgia"/>
              </a:rPr>
              <a:t>enroll</a:t>
            </a:r>
            <a:r>
              <a:rPr lang="en-US" sz="1200">
                <a:cs typeface="Georgia"/>
              </a:rPr>
              <a:t> customers will migrate from ASP to Alpha with the FTC project </a:t>
            </a:r>
            <a:r>
              <a:rPr lang="en-US" sz="1200" i="1">
                <a:cs typeface="Georgia"/>
              </a:rPr>
              <a:t>(April/May 2025)</a:t>
            </a:r>
          </a:p>
        </p:txBody>
      </p:sp>
      <p:sp>
        <p:nvSpPr>
          <p:cNvPr id="24" name="Oval 23">
            <a:extLst>
              <a:ext uri="{FF2B5EF4-FFF2-40B4-BE49-F238E27FC236}">
                <a16:creationId xmlns:a16="http://schemas.microsoft.com/office/drawing/2014/main" id="{78D5DF87-9E92-A282-ED1D-D802C527924C}"/>
              </a:ext>
            </a:extLst>
          </p:cNvPr>
          <p:cNvSpPr/>
          <p:nvPr/>
        </p:nvSpPr>
        <p:spPr>
          <a:xfrm>
            <a:off x="8283767" y="2771450"/>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
        <p:nvSpPr>
          <p:cNvPr id="25" name="TextBox 24">
            <a:extLst>
              <a:ext uri="{FF2B5EF4-FFF2-40B4-BE49-F238E27FC236}">
                <a16:creationId xmlns:a16="http://schemas.microsoft.com/office/drawing/2014/main" id="{64EF46B1-C841-4E78-F4EE-B6B1456D428C}"/>
              </a:ext>
            </a:extLst>
          </p:cNvPr>
          <p:cNvSpPr txBox="1"/>
          <p:nvPr/>
        </p:nvSpPr>
        <p:spPr>
          <a:xfrm>
            <a:off x="8698725" y="2772257"/>
            <a:ext cx="2578175" cy="230832"/>
          </a:xfrm>
          <a:prstGeom prst="rect">
            <a:avLst/>
          </a:prstGeom>
          <a:noFill/>
        </p:spPr>
        <p:txBody>
          <a:bodyPr wrap="square" lIns="0" rIns="0" bIns="0" rtlCol="0">
            <a:spAutoFit/>
          </a:bodyPr>
          <a:lstStyle/>
          <a:p>
            <a:pPr algn="l"/>
            <a:r>
              <a:rPr lang="en-US" sz="1200">
                <a:cs typeface="Georgia"/>
              </a:rPr>
              <a:t>Rebuttal content easily accessible</a:t>
            </a:r>
          </a:p>
        </p:txBody>
      </p:sp>
      <p:sp>
        <p:nvSpPr>
          <p:cNvPr id="27" name="Rectangle 26">
            <a:extLst>
              <a:ext uri="{FF2B5EF4-FFF2-40B4-BE49-F238E27FC236}">
                <a16:creationId xmlns:a16="http://schemas.microsoft.com/office/drawing/2014/main" id="{5CD3688C-30DB-274E-6D17-381A2FC8C235}"/>
              </a:ext>
            </a:extLst>
          </p:cNvPr>
          <p:cNvSpPr/>
          <p:nvPr/>
        </p:nvSpPr>
        <p:spPr>
          <a:xfrm>
            <a:off x="8068411" y="2692532"/>
            <a:ext cx="3361807" cy="423319"/>
          </a:xfrm>
          <a:prstGeom prst="rect">
            <a:avLst/>
          </a:prstGeom>
          <a:no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250927027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57DD778-7007-34D3-313E-57635F539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B18B9-E817-2B96-7E62-081023C8C6B7}"/>
              </a:ext>
            </a:extLst>
          </p:cNvPr>
          <p:cNvSpPr>
            <a:spLocks noGrp="1"/>
          </p:cNvSpPr>
          <p:nvPr>
            <p:ph type="title"/>
          </p:nvPr>
        </p:nvSpPr>
        <p:spPr>
          <a:xfrm>
            <a:off x="240506" y="122479"/>
            <a:ext cx="11777833" cy="619906"/>
          </a:xfrm>
        </p:spPr>
        <p:txBody>
          <a:bodyPr/>
          <a:lstStyle/>
          <a:p>
            <a:r>
              <a:rPr lang="en-US"/>
              <a:t>Compelling Rebuttals with </a:t>
            </a:r>
            <a:r>
              <a:rPr lang="en-US" err="1"/>
              <a:t>GenAI</a:t>
            </a:r>
            <a:r>
              <a:rPr lang="en-US"/>
              <a:t> personalization</a:t>
            </a:r>
          </a:p>
        </p:txBody>
      </p:sp>
      <p:sp>
        <p:nvSpPr>
          <p:cNvPr id="3" name="Footer Placeholder 2">
            <a:extLst>
              <a:ext uri="{FF2B5EF4-FFF2-40B4-BE49-F238E27FC236}">
                <a16:creationId xmlns:a16="http://schemas.microsoft.com/office/drawing/2014/main" id="{0ED7E39F-AFC9-CBB3-44C9-43F485247B03}"/>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593EDC7B-9F4D-5672-FE32-BFE4C7D7B700}"/>
              </a:ext>
            </a:extLst>
          </p:cNvPr>
          <p:cNvSpPr>
            <a:spLocks noGrp="1"/>
          </p:cNvSpPr>
          <p:nvPr>
            <p:ph type="sldNum" sz="quarter" idx="21"/>
          </p:nvPr>
        </p:nvSpPr>
        <p:spPr/>
        <p:txBody>
          <a:bodyPr/>
          <a:lstStyle/>
          <a:p>
            <a:fld id="{9C3ACAB3-CA36-4966-8A1D-076772D39D8D}" type="slidenum">
              <a:rPr lang="en-US" smtClean="0"/>
              <a:pPr/>
              <a:t>18</a:t>
            </a:fld>
            <a:endParaRPr lang="en-US"/>
          </a:p>
        </p:txBody>
      </p:sp>
      <p:sp>
        <p:nvSpPr>
          <p:cNvPr id="5" name="Title 1">
            <a:extLst>
              <a:ext uri="{FF2B5EF4-FFF2-40B4-BE49-F238E27FC236}">
                <a16:creationId xmlns:a16="http://schemas.microsoft.com/office/drawing/2014/main" id="{2C215041-2F0C-1A0A-3D52-DF24432AE5CD}"/>
              </a:ext>
            </a:extLst>
          </p:cNvPr>
          <p:cNvSpPr txBox="1">
            <a:spLocks/>
          </p:cNvSpPr>
          <p:nvPr/>
        </p:nvSpPr>
        <p:spPr>
          <a:xfrm>
            <a:off x="8575607" y="4410027"/>
            <a:ext cx="3213121" cy="1071905"/>
          </a:xfrm>
          <a:prstGeom prst="rect">
            <a:avLst/>
          </a:prstGeom>
          <a:noFill/>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r>
              <a:rPr lang="en-US" sz="1200" err="1"/>
              <a:t>GenAI</a:t>
            </a:r>
            <a:r>
              <a:rPr lang="en-US" sz="1200"/>
              <a:t> </a:t>
            </a:r>
            <a:r>
              <a:rPr lang="en-US" sz="1200" b="1">
                <a:solidFill>
                  <a:schemeClr val="accent1"/>
                </a:solidFill>
              </a:rPr>
              <a:t>personalized rebuttals </a:t>
            </a:r>
            <a:r>
              <a:rPr lang="en-US" sz="1200"/>
              <a:t>for 3 static categories</a:t>
            </a:r>
            <a:endParaRPr lang="en-US" sz="1200">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mj-lt"/>
              <a:buAutoNum type="arabicPeriod"/>
            </a:pPr>
            <a:r>
              <a:rPr lang="en-US" sz="1200">
                <a:latin typeface="Calibri Light" panose="020F0302020204030204" pitchFamily="34" charset="0"/>
                <a:ea typeface="Calibri Light" panose="020F0302020204030204" pitchFamily="34" charset="0"/>
                <a:cs typeface="Calibri Light" panose="020F0302020204030204" pitchFamily="34" charset="0"/>
              </a:rPr>
              <a:t>Cost</a:t>
            </a:r>
          </a:p>
          <a:p>
            <a:pPr marL="285750" indent="-285750">
              <a:buFont typeface="+mj-lt"/>
              <a:buAutoNum type="arabicPeriod"/>
            </a:pPr>
            <a:r>
              <a:rPr lang="en-US" sz="1200">
                <a:latin typeface="Calibri Light" panose="020F0302020204030204" pitchFamily="34" charset="0"/>
                <a:ea typeface="Calibri Light" panose="020F0302020204030204" pitchFamily="34" charset="0"/>
                <a:cs typeface="Calibri Light" panose="020F0302020204030204" pitchFamily="34" charset="0"/>
              </a:rPr>
              <a:t>Spouse</a:t>
            </a:r>
          </a:p>
          <a:p>
            <a:pPr marL="285750" indent="-285750">
              <a:buFont typeface="+mj-lt"/>
              <a:buAutoNum type="arabicPeriod"/>
            </a:pPr>
            <a:r>
              <a:rPr lang="en-US" sz="1200">
                <a:latin typeface="Calibri Light" panose="020F0302020204030204" pitchFamily="34" charset="0"/>
                <a:ea typeface="Calibri Light" panose="020F0302020204030204" pitchFamily="34" charset="0"/>
                <a:cs typeface="Calibri Light" panose="020F0302020204030204" pitchFamily="34" charset="0"/>
              </a:rPr>
              <a:t>Covered Devices</a:t>
            </a:r>
          </a:p>
          <a:p>
            <a:pPr lvl="1"/>
            <a:endParaRPr lang="en-US" sz="1200"/>
          </a:p>
        </p:txBody>
      </p:sp>
      <p:sp>
        <p:nvSpPr>
          <p:cNvPr id="9" name="Slide Number Placeholder 3">
            <a:extLst>
              <a:ext uri="{FF2B5EF4-FFF2-40B4-BE49-F238E27FC236}">
                <a16:creationId xmlns:a16="http://schemas.microsoft.com/office/drawing/2014/main" id="{9BEA6126-5751-1699-E008-FD3053B911B4}"/>
              </a:ext>
            </a:extLst>
          </p:cNvPr>
          <p:cNvSpPr txBox="1">
            <a:spLocks/>
          </p:cNvSpPr>
          <p:nvPr/>
        </p:nvSpPr>
        <p:spPr>
          <a:xfrm>
            <a:off x="11172825" y="6477425"/>
            <a:ext cx="519112" cy="180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3ACAB3-CA36-4966-8A1D-076772D39D8D}" type="slidenum">
              <a:rPr lang="en-US" smtClean="0"/>
              <a:pPr/>
              <a:t>18</a:t>
            </a:fld>
            <a:endParaRPr lang="en-US"/>
          </a:p>
        </p:txBody>
      </p:sp>
      <p:pic>
        <p:nvPicPr>
          <p:cNvPr id="8" name="Picture 7">
            <a:extLst>
              <a:ext uri="{FF2B5EF4-FFF2-40B4-BE49-F238E27FC236}">
                <a16:creationId xmlns:a16="http://schemas.microsoft.com/office/drawing/2014/main" id="{99D03879-0F77-14B2-81A6-358D48DCC5DD}"/>
              </a:ext>
            </a:extLst>
          </p:cNvPr>
          <p:cNvPicPr>
            <a:picLocks noChangeAspect="1"/>
          </p:cNvPicPr>
          <p:nvPr/>
        </p:nvPicPr>
        <p:blipFill>
          <a:blip r:embed="rId4"/>
          <a:stretch>
            <a:fillRect/>
          </a:stretch>
        </p:blipFill>
        <p:spPr>
          <a:xfrm>
            <a:off x="240506" y="742385"/>
            <a:ext cx="8064949" cy="56454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4" name="Picture 13">
            <a:extLst>
              <a:ext uri="{FF2B5EF4-FFF2-40B4-BE49-F238E27FC236}">
                <a16:creationId xmlns:a16="http://schemas.microsoft.com/office/drawing/2014/main" id="{38533BA8-91DF-453F-AA28-0EB170475FE0}"/>
              </a:ext>
            </a:extLst>
          </p:cNvPr>
          <p:cNvPicPr>
            <a:picLocks noChangeAspect="1"/>
          </p:cNvPicPr>
          <p:nvPr/>
        </p:nvPicPr>
        <p:blipFill>
          <a:blip r:embed="rId5"/>
          <a:stretch>
            <a:fillRect/>
          </a:stretch>
        </p:blipFill>
        <p:spPr>
          <a:xfrm rot="14872550" flipV="1">
            <a:off x="8037424" y="3838512"/>
            <a:ext cx="354103" cy="1143030"/>
          </a:xfrm>
          <a:prstGeom prst="rect">
            <a:avLst/>
          </a:prstGeom>
        </p:spPr>
      </p:pic>
      <p:sp>
        <p:nvSpPr>
          <p:cNvPr id="6" name="Rectangle 5">
            <a:extLst>
              <a:ext uri="{FF2B5EF4-FFF2-40B4-BE49-F238E27FC236}">
                <a16:creationId xmlns:a16="http://schemas.microsoft.com/office/drawing/2014/main" id="{96D65947-77A5-58C9-5747-D79BB6B96ED1}"/>
              </a:ext>
            </a:extLst>
          </p:cNvPr>
          <p:cNvSpPr/>
          <p:nvPr/>
        </p:nvSpPr>
        <p:spPr>
          <a:xfrm>
            <a:off x="8573477" y="3094892"/>
            <a:ext cx="2907323" cy="105115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Need new rebuttal content – use Shelly’s name</a:t>
            </a:r>
          </a:p>
        </p:txBody>
      </p:sp>
    </p:spTree>
    <p:extLst>
      <p:ext uri="{BB962C8B-B14F-4D97-AF65-F5344CB8AC3E}">
        <p14:creationId xmlns:p14="http://schemas.microsoft.com/office/powerpoint/2010/main" val="16028205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77161-8BCE-63B1-EA9C-F79C18B88C17}"/>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963F424C-3E15-5AF7-5149-2766F0EBAF1E}"/>
              </a:ext>
            </a:extLst>
          </p:cNvPr>
          <p:cNvPicPr>
            <a:picLocks noChangeAspect="1"/>
          </p:cNvPicPr>
          <p:nvPr/>
        </p:nvPicPr>
        <p:blipFill>
          <a:blip r:embed="rId3">
            <a:alphaModFix amt="35000"/>
          </a:blip>
          <a:stretch>
            <a:fillRect/>
          </a:stretch>
        </p:blipFill>
        <p:spPr>
          <a:xfrm>
            <a:off x="240506" y="762801"/>
            <a:ext cx="7293440" cy="5693508"/>
          </a:xfrm>
          <a:prstGeom prst="rect">
            <a:avLst/>
          </a:prstGeom>
        </p:spPr>
      </p:pic>
      <p:sp>
        <p:nvSpPr>
          <p:cNvPr id="2" name="Title 1">
            <a:extLst>
              <a:ext uri="{FF2B5EF4-FFF2-40B4-BE49-F238E27FC236}">
                <a16:creationId xmlns:a16="http://schemas.microsoft.com/office/drawing/2014/main" id="{63EF10B2-3631-DA42-5C0D-56FAD3323A52}"/>
              </a:ext>
            </a:extLst>
          </p:cNvPr>
          <p:cNvSpPr>
            <a:spLocks noGrp="1"/>
          </p:cNvSpPr>
          <p:nvPr>
            <p:ph type="title"/>
          </p:nvPr>
        </p:nvSpPr>
        <p:spPr>
          <a:xfrm>
            <a:off x="240506" y="122479"/>
            <a:ext cx="11191875" cy="619906"/>
          </a:xfrm>
        </p:spPr>
        <p:txBody>
          <a:bodyPr/>
          <a:lstStyle/>
          <a:p>
            <a:r>
              <a:rPr lang="en-US"/>
              <a:t>New sales features in Alpha will increase SP100 </a:t>
            </a:r>
          </a:p>
        </p:txBody>
      </p:sp>
      <p:sp>
        <p:nvSpPr>
          <p:cNvPr id="3" name="Footer Placeholder 2">
            <a:extLst>
              <a:ext uri="{FF2B5EF4-FFF2-40B4-BE49-F238E27FC236}">
                <a16:creationId xmlns:a16="http://schemas.microsoft.com/office/drawing/2014/main" id="{26448EAE-1168-4A60-5787-F056380EBC24}"/>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EB552C7C-5162-3906-3B67-D7D092D9CC81}"/>
              </a:ext>
            </a:extLst>
          </p:cNvPr>
          <p:cNvSpPr>
            <a:spLocks noGrp="1"/>
          </p:cNvSpPr>
          <p:nvPr>
            <p:ph type="sldNum" sz="quarter" idx="21"/>
          </p:nvPr>
        </p:nvSpPr>
        <p:spPr/>
        <p:txBody>
          <a:bodyPr/>
          <a:lstStyle/>
          <a:p>
            <a:fld id="{9C3ACAB3-CA36-4966-8A1D-076772D39D8D}" type="slidenum">
              <a:rPr lang="en-US" smtClean="0"/>
              <a:pPr/>
              <a:t>19</a:t>
            </a:fld>
            <a:endParaRPr lang="en-US"/>
          </a:p>
        </p:txBody>
      </p:sp>
      <p:sp>
        <p:nvSpPr>
          <p:cNvPr id="7" name="Oval 6">
            <a:extLst>
              <a:ext uri="{FF2B5EF4-FFF2-40B4-BE49-F238E27FC236}">
                <a16:creationId xmlns:a16="http://schemas.microsoft.com/office/drawing/2014/main" id="{1F690688-4543-B586-4A43-DCC0BF8CE163}"/>
              </a:ext>
            </a:extLst>
          </p:cNvPr>
          <p:cNvSpPr/>
          <p:nvPr/>
        </p:nvSpPr>
        <p:spPr>
          <a:xfrm>
            <a:off x="8279893" y="2049916"/>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sp>
        <p:nvSpPr>
          <p:cNvPr id="8" name="Oval 7">
            <a:extLst>
              <a:ext uri="{FF2B5EF4-FFF2-40B4-BE49-F238E27FC236}">
                <a16:creationId xmlns:a16="http://schemas.microsoft.com/office/drawing/2014/main" id="{397B9A58-54D2-3274-B4DE-3A22F1113D5C}"/>
              </a:ext>
            </a:extLst>
          </p:cNvPr>
          <p:cNvSpPr/>
          <p:nvPr/>
        </p:nvSpPr>
        <p:spPr>
          <a:xfrm>
            <a:off x="8283768" y="1233612"/>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
        <p:nvSpPr>
          <p:cNvPr id="19" name="TextBox 18">
            <a:extLst>
              <a:ext uri="{FF2B5EF4-FFF2-40B4-BE49-F238E27FC236}">
                <a16:creationId xmlns:a16="http://schemas.microsoft.com/office/drawing/2014/main" id="{B436475C-561B-BC66-ED55-A7937F4063ED}"/>
              </a:ext>
            </a:extLst>
          </p:cNvPr>
          <p:cNvSpPr txBox="1"/>
          <p:nvPr/>
        </p:nvSpPr>
        <p:spPr>
          <a:xfrm>
            <a:off x="8698725" y="2044826"/>
            <a:ext cx="2578175" cy="600164"/>
          </a:xfrm>
          <a:prstGeom prst="rect">
            <a:avLst/>
          </a:prstGeom>
          <a:noFill/>
        </p:spPr>
        <p:txBody>
          <a:bodyPr wrap="square" lIns="0" rIns="0" bIns="0" rtlCol="0">
            <a:spAutoFit/>
          </a:bodyPr>
          <a:lstStyle/>
          <a:p>
            <a:pPr algn="l"/>
            <a:r>
              <a:rPr lang="en-US" sz="1200">
                <a:cs typeface="Georgia"/>
              </a:rPr>
              <a:t>Expansive sales offer content will be available in Alpha to aide the expert in selling</a:t>
            </a:r>
          </a:p>
        </p:txBody>
      </p:sp>
      <p:sp>
        <p:nvSpPr>
          <p:cNvPr id="20" name="TextBox 19">
            <a:extLst>
              <a:ext uri="{FF2B5EF4-FFF2-40B4-BE49-F238E27FC236}">
                <a16:creationId xmlns:a16="http://schemas.microsoft.com/office/drawing/2014/main" id="{0DD42615-BA14-71A3-2C1D-C2885ED99FBF}"/>
              </a:ext>
            </a:extLst>
          </p:cNvPr>
          <p:cNvSpPr txBox="1"/>
          <p:nvPr/>
        </p:nvSpPr>
        <p:spPr>
          <a:xfrm>
            <a:off x="8698725" y="1203996"/>
            <a:ext cx="2578175" cy="600164"/>
          </a:xfrm>
          <a:prstGeom prst="rect">
            <a:avLst/>
          </a:prstGeom>
          <a:noFill/>
        </p:spPr>
        <p:txBody>
          <a:bodyPr wrap="square" lIns="0" rIns="0" bIns="0" rtlCol="0">
            <a:spAutoFit/>
          </a:bodyPr>
          <a:lstStyle/>
          <a:p>
            <a:pPr algn="l"/>
            <a:r>
              <a:rPr lang="en-US" sz="1200">
                <a:cs typeface="Georgia"/>
              </a:rPr>
              <a:t>Key product details will be available in Alpha, use as needed (static content about specific program features)</a:t>
            </a:r>
          </a:p>
        </p:txBody>
      </p:sp>
      <p:sp>
        <p:nvSpPr>
          <p:cNvPr id="21" name="TextBox 20">
            <a:extLst>
              <a:ext uri="{FF2B5EF4-FFF2-40B4-BE49-F238E27FC236}">
                <a16:creationId xmlns:a16="http://schemas.microsoft.com/office/drawing/2014/main" id="{9FA9F757-0CAA-2C43-8F0B-15E2282EAD39}"/>
              </a:ext>
            </a:extLst>
          </p:cNvPr>
          <p:cNvSpPr txBox="1"/>
          <p:nvPr/>
        </p:nvSpPr>
        <p:spPr>
          <a:xfrm>
            <a:off x="8533861" y="700558"/>
            <a:ext cx="2453818" cy="292388"/>
          </a:xfrm>
          <a:prstGeom prst="rect">
            <a:avLst/>
          </a:prstGeom>
          <a:noFill/>
        </p:spPr>
        <p:txBody>
          <a:bodyPr wrap="square" lIns="0" rIns="0" bIns="0" rtlCol="0">
            <a:spAutoFit/>
          </a:bodyPr>
          <a:lstStyle/>
          <a:p>
            <a:pPr algn="l"/>
            <a:r>
              <a:rPr lang="en-US" sz="1600" b="1" u="sng">
                <a:cs typeface="Georgia"/>
              </a:rPr>
              <a:t>Components for Agent Sales</a:t>
            </a:r>
          </a:p>
        </p:txBody>
      </p:sp>
      <p:cxnSp>
        <p:nvCxnSpPr>
          <p:cNvPr id="12" name="Straight Arrow Connector 11">
            <a:extLst>
              <a:ext uri="{FF2B5EF4-FFF2-40B4-BE49-F238E27FC236}">
                <a16:creationId xmlns:a16="http://schemas.microsoft.com/office/drawing/2014/main" id="{01349CD1-EE08-5580-3858-3346319E8DE9}"/>
              </a:ext>
            </a:extLst>
          </p:cNvPr>
          <p:cNvCxnSpPr>
            <a:cxnSpLocks/>
          </p:cNvCxnSpPr>
          <p:nvPr/>
        </p:nvCxnSpPr>
        <p:spPr>
          <a:xfrm flipV="1">
            <a:off x="3720123" y="2655098"/>
            <a:ext cx="296985" cy="256051"/>
          </a:xfrm>
          <a:prstGeom prst="straightConnector1">
            <a:avLst/>
          </a:prstGeom>
          <a:ln w="19050" cap="rnd">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40" name="Picture 39">
            <a:extLst>
              <a:ext uri="{FF2B5EF4-FFF2-40B4-BE49-F238E27FC236}">
                <a16:creationId xmlns:a16="http://schemas.microsoft.com/office/drawing/2014/main" id="{5B3F6C28-8CA5-69F7-3ADE-BC7D0D6F772F}"/>
              </a:ext>
            </a:extLst>
          </p:cNvPr>
          <p:cNvPicPr>
            <a:picLocks noChangeAspect="1"/>
          </p:cNvPicPr>
          <p:nvPr/>
        </p:nvPicPr>
        <p:blipFill>
          <a:blip r:embed="rId4">
            <a:alphaModFix amt="50000"/>
          </a:blip>
          <a:stretch>
            <a:fillRect/>
          </a:stretch>
        </p:blipFill>
        <p:spPr>
          <a:xfrm>
            <a:off x="3570091" y="1096536"/>
            <a:ext cx="2738768" cy="15381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Oval 10">
            <a:extLst>
              <a:ext uri="{FF2B5EF4-FFF2-40B4-BE49-F238E27FC236}">
                <a16:creationId xmlns:a16="http://schemas.microsoft.com/office/drawing/2014/main" id="{8EC98D12-A169-69DC-7B91-C719C34CF122}"/>
              </a:ext>
            </a:extLst>
          </p:cNvPr>
          <p:cNvSpPr/>
          <p:nvPr/>
        </p:nvSpPr>
        <p:spPr>
          <a:xfrm>
            <a:off x="5472613" y="1222663"/>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p>
        </p:txBody>
      </p:sp>
      <p:sp>
        <p:nvSpPr>
          <p:cNvPr id="13" name="Oval 12">
            <a:extLst>
              <a:ext uri="{FF2B5EF4-FFF2-40B4-BE49-F238E27FC236}">
                <a16:creationId xmlns:a16="http://schemas.microsoft.com/office/drawing/2014/main" id="{7E540D5B-DB92-5363-E4D0-3F238F87C4E4}"/>
              </a:ext>
            </a:extLst>
          </p:cNvPr>
          <p:cNvSpPr/>
          <p:nvPr/>
        </p:nvSpPr>
        <p:spPr>
          <a:xfrm>
            <a:off x="1701387" y="277437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a:t>
            </a:r>
          </a:p>
        </p:txBody>
      </p:sp>
      <p:sp>
        <p:nvSpPr>
          <p:cNvPr id="37" name="Oval 36">
            <a:extLst>
              <a:ext uri="{FF2B5EF4-FFF2-40B4-BE49-F238E27FC236}">
                <a16:creationId xmlns:a16="http://schemas.microsoft.com/office/drawing/2014/main" id="{12F3DC22-70E8-B46D-4955-8FA8BFF5CC4D}"/>
              </a:ext>
            </a:extLst>
          </p:cNvPr>
          <p:cNvSpPr/>
          <p:nvPr/>
        </p:nvSpPr>
        <p:spPr>
          <a:xfrm>
            <a:off x="1712942" y="5038859"/>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
        <p:nvSpPr>
          <p:cNvPr id="5" name="Rectangle 4">
            <a:extLst>
              <a:ext uri="{FF2B5EF4-FFF2-40B4-BE49-F238E27FC236}">
                <a16:creationId xmlns:a16="http://schemas.microsoft.com/office/drawing/2014/main" id="{C9BDE644-6DDB-D84F-580C-3A57BA27C80E}"/>
              </a:ext>
            </a:extLst>
          </p:cNvPr>
          <p:cNvSpPr/>
          <p:nvPr/>
        </p:nvSpPr>
        <p:spPr>
          <a:xfrm>
            <a:off x="8068411" y="3309944"/>
            <a:ext cx="3361807" cy="904752"/>
          </a:xfrm>
          <a:prstGeom prst="rect">
            <a:avLst/>
          </a:prstGeom>
          <a:no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pic>
        <p:nvPicPr>
          <p:cNvPr id="14" name="Picture 13">
            <a:extLst>
              <a:ext uri="{FF2B5EF4-FFF2-40B4-BE49-F238E27FC236}">
                <a16:creationId xmlns:a16="http://schemas.microsoft.com/office/drawing/2014/main" id="{8935617A-05C6-69E4-38CC-2364B6D5893F}"/>
              </a:ext>
            </a:extLst>
          </p:cNvPr>
          <p:cNvPicPr>
            <a:picLocks noChangeAspect="1"/>
          </p:cNvPicPr>
          <p:nvPr/>
        </p:nvPicPr>
        <p:blipFill>
          <a:blip r:embed="rId5"/>
          <a:stretch>
            <a:fillRect/>
          </a:stretch>
        </p:blipFill>
        <p:spPr>
          <a:xfrm>
            <a:off x="5671779" y="2707322"/>
            <a:ext cx="1705784" cy="2153847"/>
          </a:xfrm>
          <a:prstGeom prst="rect">
            <a:avLst/>
          </a:prstGeom>
        </p:spPr>
      </p:pic>
      <p:sp>
        <p:nvSpPr>
          <p:cNvPr id="9" name="Rectangle 8">
            <a:extLst>
              <a:ext uri="{FF2B5EF4-FFF2-40B4-BE49-F238E27FC236}">
                <a16:creationId xmlns:a16="http://schemas.microsoft.com/office/drawing/2014/main" id="{EBE5DD00-3E47-7551-BFFA-7D393EDBC91C}"/>
              </a:ext>
            </a:extLst>
          </p:cNvPr>
          <p:cNvSpPr/>
          <p:nvPr/>
        </p:nvSpPr>
        <p:spPr>
          <a:xfrm>
            <a:off x="5697162" y="2707322"/>
            <a:ext cx="1655018" cy="2125867"/>
          </a:xfrm>
          <a:prstGeom prst="rect">
            <a:avLst/>
          </a:prstGeom>
          <a:noFill/>
          <a:ln w="571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err="1"/>
          </a:p>
        </p:txBody>
      </p:sp>
      <p:sp>
        <p:nvSpPr>
          <p:cNvPr id="15" name="Oval 14">
            <a:extLst>
              <a:ext uri="{FF2B5EF4-FFF2-40B4-BE49-F238E27FC236}">
                <a16:creationId xmlns:a16="http://schemas.microsoft.com/office/drawing/2014/main" id="{63E30B72-3D70-58AC-EF2C-C902D2C3EA53}"/>
              </a:ext>
            </a:extLst>
          </p:cNvPr>
          <p:cNvSpPr/>
          <p:nvPr/>
        </p:nvSpPr>
        <p:spPr>
          <a:xfrm>
            <a:off x="6789202" y="3511313"/>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sp>
        <p:nvSpPr>
          <p:cNvPr id="16" name="Oval 15">
            <a:extLst>
              <a:ext uri="{FF2B5EF4-FFF2-40B4-BE49-F238E27FC236}">
                <a16:creationId xmlns:a16="http://schemas.microsoft.com/office/drawing/2014/main" id="{21A6E111-1D69-AB19-DFC7-F6A1E386E036}"/>
              </a:ext>
            </a:extLst>
          </p:cNvPr>
          <p:cNvSpPr/>
          <p:nvPr/>
        </p:nvSpPr>
        <p:spPr>
          <a:xfrm>
            <a:off x="8279892" y="3389050"/>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sp>
        <p:nvSpPr>
          <p:cNvPr id="22" name="TextBox 21">
            <a:extLst>
              <a:ext uri="{FF2B5EF4-FFF2-40B4-BE49-F238E27FC236}">
                <a16:creationId xmlns:a16="http://schemas.microsoft.com/office/drawing/2014/main" id="{4CA21AB7-0601-F3A1-F40D-6E07543F511C}"/>
              </a:ext>
            </a:extLst>
          </p:cNvPr>
          <p:cNvSpPr txBox="1"/>
          <p:nvPr/>
        </p:nvSpPr>
        <p:spPr>
          <a:xfrm>
            <a:off x="8694850" y="3366412"/>
            <a:ext cx="2578175" cy="784830"/>
          </a:xfrm>
          <a:prstGeom prst="rect">
            <a:avLst/>
          </a:prstGeom>
          <a:noFill/>
        </p:spPr>
        <p:txBody>
          <a:bodyPr wrap="square" lIns="0" rIns="0" bIns="0" rtlCol="0">
            <a:spAutoFit/>
          </a:bodyPr>
          <a:lstStyle/>
          <a:p>
            <a:pPr algn="l"/>
            <a:r>
              <a:rPr lang="en-US" sz="1200">
                <a:cs typeface="Georgia"/>
              </a:rPr>
              <a:t>The ability to </a:t>
            </a:r>
            <a:r>
              <a:rPr lang="en-US" sz="1200" b="1">
                <a:cs typeface="Georgia"/>
              </a:rPr>
              <a:t>accept</a:t>
            </a:r>
            <a:r>
              <a:rPr lang="en-US" sz="1200">
                <a:cs typeface="Georgia"/>
              </a:rPr>
              <a:t> or </a:t>
            </a:r>
            <a:r>
              <a:rPr lang="en-US" sz="1200" b="1">
                <a:cs typeface="Georgia"/>
              </a:rPr>
              <a:t>decline</a:t>
            </a:r>
            <a:r>
              <a:rPr lang="en-US" sz="1200">
                <a:cs typeface="Georgia"/>
              </a:rPr>
              <a:t> an offer, and </a:t>
            </a:r>
            <a:r>
              <a:rPr lang="en-US" sz="1200" b="1">
                <a:cs typeface="Georgia"/>
              </a:rPr>
              <a:t>enroll</a:t>
            </a:r>
            <a:r>
              <a:rPr lang="en-US" sz="1200">
                <a:cs typeface="Georgia"/>
              </a:rPr>
              <a:t> customers will migrate from ASP to Alpha with the FTC project </a:t>
            </a:r>
            <a:r>
              <a:rPr lang="en-US" sz="1200" i="1">
                <a:cs typeface="Georgia"/>
              </a:rPr>
              <a:t>(April/May 2025)</a:t>
            </a:r>
          </a:p>
        </p:txBody>
      </p:sp>
      <p:sp>
        <p:nvSpPr>
          <p:cNvPr id="23" name="Oval 22">
            <a:extLst>
              <a:ext uri="{FF2B5EF4-FFF2-40B4-BE49-F238E27FC236}">
                <a16:creationId xmlns:a16="http://schemas.microsoft.com/office/drawing/2014/main" id="{45662AD8-45D1-C8D8-9CD2-97F7272F8C10}"/>
              </a:ext>
            </a:extLst>
          </p:cNvPr>
          <p:cNvSpPr/>
          <p:nvPr/>
        </p:nvSpPr>
        <p:spPr>
          <a:xfrm>
            <a:off x="8283767" y="2771450"/>
            <a:ext cx="250092" cy="273539"/>
          </a:xfrm>
          <a:prstGeom prst="ellipse">
            <a:avLst/>
          </a:prstGeom>
          <a:solidFill>
            <a:srgbClr val="FE5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t>
            </a:r>
          </a:p>
        </p:txBody>
      </p:sp>
      <p:sp>
        <p:nvSpPr>
          <p:cNvPr id="24" name="TextBox 23">
            <a:extLst>
              <a:ext uri="{FF2B5EF4-FFF2-40B4-BE49-F238E27FC236}">
                <a16:creationId xmlns:a16="http://schemas.microsoft.com/office/drawing/2014/main" id="{EF152EA0-C8EB-CBB1-7617-D7054BDBB8CB}"/>
              </a:ext>
            </a:extLst>
          </p:cNvPr>
          <p:cNvSpPr txBox="1"/>
          <p:nvPr/>
        </p:nvSpPr>
        <p:spPr>
          <a:xfrm>
            <a:off x="8698725" y="2772257"/>
            <a:ext cx="2578175" cy="230832"/>
          </a:xfrm>
          <a:prstGeom prst="rect">
            <a:avLst/>
          </a:prstGeom>
          <a:noFill/>
        </p:spPr>
        <p:txBody>
          <a:bodyPr wrap="square" lIns="0" rIns="0" bIns="0" rtlCol="0">
            <a:spAutoFit/>
          </a:bodyPr>
          <a:lstStyle/>
          <a:p>
            <a:pPr algn="l"/>
            <a:r>
              <a:rPr lang="en-US" sz="1200">
                <a:cs typeface="Georgia"/>
              </a:rPr>
              <a:t>Rebuttal content easily accessible</a:t>
            </a:r>
          </a:p>
        </p:txBody>
      </p:sp>
    </p:spTree>
    <p:extLst>
      <p:ext uri="{BB962C8B-B14F-4D97-AF65-F5344CB8AC3E}">
        <p14:creationId xmlns:p14="http://schemas.microsoft.com/office/powerpoint/2010/main" val="172621048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DDFF8-552E-3C6F-BD28-76EF9E7E8144}"/>
            </a:ext>
          </a:extLst>
        </p:cNvPr>
        <p:cNvGrpSpPr/>
        <p:nvPr/>
      </p:nvGrpSpPr>
      <p:grpSpPr>
        <a:xfrm>
          <a:off x="0" y="0"/>
          <a:ext cx="0" cy="0"/>
          <a:chOff x="0" y="0"/>
          <a:chExt cx="0" cy="0"/>
        </a:xfrm>
      </p:grpSpPr>
      <p:pic>
        <p:nvPicPr>
          <p:cNvPr id="7" name="Picture 6" descr="A screenshot of a web page&#10;&#10;AI-generated content may be incorrect.">
            <a:extLst>
              <a:ext uri="{FF2B5EF4-FFF2-40B4-BE49-F238E27FC236}">
                <a16:creationId xmlns:a16="http://schemas.microsoft.com/office/drawing/2014/main" id="{73592939-BE96-C067-EDA2-C86EA618E9D0}"/>
              </a:ext>
            </a:extLst>
          </p:cNvPr>
          <p:cNvPicPr>
            <a:picLocks noChangeAspect="1"/>
          </p:cNvPicPr>
          <p:nvPr/>
        </p:nvPicPr>
        <p:blipFill>
          <a:blip r:embed="rId3"/>
          <a:stretch>
            <a:fillRect/>
          </a:stretch>
        </p:blipFill>
        <p:spPr>
          <a:xfrm>
            <a:off x="241677" y="744071"/>
            <a:ext cx="7706546" cy="5696430"/>
          </a:xfrm>
          <a:prstGeom prst="rect">
            <a:avLst/>
          </a:prstGeom>
        </p:spPr>
      </p:pic>
      <p:sp>
        <p:nvSpPr>
          <p:cNvPr id="2" name="Title 1">
            <a:extLst>
              <a:ext uri="{FF2B5EF4-FFF2-40B4-BE49-F238E27FC236}">
                <a16:creationId xmlns:a16="http://schemas.microsoft.com/office/drawing/2014/main" id="{0324490E-424B-4A3F-A651-35CFC84DB053}"/>
              </a:ext>
            </a:extLst>
          </p:cNvPr>
          <p:cNvSpPr>
            <a:spLocks noGrp="1"/>
          </p:cNvSpPr>
          <p:nvPr>
            <p:ph type="title"/>
          </p:nvPr>
        </p:nvSpPr>
        <p:spPr>
          <a:xfrm>
            <a:off x="240506" y="122479"/>
            <a:ext cx="11777833" cy="619906"/>
          </a:xfrm>
        </p:spPr>
        <p:txBody>
          <a:bodyPr/>
          <a:lstStyle/>
          <a:p>
            <a:r>
              <a:rPr lang="en-US"/>
              <a:t>Customer consent to enroll added to new Sales Opportunities flow (FTC)</a:t>
            </a:r>
          </a:p>
        </p:txBody>
      </p:sp>
      <p:sp>
        <p:nvSpPr>
          <p:cNvPr id="3" name="Footer Placeholder 2">
            <a:extLst>
              <a:ext uri="{FF2B5EF4-FFF2-40B4-BE49-F238E27FC236}">
                <a16:creationId xmlns:a16="http://schemas.microsoft.com/office/drawing/2014/main" id="{B8018ED9-9007-9F55-F480-546BBE21A273}"/>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AC17C500-C856-6A3B-F4BB-8F6A864DCC23}"/>
              </a:ext>
            </a:extLst>
          </p:cNvPr>
          <p:cNvSpPr>
            <a:spLocks noGrp="1"/>
          </p:cNvSpPr>
          <p:nvPr>
            <p:ph type="sldNum" sz="quarter" idx="21"/>
          </p:nvPr>
        </p:nvSpPr>
        <p:spPr/>
        <p:txBody>
          <a:bodyPr/>
          <a:lstStyle/>
          <a:p>
            <a:fld id="{9C3ACAB3-CA36-4966-8A1D-076772D39D8D}" type="slidenum">
              <a:rPr lang="en-US" smtClean="0"/>
              <a:pPr/>
              <a:t>20</a:t>
            </a:fld>
            <a:endParaRPr lang="en-US"/>
          </a:p>
        </p:txBody>
      </p:sp>
      <p:sp>
        <p:nvSpPr>
          <p:cNvPr id="5" name="Title 1">
            <a:extLst>
              <a:ext uri="{FF2B5EF4-FFF2-40B4-BE49-F238E27FC236}">
                <a16:creationId xmlns:a16="http://schemas.microsoft.com/office/drawing/2014/main" id="{E27404E3-6715-1E00-E128-4827CD6386CF}"/>
              </a:ext>
            </a:extLst>
          </p:cNvPr>
          <p:cNvSpPr txBox="1">
            <a:spLocks/>
          </p:cNvSpPr>
          <p:nvPr/>
        </p:nvSpPr>
        <p:spPr>
          <a:xfrm>
            <a:off x="8492603" y="1362291"/>
            <a:ext cx="3525736" cy="1290373"/>
          </a:xfrm>
          <a:prstGeom prst="rect">
            <a:avLst/>
          </a:prstGeom>
          <a:noFill/>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pPr marL="285750" indent="-285750">
              <a:buFont typeface="+mj-lt"/>
              <a:buAutoNum type="arabicPeriod"/>
            </a:pPr>
            <a:r>
              <a:rPr lang="en-US" sz="1200"/>
              <a:t>Mirror solution for Smart Pin / Pay By Link with refreshed UI design</a:t>
            </a:r>
          </a:p>
          <a:p>
            <a:pPr marL="285750" indent="-285750">
              <a:buFont typeface="+mj-lt"/>
              <a:buAutoNum type="arabicPeriod"/>
            </a:pPr>
            <a:endParaRPr lang="en-US" sz="1200"/>
          </a:p>
          <a:p>
            <a:pPr marL="285750" indent="-285750">
              <a:buFont typeface="+mj-lt"/>
              <a:buAutoNum type="arabicPeriod"/>
            </a:pPr>
            <a:r>
              <a:rPr lang="en-US" sz="1200"/>
              <a:t>Removing Recorded Disclosures</a:t>
            </a:r>
          </a:p>
        </p:txBody>
      </p:sp>
      <p:sp>
        <p:nvSpPr>
          <p:cNvPr id="9" name="Slide Number Placeholder 3">
            <a:extLst>
              <a:ext uri="{FF2B5EF4-FFF2-40B4-BE49-F238E27FC236}">
                <a16:creationId xmlns:a16="http://schemas.microsoft.com/office/drawing/2014/main" id="{7F94D5C3-89D1-0EFC-3C3B-1094C0C028FF}"/>
              </a:ext>
            </a:extLst>
          </p:cNvPr>
          <p:cNvSpPr txBox="1">
            <a:spLocks/>
          </p:cNvSpPr>
          <p:nvPr/>
        </p:nvSpPr>
        <p:spPr>
          <a:xfrm>
            <a:off x="11172825" y="6477425"/>
            <a:ext cx="519112" cy="180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3ACAB3-CA36-4966-8A1D-076772D39D8D}" type="slidenum">
              <a:rPr lang="en-US" smtClean="0"/>
              <a:pPr/>
              <a:t>20</a:t>
            </a:fld>
            <a:endParaRPr lang="en-US"/>
          </a:p>
        </p:txBody>
      </p:sp>
      <p:pic>
        <p:nvPicPr>
          <p:cNvPr id="14" name="Picture 13">
            <a:extLst>
              <a:ext uri="{FF2B5EF4-FFF2-40B4-BE49-F238E27FC236}">
                <a16:creationId xmlns:a16="http://schemas.microsoft.com/office/drawing/2014/main" id="{B0A22160-C0CE-440E-8B0D-7846D9AE6293}"/>
              </a:ext>
            </a:extLst>
          </p:cNvPr>
          <p:cNvPicPr>
            <a:picLocks noChangeAspect="1"/>
          </p:cNvPicPr>
          <p:nvPr/>
        </p:nvPicPr>
        <p:blipFill>
          <a:blip r:embed="rId4"/>
          <a:stretch>
            <a:fillRect/>
          </a:stretch>
        </p:blipFill>
        <p:spPr>
          <a:xfrm rot="14872550" flipV="1">
            <a:off x="8245036" y="790776"/>
            <a:ext cx="354103" cy="1143030"/>
          </a:xfrm>
          <a:prstGeom prst="rect">
            <a:avLst/>
          </a:prstGeom>
        </p:spPr>
      </p:pic>
      <p:sp>
        <p:nvSpPr>
          <p:cNvPr id="6" name="Rectangle 5">
            <a:extLst>
              <a:ext uri="{FF2B5EF4-FFF2-40B4-BE49-F238E27FC236}">
                <a16:creationId xmlns:a16="http://schemas.microsoft.com/office/drawing/2014/main" id="{67BE1F0F-86B4-1DD0-F80B-EAC5345F323A}"/>
              </a:ext>
            </a:extLst>
          </p:cNvPr>
          <p:cNvSpPr/>
          <p:nvPr/>
        </p:nvSpPr>
        <p:spPr>
          <a:xfrm>
            <a:off x="8573477" y="3094892"/>
            <a:ext cx="2907323" cy="105115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Need new rebuttal content – use Shelly’s name</a:t>
            </a:r>
          </a:p>
        </p:txBody>
      </p:sp>
    </p:spTree>
    <p:extLst>
      <p:ext uri="{BB962C8B-B14F-4D97-AF65-F5344CB8AC3E}">
        <p14:creationId xmlns:p14="http://schemas.microsoft.com/office/powerpoint/2010/main" val="266680862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7A836-EC49-0BA9-3DEC-D3808241C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2B2D9-8386-AC7B-1228-3E06C37049F1}"/>
              </a:ext>
            </a:extLst>
          </p:cNvPr>
          <p:cNvSpPr>
            <a:spLocks noGrp="1"/>
          </p:cNvSpPr>
          <p:nvPr>
            <p:ph type="title"/>
          </p:nvPr>
        </p:nvSpPr>
        <p:spPr>
          <a:xfrm>
            <a:off x="240506" y="122479"/>
            <a:ext cx="11881156" cy="619906"/>
          </a:xfrm>
        </p:spPr>
        <p:txBody>
          <a:bodyPr/>
          <a:lstStyle/>
          <a:p>
            <a:r>
              <a:rPr lang="en-US"/>
              <a:t>Customer journey for Alpha FTC Consent</a:t>
            </a:r>
          </a:p>
        </p:txBody>
      </p:sp>
      <p:sp>
        <p:nvSpPr>
          <p:cNvPr id="3" name="Footer Placeholder 2">
            <a:extLst>
              <a:ext uri="{FF2B5EF4-FFF2-40B4-BE49-F238E27FC236}">
                <a16:creationId xmlns:a16="http://schemas.microsoft.com/office/drawing/2014/main" id="{A7946AC0-A182-879D-250F-1A1DE480C584}"/>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36119818-9B49-6DCB-B924-761193D3D6CA}"/>
              </a:ext>
            </a:extLst>
          </p:cNvPr>
          <p:cNvSpPr>
            <a:spLocks noGrp="1"/>
          </p:cNvSpPr>
          <p:nvPr>
            <p:ph type="sldNum" sz="quarter" idx="21"/>
          </p:nvPr>
        </p:nvSpPr>
        <p:spPr/>
        <p:txBody>
          <a:bodyPr/>
          <a:lstStyle/>
          <a:p>
            <a:fld id="{9C3ACAB3-CA36-4966-8A1D-076772D39D8D}" type="slidenum">
              <a:rPr lang="en-US" smtClean="0"/>
              <a:pPr/>
              <a:t>21</a:t>
            </a:fld>
            <a:endParaRPr lang="en-US"/>
          </a:p>
        </p:txBody>
      </p:sp>
      <p:pic>
        <p:nvPicPr>
          <p:cNvPr id="14" name="Picture 13">
            <a:extLst>
              <a:ext uri="{FF2B5EF4-FFF2-40B4-BE49-F238E27FC236}">
                <a16:creationId xmlns:a16="http://schemas.microsoft.com/office/drawing/2014/main" id="{72CB2105-2575-1C9B-314D-32EEA1F420F6}"/>
              </a:ext>
            </a:extLst>
          </p:cNvPr>
          <p:cNvPicPr>
            <a:picLocks noChangeAspect="1"/>
          </p:cNvPicPr>
          <p:nvPr/>
        </p:nvPicPr>
        <p:blipFill>
          <a:blip r:embed="rId3"/>
          <a:stretch>
            <a:fillRect/>
          </a:stretch>
        </p:blipFill>
        <p:spPr>
          <a:xfrm>
            <a:off x="781984" y="1890891"/>
            <a:ext cx="2110435" cy="26647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6" name="Rectangle 15">
            <a:extLst>
              <a:ext uri="{FF2B5EF4-FFF2-40B4-BE49-F238E27FC236}">
                <a16:creationId xmlns:a16="http://schemas.microsoft.com/office/drawing/2014/main" id="{100E702E-425F-3F33-35EA-2E5BFC23C2BB}"/>
              </a:ext>
            </a:extLst>
          </p:cNvPr>
          <p:cNvSpPr/>
          <p:nvPr/>
        </p:nvSpPr>
        <p:spPr>
          <a:xfrm>
            <a:off x="156752" y="656606"/>
            <a:ext cx="1055077" cy="578338"/>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tx1"/>
                </a:solidFill>
              </a:rPr>
              <a:t>Customer accepts offer</a:t>
            </a:r>
          </a:p>
        </p:txBody>
      </p:sp>
      <p:sp>
        <p:nvSpPr>
          <p:cNvPr id="17" name="Rectangle 16">
            <a:extLst>
              <a:ext uri="{FF2B5EF4-FFF2-40B4-BE49-F238E27FC236}">
                <a16:creationId xmlns:a16="http://schemas.microsoft.com/office/drawing/2014/main" id="{37EBFC8C-3BE5-1D62-49AA-41B9FDA9E647}"/>
              </a:ext>
            </a:extLst>
          </p:cNvPr>
          <p:cNvSpPr/>
          <p:nvPr/>
        </p:nvSpPr>
        <p:spPr>
          <a:xfrm>
            <a:off x="2949776" y="1158966"/>
            <a:ext cx="1146288" cy="578338"/>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tx1"/>
                </a:solidFill>
              </a:rPr>
              <a:t>Customer receives the link (SMS or email)</a:t>
            </a:r>
          </a:p>
        </p:txBody>
      </p:sp>
      <p:sp>
        <p:nvSpPr>
          <p:cNvPr id="22" name="Rectangle 21">
            <a:extLst>
              <a:ext uri="{FF2B5EF4-FFF2-40B4-BE49-F238E27FC236}">
                <a16:creationId xmlns:a16="http://schemas.microsoft.com/office/drawing/2014/main" id="{AA4BAC51-F886-1E57-A706-0269D2FEDCEA}"/>
              </a:ext>
            </a:extLst>
          </p:cNvPr>
          <p:cNvSpPr/>
          <p:nvPr/>
        </p:nvSpPr>
        <p:spPr>
          <a:xfrm>
            <a:off x="4836601" y="1156733"/>
            <a:ext cx="1126821" cy="578338"/>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tx1"/>
                </a:solidFill>
              </a:rPr>
              <a:t>Customer provides consent to enroll</a:t>
            </a:r>
          </a:p>
        </p:txBody>
      </p:sp>
      <p:sp>
        <p:nvSpPr>
          <p:cNvPr id="24" name="Rectangle 23">
            <a:extLst>
              <a:ext uri="{FF2B5EF4-FFF2-40B4-BE49-F238E27FC236}">
                <a16:creationId xmlns:a16="http://schemas.microsoft.com/office/drawing/2014/main" id="{B0E292DB-C5CE-FB0F-1E1B-7317165C8FF2}"/>
              </a:ext>
            </a:extLst>
          </p:cNvPr>
          <p:cNvSpPr/>
          <p:nvPr/>
        </p:nvSpPr>
        <p:spPr>
          <a:xfrm>
            <a:off x="8561381" y="1156733"/>
            <a:ext cx="1055077" cy="578338"/>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tx1"/>
                </a:solidFill>
              </a:rPr>
              <a:t>Customer submits enrollment</a:t>
            </a:r>
          </a:p>
        </p:txBody>
      </p:sp>
      <p:sp>
        <p:nvSpPr>
          <p:cNvPr id="25" name="Rectangle 24">
            <a:extLst>
              <a:ext uri="{FF2B5EF4-FFF2-40B4-BE49-F238E27FC236}">
                <a16:creationId xmlns:a16="http://schemas.microsoft.com/office/drawing/2014/main" id="{CC4B9046-26A8-ECB2-1541-8749054989D2}"/>
              </a:ext>
            </a:extLst>
          </p:cNvPr>
          <p:cNvSpPr/>
          <p:nvPr/>
        </p:nvSpPr>
        <p:spPr>
          <a:xfrm>
            <a:off x="8561755" y="2163531"/>
            <a:ext cx="1055077" cy="578338"/>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tx1"/>
                </a:solidFill>
              </a:rPr>
              <a:t>Enrollment Received</a:t>
            </a:r>
          </a:p>
        </p:txBody>
      </p:sp>
      <p:cxnSp>
        <p:nvCxnSpPr>
          <p:cNvPr id="27" name="Straight Arrow Connector 26">
            <a:extLst>
              <a:ext uri="{FF2B5EF4-FFF2-40B4-BE49-F238E27FC236}">
                <a16:creationId xmlns:a16="http://schemas.microsoft.com/office/drawing/2014/main" id="{31F6C49B-DBB4-AFDB-8527-54B2953B8F8C}"/>
              </a:ext>
            </a:extLst>
          </p:cNvPr>
          <p:cNvCxnSpPr>
            <a:cxnSpLocks/>
            <a:stCxn id="63" idx="3"/>
            <a:endCxn id="17" idx="1"/>
          </p:cNvCxnSpPr>
          <p:nvPr/>
        </p:nvCxnSpPr>
        <p:spPr>
          <a:xfrm>
            <a:off x="2458367" y="1448135"/>
            <a:ext cx="491409" cy="0"/>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6CC0022A-C450-CB88-A650-FD3E515B5463}"/>
              </a:ext>
            </a:extLst>
          </p:cNvPr>
          <p:cNvCxnSpPr>
            <a:cxnSpLocks/>
            <a:stCxn id="17" idx="3"/>
            <a:endCxn id="22" idx="1"/>
          </p:cNvCxnSpPr>
          <p:nvPr/>
        </p:nvCxnSpPr>
        <p:spPr>
          <a:xfrm flipV="1">
            <a:off x="4096064" y="1445902"/>
            <a:ext cx="740537" cy="2233"/>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9E5B64E-8FCD-EF6B-D3FA-AB4B4025882D}"/>
              </a:ext>
            </a:extLst>
          </p:cNvPr>
          <p:cNvCxnSpPr>
            <a:cxnSpLocks/>
            <a:stCxn id="44" idx="3"/>
            <a:endCxn id="24" idx="1"/>
          </p:cNvCxnSpPr>
          <p:nvPr/>
        </p:nvCxnSpPr>
        <p:spPr>
          <a:xfrm flipV="1">
            <a:off x="7723429" y="1445902"/>
            <a:ext cx="837952" cy="108"/>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77C5D782-14D4-4FBB-DC2E-868D44A520D2}"/>
              </a:ext>
            </a:extLst>
          </p:cNvPr>
          <p:cNvSpPr/>
          <p:nvPr/>
        </p:nvSpPr>
        <p:spPr>
          <a:xfrm>
            <a:off x="8492274" y="2934116"/>
            <a:ext cx="1194038" cy="578338"/>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tx1"/>
                </a:solidFill>
              </a:rPr>
              <a:t>System matches consent to enrollment</a:t>
            </a:r>
          </a:p>
        </p:txBody>
      </p:sp>
      <p:cxnSp>
        <p:nvCxnSpPr>
          <p:cNvPr id="33" name="Straight Arrow Connector 32">
            <a:extLst>
              <a:ext uri="{FF2B5EF4-FFF2-40B4-BE49-F238E27FC236}">
                <a16:creationId xmlns:a16="http://schemas.microsoft.com/office/drawing/2014/main" id="{F83BF283-4FE7-A139-6578-613007B8488B}"/>
              </a:ext>
            </a:extLst>
          </p:cNvPr>
          <p:cNvCxnSpPr>
            <a:cxnSpLocks/>
            <a:stCxn id="25" idx="2"/>
            <a:endCxn id="32" idx="0"/>
          </p:cNvCxnSpPr>
          <p:nvPr/>
        </p:nvCxnSpPr>
        <p:spPr>
          <a:xfrm flipH="1">
            <a:off x="9089293" y="2741869"/>
            <a:ext cx="1" cy="192247"/>
          </a:xfrm>
          <a:prstGeom prst="straightConnector1">
            <a:avLst/>
          </a:prstGeom>
          <a:ln w="12700" cap="rnd">
            <a:solidFill>
              <a:schemeClr val="bg2"/>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2FE1BFE9-6F98-6CAA-352F-55309DB2E5BC}"/>
              </a:ext>
            </a:extLst>
          </p:cNvPr>
          <p:cNvSpPr/>
          <p:nvPr/>
        </p:nvSpPr>
        <p:spPr>
          <a:xfrm>
            <a:off x="6429537" y="1156841"/>
            <a:ext cx="1293892" cy="578338"/>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tx1"/>
                </a:solidFill>
              </a:rPr>
              <a:t>If Asurion billed, Customer provides payment for premium billing</a:t>
            </a:r>
          </a:p>
        </p:txBody>
      </p:sp>
      <p:cxnSp>
        <p:nvCxnSpPr>
          <p:cNvPr id="48" name="Connector: Elbow 47">
            <a:extLst>
              <a:ext uri="{FF2B5EF4-FFF2-40B4-BE49-F238E27FC236}">
                <a16:creationId xmlns:a16="http://schemas.microsoft.com/office/drawing/2014/main" id="{711FCED8-D8F8-14D7-E030-C4A029D9ED8B}"/>
              </a:ext>
            </a:extLst>
          </p:cNvPr>
          <p:cNvCxnSpPr>
            <a:cxnSpLocks/>
            <a:stCxn id="24" idx="2"/>
            <a:endCxn id="25" idx="0"/>
          </p:cNvCxnSpPr>
          <p:nvPr/>
        </p:nvCxnSpPr>
        <p:spPr>
          <a:xfrm rot="16200000" flipH="1">
            <a:off x="8874877" y="1949114"/>
            <a:ext cx="428460" cy="374"/>
          </a:xfrm>
          <a:prstGeom prst="bentConnector3">
            <a:avLst>
              <a:gd name="adj1" fmla="val 50000"/>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pic>
        <p:nvPicPr>
          <p:cNvPr id="49" name="Picture 48">
            <a:extLst>
              <a:ext uri="{FF2B5EF4-FFF2-40B4-BE49-F238E27FC236}">
                <a16:creationId xmlns:a16="http://schemas.microsoft.com/office/drawing/2014/main" id="{6C1465A5-1AB4-4E6E-9634-358917775F47}"/>
              </a:ext>
            </a:extLst>
          </p:cNvPr>
          <p:cNvPicPr>
            <a:picLocks noChangeAspect="1"/>
          </p:cNvPicPr>
          <p:nvPr/>
        </p:nvPicPr>
        <p:blipFill>
          <a:blip r:embed="rId4"/>
          <a:stretch>
            <a:fillRect/>
          </a:stretch>
        </p:blipFill>
        <p:spPr>
          <a:xfrm>
            <a:off x="2532186" y="2476424"/>
            <a:ext cx="2007432" cy="29334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3" name="Rectangle 62">
            <a:extLst>
              <a:ext uri="{FF2B5EF4-FFF2-40B4-BE49-F238E27FC236}">
                <a16:creationId xmlns:a16="http://schemas.microsoft.com/office/drawing/2014/main" id="{966476EC-91C6-6F27-5C00-3939CF97D01C}"/>
              </a:ext>
            </a:extLst>
          </p:cNvPr>
          <p:cNvSpPr/>
          <p:nvPr/>
        </p:nvSpPr>
        <p:spPr>
          <a:xfrm>
            <a:off x="1312079" y="1158966"/>
            <a:ext cx="1146288" cy="57833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Expert sends the customer a Smart Link</a:t>
            </a:r>
          </a:p>
        </p:txBody>
      </p:sp>
      <p:pic>
        <p:nvPicPr>
          <p:cNvPr id="69" name="Picture 68">
            <a:extLst>
              <a:ext uri="{FF2B5EF4-FFF2-40B4-BE49-F238E27FC236}">
                <a16:creationId xmlns:a16="http://schemas.microsoft.com/office/drawing/2014/main" id="{6E8FC8CF-EEE8-AD96-CF12-45282EF8A0A0}"/>
              </a:ext>
            </a:extLst>
          </p:cNvPr>
          <p:cNvPicPr>
            <a:picLocks noChangeAspect="1"/>
          </p:cNvPicPr>
          <p:nvPr/>
        </p:nvPicPr>
        <p:blipFill>
          <a:blip r:embed="rId5"/>
          <a:stretch>
            <a:fillRect/>
          </a:stretch>
        </p:blipFill>
        <p:spPr>
          <a:xfrm>
            <a:off x="4694291" y="1866392"/>
            <a:ext cx="1411439" cy="45094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80" name="Straight Arrow Connector 79">
            <a:extLst>
              <a:ext uri="{FF2B5EF4-FFF2-40B4-BE49-F238E27FC236}">
                <a16:creationId xmlns:a16="http://schemas.microsoft.com/office/drawing/2014/main" id="{9B63413F-53B5-73BE-CF05-29C2D10E3647}"/>
              </a:ext>
            </a:extLst>
          </p:cNvPr>
          <p:cNvCxnSpPr>
            <a:cxnSpLocks/>
            <a:stCxn id="22" idx="3"/>
            <a:endCxn id="44" idx="1"/>
          </p:cNvCxnSpPr>
          <p:nvPr/>
        </p:nvCxnSpPr>
        <p:spPr>
          <a:xfrm>
            <a:off x="5963422" y="1445902"/>
            <a:ext cx="466115" cy="108"/>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pic>
        <p:nvPicPr>
          <p:cNvPr id="94" name="Picture 93">
            <a:extLst>
              <a:ext uri="{FF2B5EF4-FFF2-40B4-BE49-F238E27FC236}">
                <a16:creationId xmlns:a16="http://schemas.microsoft.com/office/drawing/2014/main" id="{141F0FDD-42CD-81EF-6EA8-8767950C204E}"/>
              </a:ext>
            </a:extLst>
          </p:cNvPr>
          <p:cNvPicPr>
            <a:picLocks noChangeAspect="1"/>
          </p:cNvPicPr>
          <p:nvPr/>
        </p:nvPicPr>
        <p:blipFill>
          <a:blip r:embed="rId6"/>
          <a:stretch>
            <a:fillRect/>
          </a:stretch>
        </p:blipFill>
        <p:spPr>
          <a:xfrm>
            <a:off x="5978855" y="2024132"/>
            <a:ext cx="2298487" cy="25356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5" name="TextBox 94">
            <a:extLst>
              <a:ext uri="{FF2B5EF4-FFF2-40B4-BE49-F238E27FC236}">
                <a16:creationId xmlns:a16="http://schemas.microsoft.com/office/drawing/2014/main" id="{35F2D8EB-F1B3-9CDB-34C3-C20E499BEDF9}"/>
              </a:ext>
            </a:extLst>
          </p:cNvPr>
          <p:cNvSpPr txBox="1"/>
          <p:nvPr/>
        </p:nvSpPr>
        <p:spPr>
          <a:xfrm>
            <a:off x="781984" y="4600608"/>
            <a:ext cx="1492396" cy="215444"/>
          </a:xfrm>
          <a:prstGeom prst="rect">
            <a:avLst/>
          </a:prstGeom>
          <a:noFill/>
        </p:spPr>
        <p:txBody>
          <a:bodyPr wrap="none" lIns="0" rIns="0" bIns="0" rtlCol="0">
            <a:spAutoFit/>
          </a:bodyPr>
          <a:lstStyle/>
          <a:p>
            <a:pPr algn="l"/>
            <a:r>
              <a:rPr lang="en-US" sz="1100" i="1">
                <a:cs typeface="Georgia"/>
              </a:rPr>
              <a:t>Alpha – design in progress</a:t>
            </a:r>
          </a:p>
        </p:txBody>
      </p:sp>
      <p:sp>
        <p:nvSpPr>
          <p:cNvPr id="96" name="TextBox 95">
            <a:extLst>
              <a:ext uri="{FF2B5EF4-FFF2-40B4-BE49-F238E27FC236}">
                <a16:creationId xmlns:a16="http://schemas.microsoft.com/office/drawing/2014/main" id="{244BE9BF-C555-1C2C-6958-0477837353E4}"/>
              </a:ext>
            </a:extLst>
          </p:cNvPr>
          <p:cNvSpPr txBox="1"/>
          <p:nvPr/>
        </p:nvSpPr>
        <p:spPr>
          <a:xfrm>
            <a:off x="2532186" y="5476246"/>
            <a:ext cx="1139736" cy="215444"/>
          </a:xfrm>
          <a:prstGeom prst="rect">
            <a:avLst/>
          </a:prstGeom>
          <a:noFill/>
        </p:spPr>
        <p:txBody>
          <a:bodyPr wrap="none" lIns="0" rIns="0" bIns="0" rtlCol="0">
            <a:spAutoFit/>
          </a:bodyPr>
          <a:lstStyle/>
          <a:p>
            <a:pPr algn="l"/>
            <a:r>
              <a:rPr lang="en-US" sz="1100" i="1">
                <a:cs typeface="Georgia"/>
              </a:rPr>
              <a:t>Comm – design TBD</a:t>
            </a:r>
          </a:p>
        </p:txBody>
      </p:sp>
      <p:sp>
        <p:nvSpPr>
          <p:cNvPr id="97" name="TextBox 96">
            <a:extLst>
              <a:ext uri="{FF2B5EF4-FFF2-40B4-BE49-F238E27FC236}">
                <a16:creationId xmlns:a16="http://schemas.microsoft.com/office/drawing/2014/main" id="{5F09A718-6F23-BC9A-61A0-84065D758352}"/>
              </a:ext>
            </a:extLst>
          </p:cNvPr>
          <p:cNvSpPr txBox="1"/>
          <p:nvPr/>
        </p:nvSpPr>
        <p:spPr>
          <a:xfrm>
            <a:off x="4657861" y="6436419"/>
            <a:ext cx="1357744" cy="215444"/>
          </a:xfrm>
          <a:prstGeom prst="rect">
            <a:avLst/>
          </a:prstGeom>
          <a:noFill/>
        </p:spPr>
        <p:txBody>
          <a:bodyPr wrap="none" lIns="0" rIns="0" bIns="0" rtlCol="0">
            <a:spAutoFit/>
          </a:bodyPr>
          <a:lstStyle/>
          <a:p>
            <a:pPr algn="l"/>
            <a:r>
              <a:rPr lang="en-US" sz="1100" i="1">
                <a:cs typeface="Georgia"/>
              </a:rPr>
              <a:t>Smart Link Consent TBD</a:t>
            </a:r>
          </a:p>
        </p:txBody>
      </p:sp>
      <p:sp>
        <p:nvSpPr>
          <p:cNvPr id="98" name="TextBox 97">
            <a:extLst>
              <a:ext uri="{FF2B5EF4-FFF2-40B4-BE49-F238E27FC236}">
                <a16:creationId xmlns:a16="http://schemas.microsoft.com/office/drawing/2014/main" id="{70504E40-58A1-5D27-5B11-F3BBC05349F9}"/>
              </a:ext>
            </a:extLst>
          </p:cNvPr>
          <p:cNvSpPr txBox="1"/>
          <p:nvPr/>
        </p:nvSpPr>
        <p:spPr>
          <a:xfrm>
            <a:off x="6319198" y="4602383"/>
            <a:ext cx="1404231" cy="215444"/>
          </a:xfrm>
          <a:prstGeom prst="rect">
            <a:avLst/>
          </a:prstGeom>
          <a:noFill/>
        </p:spPr>
        <p:txBody>
          <a:bodyPr wrap="none" lIns="0" rIns="0" bIns="0" rtlCol="0">
            <a:spAutoFit/>
          </a:bodyPr>
          <a:lstStyle/>
          <a:p>
            <a:pPr algn="l"/>
            <a:r>
              <a:rPr lang="en-US" sz="1100" i="1">
                <a:cs typeface="Georgia"/>
              </a:rPr>
              <a:t>Smart Link Payment TBD</a:t>
            </a:r>
          </a:p>
        </p:txBody>
      </p:sp>
      <p:sp>
        <p:nvSpPr>
          <p:cNvPr id="99" name="Rectangle 98">
            <a:extLst>
              <a:ext uri="{FF2B5EF4-FFF2-40B4-BE49-F238E27FC236}">
                <a16:creationId xmlns:a16="http://schemas.microsoft.com/office/drawing/2014/main" id="{33C6BF27-BFFB-B0AB-AA74-348A80CC85C5}"/>
              </a:ext>
            </a:extLst>
          </p:cNvPr>
          <p:cNvSpPr/>
          <p:nvPr/>
        </p:nvSpPr>
        <p:spPr>
          <a:xfrm>
            <a:off x="10010009" y="1156980"/>
            <a:ext cx="1055077" cy="57833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solidFill>
                  <a:schemeClr val="bg1"/>
                </a:solidFill>
              </a:rPr>
              <a:t>Expert earns  the sale</a:t>
            </a:r>
          </a:p>
        </p:txBody>
      </p:sp>
      <p:cxnSp>
        <p:nvCxnSpPr>
          <p:cNvPr id="102" name="Straight Arrow Connector 101">
            <a:extLst>
              <a:ext uri="{FF2B5EF4-FFF2-40B4-BE49-F238E27FC236}">
                <a16:creationId xmlns:a16="http://schemas.microsoft.com/office/drawing/2014/main" id="{4A717B86-17E1-2C36-A72F-5B20AB1BDE15}"/>
              </a:ext>
            </a:extLst>
          </p:cNvPr>
          <p:cNvCxnSpPr>
            <a:cxnSpLocks/>
            <a:stCxn id="24" idx="3"/>
            <a:endCxn id="99" idx="1"/>
          </p:cNvCxnSpPr>
          <p:nvPr/>
        </p:nvCxnSpPr>
        <p:spPr>
          <a:xfrm>
            <a:off x="9616458" y="1445902"/>
            <a:ext cx="393551" cy="247"/>
          </a:xfrm>
          <a:prstGeom prst="straightConnector1">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pic>
        <p:nvPicPr>
          <p:cNvPr id="110" name="Picture 109">
            <a:extLst>
              <a:ext uri="{FF2B5EF4-FFF2-40B4-BE49-F238E27FC236}">
                <a16:creationId xmlns:a16="http://schemas.microsoft.com/office/drawing/2014/main" id="{A95E6837-2ED7-18B1-3C1E-83A8381B99FA}"/>
              </a:ext>
            </a:extLst>
          </p:cNvPr>
          <p:cNvPicPr>
            <a:picLocks noChangeAspect="1"/>
          </p:cNvPicPr>
          <p:nvPr/>
        </p:nvPicPr>
        <p:blipFill>
          <a:blip r:embed="rId7"/>
          <a:stretch>
            <a:fillRect/>
          </a:stretch>
        </p:blipFill>
        <p:spPr>
          <a:xfrm>
            <a:off x="7835662" y="4926495"/>
            <a:ext cx="3955141" cy="16409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113" name="Connector: Elbow 112">
            <a:extLst>
              <a:ext uri="{FF2B5EF4-FFF2-40B4-BE49-F238E27FC236}">
                <a16:creationId xmlns:a16="http://schemas.microsoft.com/office/drawing/2014/main" id="{12958B9C-1A5F-D27D-75D3-1064B0D98208}"/>
              </a:ext>
            </a:extLst>
          </p:cNvPr>
          <p:cNvCxnSpPr>
            <a:cxnSpLocks/>
            <a:stCxn id="16" idx="2"/>
            <a:endCxn id="63" idx="1"/>
          </p:cNvCxnSpPr>
          <p:nvPr/>
        </p:nvCxnSpPr>
        <p:spPr>
          <a:xfrm rot="16200000" flipH="1">
            <a:off x="891590" y="1027645"/>
            <a:ext cx="213191" cy="627788"/>
          </a:xfrm>
          <a:prstGeom prst="bentConnector2">
            <a:avLst/>
          </a:prstGeom>
          <a:ln w="12700" cap="rnd">
            <a:tailEnd type="triangle"/>
          </a:ln>
          <a:effectLst/>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89900A97-6876-3310-F1CD-F5CBDF7A448B}"/>
              </a:ext>
            </a:extLst>
          </p:cNvPr>
          <p:cNvSpPr txBox="1"/>
          <p:nvPr/>
        </p:nvSpPr>
        <p:spPr>
          <a:xfrm>
            <a:off x="10518539" y="4629751"/>
            <a:ext cx="1173398" cy="215444"/>
          </a:xfrm>
          <a:prstGeom prst="rect">
            <a:avLst/>
          </a:prstGeom>
          <a:noFill/>
        </p:spPr>
        <p:txBody>
          <a:bodyPr wrap="none" lIns="0" rIns="0" bIns="0" rtlCol="0">
            <a:spAutoFit/>
          </a:bodyPr>
          <a:lstStyle/>
          <a:p>
            <a:pPr algn="l"/>
            <a:r>
              <a:rPr lang="en-US" sz="1100" i="1">
                <a:cs typeface="Georgia"/>
              </a:rPr>
              <a:t>Alpha Sale Complete</a:t>
            </a:r>
          </a:p>
        </p:txBody>
      </p:sp>
    </p:spTree>
    <p:extLst>
      <p:ext uri="{BB962C8B-B14F-4D97-AF65-F5344CB8AC3E}">
        <p14:creationId xmlns:p14="http://schemas.microsoft.com/office/powerpoint/2010/main" val="323546464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E30A0-D8A0-2450-7711-23081DA937EB}"/>
            </a:ext>
          </a:extLst>
        </p:cNvPr>
        <p:cNvGrpSpPr/>
        <p:nvPr/>
      </p:nvGrpSpPr>
      <p:grpSpPr>
        <a:xfrm>
          <a:off x="0" y="0"/>
          <a:ext cx="0" cy="0"/>
          <a:chOff x="0" y="0"/>
          <a:chExt cx="0" cy="0"/>
        </a:xfrm>
      </p:grpSpPr>
      <p:pic>
        <p:nvPicPr>
          <p:cNvPr id="6" name="Picture 5" descr="A screenshot of a web page&#10;&#10;AI-generated content may be incorrect.">
            <a:extLst>
              <a:ext uri="{FF2B5EF4-FFF2-40B4-BE49-F238E27FC236}">
                <a16:creationId xmlns:a16="http://schemas.microsoft.com/office/drawing/2014/main" id="{E82DF721-21AA-82D3-DE7F-782077DAAEB5}"/>
              </a:ext>
            </a:extLst>
          </p:cNvPr>
          <p:cNvPicPr>
            <a:picLocks noChangeAspect="1"/>
          </p:cNvPicPr>
          <p:nvPr/>
        </p:nvPicPr>
        <p:blipFill>
          <a:blip r:embed="rId3"/>
          <a:stretch>
            <a:fillRect/>
          </a:stretch>
        </p:blipFill>
        <p:spPr>
          <a:xfrm>
            <a:off x="241677" y="628810"/>
            <a:ext cx="7815404" cy="5747657"/>
          </a:xfrm>
          <a:prstGeom prst="rect">
            <a:avLst/>
          </a:prstGeom>
        </p:spPr>
      </p:pic>
      <p:sp>
        <p:nvSpPr>
          <p:cNvPr id="2" name="Title 1">
            <a:extLst>
              <a:ext uri="{FF2B5EF4-FFF2-40B4-BE49-F238E27FC236}">
                <a16:creationId xmlns:a16="http://schemas.microsoft.com/office/drawing/2014/main" id="{E7FD25CC-D09B-78BA-211A-5F8A931F9BB6}"/>
              </a:ext>
            </a:extLst>
          </p:cNvPr>
          <p:cNvSpPr>
            <a:spLocks noGrp="1"/>
          </p:cNvSpPr>
          <p:nvPr>
            <p:ph type="title"/>
          </p:nvPr>
        </p:nvSpPr>
        <p:spPr>
          <a:xfrm>
            <a:off x="240506" y="122479"/>
            <a:ext cx="11777833" cy="619906"/>
          </a:xfrm>
        </p:spPr>
        <p:txBody>
          <a:bodyPr/>
          <a:lstStyle/>
          <a:p>
            <a:r>
              <a:rPr lang="en-US"/>
              <a:t>Expert Feedback</a:t>
            </a:r>
          </a:p>
        </p:txBody>
      </p:sp>
      <p:sp>
        <p:nvSpPr>
          <p:cNvPr id="3" name="Footer Placeholder 2">
            <a:extLst>
              <a:ext uri="{FF2B5EF4-FFF2-40B4-BE49-F238E27FC236}">
                <a16:creationId xmlns:a16="http://schemas.microsoft.com/office/drawing/2014/main" id="{0BF7620A-D1AB-8520-9068-9184F99BBBAA}"/>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8FF64146-EA17-F2FF-5C0C-4AE988B5BFE4}"/>
              </a:ext>
            </a:extLst>
          </p:cNvPr>
          <p:cNvSpPr>
            <a:spLocks noGrp="1"/>
          </p:cNvSpPr>
          <p:nvPr>
            <p:ph type="sldNum" sz="quarter" idx="21"/>
          </p:nvPr>
        </p:nvSpPr>
        <p:spPr/>
        <p:txBody>
          <a:bodyPr/>
          <a:lstStyle/>
          <a:p>
            <a:fld id="{9C3ACAB3-CA36-4966-8A1D-076772D39D8D}" type="slidenum">
              <a:rPr lang="en-US" smtClean="0"/>
              <a:pPr/>
              <a:t>22</a:t>
            </a:fld>
            <a:endParaRPr lang="en-US"/>
          </a:p>
        </p:txBody>
      </p:sp>
      <p:sp>
        <p:nvSpPr>
          <p:cNvPr id="5" name="Title 1">
            <a:extLst>
              <a:ext uri="{FF2B5EF4-FFF2-40B4-BE49-F238E27FC236}">
                <a16:creationId xmlns:a16="http://schemas.microsoft.com/office/drawing/2014/main" id="{14D864C8-9263-9A2C-89B9-B9E9BF0C8F38}"/>
              </a:ext>
            </a:extLst>
          </p:cNvPr>
          <p:cNvSpPr txBox="1">
            <a:spLocks/>
          </p:cNvSpPr>
          <p:nvPr/>
        </p:nvSpPr>
        <p:spPr>
          <a:xfrm>
            <a:off x="8454183" y="4527935"/>
            <a:ext cx="3525736" cy="619907"/>
          </a:xfrm>
          <a:prstGeom prst="rect">
            <a:avLst/>
          </a:prstGeom>
          <a:solidFill>
            <a:schemeClr val="bg1">
              <a:lumMod val="95000"/>
            </a:schemeClr>
          </a:solidFill>
        </p:spPr>
        <p:txBody>
          <a:bodyPr vert="horz" lIns="0" tIns="0" rIns="0" bIns="0" rtlCol="0" anchor="t" anchorCtr="0">
            <a:noAutofit/>
          </a:bodyPr>
          <a:lstStyle>
            <a:lvl1pPr algn="l" defTabSz="914400" rtl="0" eaLnBrk="1" latinLnBrk="0" hangingPunct="1">
              <a:lnSpc>
                <a:spcPct val="100000"/>
              </a:lnSpc>
              <a:spcBef>
                <a:spcPct val="0"/>
              </a:spcBef>
              <a:buNone/>
              <a:defRPr sz="3200" b="0" i="0" kern="1200">
                <a:solidFill>
                  <a:schemeClr val="tx1"/>
                </a:solidFill>
                <a:latin typeface="Calibri Light" panose="020F0302020204030204" pitchFamily="34" charset="0"/>
                <a:ea typeface="+mj-ea"/>
                <a:cs typeface="Calibri Light" panose="020F0302020204030204" pitchFamily="34" charset="0"/>
              </a:defRPr>
            </a:lvl1pPr>
          </a:lstStyle>
          <a:p>
            <a:pPr marL="228600" indent="-228600">
              <a:buAutoNum type="arabicPeriod"/>
            </a:pPr>
            <a:r>
              <a:rPr lang="en-US" sz="1200"/>
              <a:t>Experts can provide feedback on the quality of the personalized offer to help train the model</a:t>
            </a:r>
          </a:p>
          <a:p>
            <a:endParaRPr lang="en-US" sz="1200"/>
          </a:p>
        </p:txBody>
      </p:sp>
      <p:cxnSp>
        <p:nvCxnSpPr>
          <p:cNvPr id="7" name="Straight Arrow Connector 6">
            <a:extLst>
              <a:ext uri="{FF2B5EF4-FFF2-40B4-BE49-F238E27FC236}">
                <a16:creationId xmlns:a16="http://schemas.microsoft.com/office/drawing/2014/main" id="{5A3096FC-7B6D-4D63-D5D9-108769EBFB43}"/>
              </a:ext>
            </a:extLst>
          </p:cNvPr>
          <p:cNvCxnSpPr>
            <a:cxnSpLocks/>
          </p:cNvCxnSpPr>
          <p:nvPr/>
        </p:nvCxnSpPr>
        <p:spPr>
          <a:xfrm flipH="1">
            <a:off x="5384606" y="4837889"/>
            <a:ext cx="3069577" cy="835565"/>
          </a:xfrm>
          <a:prstGeom prst="straightConnector1">
            <a:avLst/>
          </a:prstGeom>
          <a:ln w="57150" cap="rnd">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533987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351CE-85CC-CC1A-F3C8-320D6C57977A}"/>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2DCDE6EB-9B89-5E1B-F55E-C4EA672CFEF8}"/>
              </a:ext>
            </a:extLst>
          </p:cNvPr>
          <p:cNvGraphicFramePr>
            <a:graphicFrameLocks noGrp="1"/>
          </p:cNvGraphicFramePr>
          <p:nvPr>
            <p:extLst>
              <p:ext uri="{D42A27DB-BD31-4B8C-83A1-F6EECF244321}">
                <p14:modId xmlns:p14="http://schemas.microsoft.com/office/powerpoint/2010/main" val="1511446575"/>
              </p:ext>
            </p:extLst>
          </p:nvPr>
        </p:nvGraphicFramePr>
        <p:xfrm>
          <a:off x="434087" y="1807973"/>
          <a:ext cx="11113263" cy="3779520"/>
        </p:xfrm>
        <a:graphic>
          <a:graphicData uri="http://schemas.openxmlformats.org/drawingml/2006/table">
            <a:tbl>
              <a:tblPr firstRow="1" bandRow="1">
                <a:tableStyleId>{69012ECD-51FC-41F1-AA8D-1B2483CD663E}</a:tableStyleId>
              </a:tblPr>
              <a:tblGrid>
                <a:gridCol w="4121277">
                  <a:extLst>
                    <a:ext uri="{9D8B030D-6E8A-4147-A177-3AD203B41FA5}">
                      <a16:colId xmlns:a16="http://schemas.microsoft.com/office/drawing/2014/main" val="3756244592"/>
                    </a:ext>
                  </a:extLst>
                </a:gridCol>
                <a:gridCol w="274320">
                  <a:extLst>
                    <a:ext uri="{9D8B030D-6E8A-4147-A177-3AD203B41FA5}">
                      <a16:colId xmlns:a16="http://schemas.microsoft.com/office/drawing/2014/main" val="3093546106"/>
                    </a:ext>
                  </a:extLst>
                </a:gridCol>
                <a:gridCol w="274320">
                  <a:extLst>
                    <a:ext uri="{9D8B030D-6E8A-4147-A177-3AD203B41FA5}">
                      <a16:colId xmlns:a16="http://schemas.microsoft.com/office/drawing/2014/main" val="1247010625"/>
                    </a:ext>
                  </a:extLst>
                </a:gridCol>
                <a:gridCol w="274320">
                  <a:extLst>
                    <a:ext uri="{9D8B030D-6E8A-4147-A177-3AD203B41FA5}">
                      <a16:colId xmlns:a16="http://schemas.microsoft.com/office/drawing/2014/main" val="1102471246"/>
                    </a:ext>
                  </a:extLst>
                </a:gridCol>
                <a:gridCol w="274320">
                  <a:extLst>
                    <a:ext uri="{9D8B030D-6E8A-4147-A177-3AD203B41FA5}">
                      <a16:colId xmlns:a16="http://schemas.microsoft.com/office/drawing/2014/main" val="1571845598"/>
                    </a:ext>
                  </a:extLst>
                </a:gridCol>
                <a:gridCol w="274320">
                  <a:extLst>
                    <a:ext uri="{9D8B030D-6E8A-4147-A177-3AD203B41FA5}">
                      <a16:colId xmlns:a16="http://schemas.microsoft.com/office/drawing/2014/main" val="729495054"/>
                    </a:ext>
                  </a:extLst>
                </a:gridCol>
                <a:gridCol w="274320">
                  <a:extLst>
                    <a:ext uri="{9D8B030D-6E8A-4147-A177-3AD203B41FA5}">
                      <a16:colId xmlns:a16="http://schemas.microsoft.com/office/drawing/2014/main" val="3909352416"/>
                    </a:ext>
                  </a:extLst>
                </a:gridCol>
                <a:gridCol w="274320">
                  <a:extLst>
                    <a:ext uri="{9D8B030D-6E8A-4147-A177-3AD203B41FA5}">
                      <a16:colId xmlns:a16="http://schemas.microsoft.com/office/drawing/2014/main" val="3017001366"/>
                    </a:ext>
                  </a:extLst>
                </a:gridCol>
                <a:gridCol w="274320">
                  <a:extLst>
                    <a:ext uri="{9D8B030D-6E8A-4147-A177-3AD203B41FA5}">
                      <a16:colId xmlns:a16="http://schemas.microsoft.com/office/drawing/2014/main" val="1459870886"/>
                    </a:ext>
                  </a:extLst>
                </a:gridCol>
                <a:gridCol w="274320">
                  <a:extLst>
                    <a:ext uri="{9D8B030D-6E8A-4147-A177-3AD203B41FA5}">
                      <a16:colId xmlns:a16="http://schemas.microsoft.com/office/drawing/2014/main" val="2616526186"/>
                    </a:ext>
                  </a:extLst>
                </a:gridCol>
                <a:gridCol w="274320">
                  <a:extLst>
                    <a:ext uri="{9D8B030D-6E8A-4147-A177-3AD203B41FA5}">
                      <a16:colId xmlns:a16="http://schemas.microsoft.com/office/drawing/2014/main" val="3001583428"/>
                    </a:ext>
                  </a:extLst>
                </a:gridCol>
                <a:gridCol w="274320">
                  <a:extLst>
                    <a:ext uri="{9D8B030D-6E8A-4147-A177-3AD203B41FA5}">
                      <a16:colId xmlns:a16="http://schemas.microsoft.com/office/drawing/2014/main" val="88578668"/>
                    </a:ext>
                  </a:extLst>
                </a:gridCol>
                <a:gridCol w="274320">
                  <a:extLst>
                    <a:ext uri="{9D8B030D-6E8A-4147-A177-3AD203B41FA5}">
                      <a16:colId xmlns:a16="http://schemas.microsoft.com/office/drawing/2014/main" val="2210381545"/>
                    </a:ext>
                  </a:extLst>
                </a:gridCol>
                <a:gridCol w="274320">
                  <a:extLst>
                    <a:ext uri="{9D8B030D-6E8A-4147-A177-3AD203B41FA5}">
                      <a16:colId xmlns:a16="http://schemas.microsoft.com/office/drawing/2014/main" val="3619630650"/>
                    </a:ext>
                  </a:extLst>
                </a:gridCol>
                <a:gridCol w="274320">
                  <a:extLst>
                    <a:ext uri="{9D8B030D-6E8A-4147-A177-3AD203B41FA5}">
                      <a16:colId xmlns:a16="http://schemas.microsoft.com/office/drawing/2014/main" val="4218674972"/>
                    </a:ext>
                  </a:extLst>
                </a:gridCol>
                <a:gridCol w="931863">
                  <a:extLst>
                    <a:ext uri="{9D8B030D-6E8A-4147-A177-3AD203B41FA5}">
                      <a16:colId xmlns:a16="http://schemas.microsoft.com/office/drawing/2014/main" val="2489210126"/>
                    </a:ext>
                  </a:extLst>
                </a:gridCol>
                <a:gridCol w="2219643">
                  <a:extLst>
                    <a:ext uri="{9D8B030D-6E8A-4147-A177-3AD203B41FA5}">
                      <a16:colId xmlns:a16="http://schemas.microsoft.com/office/drawing/2014/main" val="903704069"/>
                    </a:ext>
                  </a:extLst>
                </a:gridCol>
              </a:tblGrid>
              <a:tr h="0">
                <a:tc>
                  <a:txBody>
                    <a:bodyPr/>
                    <a:lstStyle/>
                    <a:p>
                      <a:r>
                        <a:rPr lang="en-US" sz="800"/>
                        <a:t>Feature</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gridSpan="2">
                  <a:txBody>
                    <a:bodyPr/>
                    <a:lstStyle/>
                    <a:p>
                      <a:pPr algn="ctr"/>
                      <a:r>
                        <a:rPr lang="en-US" sz="800"/>
                        <a:t>Jan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Feb</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Mar</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Apr</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May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Jun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gridSpan="2">
                  <a:txBody>
                    <a:bodyPr/>
                    <a:lstStyle/>
                    <a:p>
                      <a:pPr algn="ctr"/>
                      <a:r>
                        <a:rPr lang="en-US" sz="800"/>
                        <a:t>Jul</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endParaRPr lang="en-US" sz="800"/>
                    </a:p>
                  </a:txBody>
                  <a:tcPr/>
                </a:tc>
                <a:tc>
                  <a:txBody>
                    <a:bodyPr/>
                    <a:lstStyle/>
                    <a:p>
                      <a:pPr algn="ctr"/>
                      <a:r>
                        <a:rPr lang="en-US" sz="800"/>
                        <a:t>Status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800"/>
                        <a:t>Benefit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0540565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a:t>Real-time leaderboards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r>
                        <a:rPr lang="en-US" sz="1200" i="1"/>
                        <a:t>Launched</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a:t>Increase SP100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22700135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a:t>Compelling sales offer</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r>
                        <a:rPr lang="en-US" sz="1200" i="1"/>
                        <a:t>In Progress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a:t>Increase SP100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8514319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a:t>Compelling rebuttals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r>
                        <a:rPr lang="en-US" sz="1200" i="1"/>
                        <a:t>In Progress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a:t>Increase SP100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2015878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a:t>FTC: consent to enroll</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r>
                        <a:rPr lang="en-US" sz="1200" i="1"/>
                        <a:t>In Progress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a:t>Regulatory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0226901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a:t>Accept/Decline offer + Enroll </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r>
                        <a:rPr lang="en-US" sz="1200" i="1"/>
                        <a:t>In Progress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a:t>Tech migration (ASP Decom)</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1452791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Real-time pay dashboards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Discovery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Increase SP100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5907252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Saves Desk Cancel Reasons + commission reporting</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Not Started</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Decommission </a:t>
                      </a:r>
                      <a:r>
                        <a:rPr lang="en-US" sz="1100" err="1"/>
                        <a:t>Sharepoint</a:t>
                      </a:r>
                      <a:r>
                        <a:rPr lang="en-US" sz="1100"/>
                        <a:t> solution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3289329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Compelling rebuttals for Saves Desk</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Not Started</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Decrease churn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8818188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New Account Management UI (PBUI decom)</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Not Started</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Post Joyful Home</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41825645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Call Wrap Notes Summary based on real time transcript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Discovery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Reduce after call worktime ~30secs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08891804"/>
                  </a:ext>
                </a:extLst>
              </a:tr>
              <a:tr h="0">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a:t>Sales Checklist – dependent on Call Wrap Summary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Discovery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Sales Compliance</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2010561"/>
                  </a:ext>
                </a:extLst>
              </a:tr>
              <a:tr h="0">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a:t>Device Detection – dep on Call Wrap Summary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Discovery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Increase SP100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3354116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ASP APIs with AM APIs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r>
                        <a:rPr lang="en-US" sz="1200"/>
                        <a:t>Slotted</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Tech migration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57721331"/>
                  </a:ext>
                </a:extLst>
              </a:tr>
            </a:tbl>
          </a:graphicData>
        </a:graphic>
      </p:graphicFrame>
      <p:sp>
        <p:nvSpPr>
          <p:cNvPr id="2" name="Title 1">
            <a:extLst>
              <a:ext uri="{FF2B5EF4-FFF2-40B4-BE49-F238E27FC236}">
                <a16:creationId xmlns:a16="http://schemas.microsoft.com/office/drawing/2014/main" id="{742C0A19-F345-7917-BCD6-8FACB5884496}"/>
              </a:ext>
            </a:extLst>
          </p:cNvPr>
          <p:cNvSpPr>
            <a:spLocks noGrp="1"/>
          </p:cNvSpPr>
          <p:nvPr>
            <p:ph type="title"/>
          </p:nvPr>
        </p:nvSpPr>
        <p:spPr>
          <a:xfrm>
            <a:off x="500063" y="440483"/>
            <a:ext cx="11191875" cy="531068"/>
          </a:xfrm>
        </p:spPr>
        <p:txBody>
          <a:bodyPr/>
          <a:lstStyle/>
          <a:p>
            <a:r>
              <a:rPr lang="en-US"/>
              <a:t>Sales in Protection [Alpha] Priorities</a:t>
            </a:r>
            <a:endParaRPr lang="en-US">
              <a:solidFill>
                <a:srgbClr val="FF0000"/>
              </a:solidFill>
            </a:endParaRPr>
          </a:p>
        </p:txBody>
      </p:sp>
      <p:sp>
        <p:nvSpPr>
          <p:cNvPr id="3" name="Footer Placeholder 2">
            <a:extLst>
              <a:ext uri="{FF2B5EF4-FFF2-40B4-BE49-F238E27FC236}">
                <a16:creationId xmlns:a16="http://schemas.microsoft.com/office/drawing/2014/main" id="{A9E61976-5C59-867E-4E0A-45BF7E8A4114}"/>
              </a:ext>
            </a:extLst>
          </p:cNvPr>
          <p:cNvSpPr>
            <a:spLocks noGrp="1"/>
          </p:cNvSpPr>
          <p:nvPr>
            <p:ph type="ftr" sz="quarter" idx="20"/>
          </p:nvPr>
        </p:nvSpPr>
        <p:spPr/>
        <p:txBody>
          <a:bodyPr/>
          <a:lstStyle/>
          <a:p>
            <a:r>
              <a:rPr lang="en-US"/>
              <a:t>Asurion Internal Use Only</a:t>
            </a:r>
          </a:p>
        </p:txBody>
      </p:sp>
      <p:sp>
        <p:nvSpPr>
          <p:cNvPr id="4" name="Slide Number Placeholder 3">
            <a:extLst>
              <a:ext uri="{FF2B5EF4-FFF2-40B4-BE49-F238E27FC236}">
                <a16:creationId xmlns:a16="http://schemas.microsoft.com/office/drawing/2014/main" id="{FFE74562-69E4-5490-33DD-5A394EDEB939}"/>
              </a:ext>
            </a:extLst>
          </p:cNvPr>
          <p:cNvSpPr>
            <a:spLocks noGrp="1"/>
          </p:cNvSpPr>
          <p:nvPr>
            <p:ph type="sldNum" sz="quarter" idx="21"/>
          </p:nvPr>
        </p:nvSpPr>
        <p:spPr/>
        <p:txBody>
          <a:bodyPr/>
          <a:lstStyle/>
          <a:p>
            <a:fld id="{9C3ACAB3-CA36-4966-8A1D-076772D39D8D}" type="slidenum">
              <a:rPr lang="en-US" smtClean="0"/>
              <a:pPr/>
              <a:t>23</a:t>
            </a:fld>
            <a:endParaRPr lang="en-US"/>
          </a:p>
        </p:txBody>
      </p:sp>
      <p:sp>
        <p:nvSpPr>
          <p:cNvPr id="19" name="Rectangle: Rounded Corners 18">
            <a:extLst>
              <a:ext uri="{FF2B5EF4-FFF2-40B4-BE49-F238E27FC236}">
                <a16:creationId xmlns:a16="http://schemas.microsoft.com/office/drawing/2014/main" id="{F8E14B83-9A00-40C7-FC91-AF62559006FC}"/>
              </a:ext>
            </a:extLst>
          </p:cNvPr>
          <p:cNvSpPr/>
          <p:nvPr/>
        </p:nvSpPr>
        <p:spPr>
          <a:xfrm>
            <a:off x="434087" y="5690321"/>
            <a:ext cx="563743" cy="172949"/>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a:solidFill>
                  <a:schemeClr val="tx1"/>
                </a:solidFill>
              </a:rPr>
              <a:t>Build</a:t>
            </a:r>
          </a:p>
        </p:txBody>
      </p:sp>
      <p:sp>
        <p:nvSpPr>
          <p:cNvPr id="20" name="Rectangle: Rounded Corners 19">
            <a:extLst>
              <a:ext uri="{FF2B5EF4-FFF2-40B4-BE49-F238E27FC236}">
                <a16:creationId xmlns:a16="http://schemas.microsoft.com/office/drawing/2014/main" id="{40B047FA-79BF-B81C-E033-80E7AE56FDD0}"/>
              </a:ext>
            </a:extLst>
          </p:cNvPr>
          <p:cNvSpPr/>
          <p:nvPr/>
        </p:nvSpPr>
        <p:spPr>
          <a:xfrm>
            <a:off x="1069813" y="5690321"/>
            <a:ext cx="563743" cy="17295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a:solidFill>
                  <a:schemeClr val="tx1"/>
                </a:solidFill>
              </a:rPr>
              <a:t>Pilot</a:t>
            </a:r>
          </a:p>
        </p:txBody>
      </p:sp>
      <p:sp>
        <p:nvSpPr>
          <p:cNvPr id="21" name="Rectangle: Rounded Corners 20">
            <a:extLst>
              <a:ext uri="{FF2B5EF4-FFF2-40B4-BE49-F238E27FC236}">
                <a16:creationId xmlns:a16="http://schemas.microsoft.com/office/drawing/2014/main" id="{7A9510EF-A405-758C-1536-59437FEA8C18}"/>
              </a:ext>
            </a:extLst>
          </p:cNvPr>
          <p:cNvSpPr/>
          <p:nvPr/>
        </p:nvSpPr>
        <p:spPr>
          <a:xfrm>
            <a:off x="1705539" y="5697277"/>
            <a:ext cx="563743" cy="17295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a:solidFill>
                  <a:schemeClr val="tx1"/>
                </a:solidFill>
              </a:rPr>
              <a:t>Launch</a:t>
            </a:r>
          </a:p>
        </p:txBody>
      </p:sp>
      <p:cxnSp>
        <p:nvCxnSpPr>
          <p:cNvPr id="8" name="Straight Connector 7">
            <a:extLst>
              <a:ext uri="{FF2B5EF4-FFF2-40B4-BE49-F238E27FC236}">
                <a16:creationId xmlns:a16="http://schemas.microsoft.com/office/drawing/2014/main" id="{33067883-67ED-B744-A833-2E068CD87DB9}"/>
              </a:ext>
            </a:extLst>
          </p:cNvPr>
          <p:cNvCxnSpPr>
            <a:cxnSpLocks/>
          </p:cNvCxnSpPr>
          <p:nvPr/>
        </p:nvCxnSpPr>
        <p:spPr>
          <a:xfrm flipH="1">
            <a:off x="302665" y="1562672"/>
            <a:ext cx="4631474" cy="0"/>
          </a:xfrm>
          <a:prstGeom prst="line">
            <a:avLst/>
          </a:prstGeom>
          <a:ln w="12700" cap="rnd">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BB3E5E0-6119-D6FC-674E-5ABF0AAC2717}"/>
              </a:ext>
            </a:extLst>
          </p:cNvPr>
          <p:cNvSpPr txBox="1"/>
          <p:nvPr/>
        </p:nvSpPr>
        <p:spPr>
          <a:xfrm>
            <a:off x="4524812" y="1385701"/>
            <a:ext cx="3003299" cy="353943"/>
          </a:xfrm>
          <a:prstGeom prst="rect">
            <a:avLst/>
          </a:prstGeom>
          <a:noFill/>
        </p:spPr>
        <p:txBody>
          <a:bodyPr wrap="square" lIns="0" rIns="0" bIns="0" rtlCol="0">
            <a:spAutoFit/>
          </a:bodyPr>
          <a:lstStyle/>
          <a:p>
            <a:pPr algn="ctr"/>
            <a:r>
              <a:rPr lang="en-US" sz="2000">
                <a:cs typeface="Georgia"/>
              </a:rPr>
              <a:t>Extended Priorities</a:t>
            </a:r>
          </a:p>
        </p:txBody>
      </p:sp>
      <p:cxnSp>
        <p:nvCxnSpPr>
          <p:cNvPr id="10" name="Straight Connector 9">
            <a:extLst>
              <a:ext uri="{FF2B5EF4-FFF2-40B4-BE49-F238E27FC236}">
                <a16:creationId xmlns:a16="http://schemas.microsoft.com/office/drawing/2014/main" id="{2FA7F731-5404-EC4B-F1D9-086149EDBFA6}"/>
              </a:ext>
            </a:extLst>
          </p:cNvPr>
          <p:cNvCxnSpPr>
            <a:cxnSpLocks/>
          </p:cNvCxnSpPr>
          <p:nvPr/>
        </p:nvCxnSpPr>
        <p:spPr>
          <a:xfrm flipH="1">
            <a:off x="7116024" y="1562672"/>
            <a:ext cx="4575913" cy="0"/>
          </a:xfrm>
          <a:prstGeom prst="line">
            <a:avLst/>
          </a:prstGeom>
          <a:ln w="12700" cap="rnd">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874286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heme/theme1.xml><?xml version="1.0" encoding="utf-8"?>
<a:theme xmlns:a="http://schemas.openxmlformats.org/drawingml/2006/main" name="Asurion Master Template - May 19">
  <a:themeElements>
    <a:clrScheme name="Asurion">
      <a:dk1>
        <a:srgbClr val="000000"/>
      </a:dk1>
      <a:lt1>
        <a:srgbClr val="FFFFFF"/>
      </a:lt1>
      <a:dk2>
        <a:srgbClr val="323C46"/>
      </a:dk2>
      <a:lt2>
        <a:srgbClr val="A5AAAF"/>
      </a:lt2>
      <a:accent1>
        <a:srgbClr val="8223D2"/>
      </a:accent1>
      <a:accent2>
        <a:srgbClr val="6469E1"/>
      </a:accent2>
      <a:accent3>
        <a:srgbClr val="6EFAC3"/>
      </a:accent3>
      <a:accent4>
        <a:srgbClr val="D2FA46"/>
      </a:accent4>
      <a:accent5>
        <a:srgbClr val="000000"/>
      </a:accent5>
      <a:accent6>
        <a:srgbClr val="A5AAAF"/>
      </a:accent6>
      <a:hlink>
        <a:srgbClr val="6469E1"/>
      </a:hlink>
      <a:folHlink>
        <a:srgbClr val="8223D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effectLst/>
      </a:spPr>
      <a:bodyPr rtlCol="0" anchor="ctr"/>
      <a:lstStyle>
        <a:defPPr algn="ctr">
          <a:defRPr dirty="0" err="1"/>
        </a:defPPr>
      </a:lstStyle>
      <a:style>
        <a:lnRef idx="1">
          <a:schemeClr val="accent1"/>
        </a:lnRef>
        <a:fillRef idx="3">
          <a:schemeClr val="accent1"/>
        </a:fillRef>
        <a:effectRef idx="2">
          <a:schemeClr val="accent1"/>
        </a:effectRef>
        <a:fontRef idx="minor">
          <a:schemeClr val="lt1"/>
        </a:fontRef>
      </a:style>
    </a:spDef>
    <a:lnDef>
      <a:spPr>
        <a:ln w="12700" cap="rnd"/>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bIns="0" rtlCol="0">
        <a:spAutoFit/>
      </a:bodyPr>
      <a:lstStyle>
        <a:defPPr algn="l">
          <a:defRPr sz="1000" dirty="0">
            <a:cs typeface="Georgia"/>
          </a:defRPr>
        </a:defPPr>
      </a:lstStyle>
    </a:txDef>
  </a:objectDefaults>
  <a:extraClrSchemeLst/>
  <a:extLst>
    <a:ext uri="{05A4C25C-085E-4340-85A3-A5531E510DB2}">
      <thm15:themeFamily xmlns:thm15="http://schemas.microsoft.com/office/thememl/2012/main" name="Asurion PPT Template_RA 6.3_v3.pptx" id="{642F767F-F08B-4470-A11B-354C44FF685B}" vid="{FD1803EF-546D-4F44-98F3-4EBFC98D68D9}"/>
    </a:ext>
  </a:extLst>
</a:theme>
</file>

<file path=ppt/theme/theme2.xml><?xml version="1.0" encoding="utf-8"?>
<a:theme xmlns:a="http://schemas.openxmlformats.org/drawingml/2006/main" name="Office Theme">
  <a:themeElements>
    <a:clrScheme name="Asurion">
      <a:dk1>
        <a:srgbClr val="000000"/>
      </a:dk1>
      <a:lt1>
        <a:srgbClr val="FFFFFF"/>
      </a:lt1>
      <a:dk2>
        <a:srgbClr val="323C46"/>
      </a:dk2>
      <a:lt2>
        <a:srgbClr val="A5AAAF"/>
      </a:lt2>
      <a:accent1>
        <a:srgbClr val="8223D2"/>
      </a:accent1>
      <a:accent2>
        <a:srgbClr val="6469E1"/>
      </a:accent2>
      <a:accent3>
        <a:srgbClr val="6EFAC3"/>
      </a:accent3>
      <a:accent4>
        <a:srgbClr val="D2FA46"/>
      </a:accent4>
      <a:accent5>
        <a:srgbClr val="000000"/>
      </a:accent5>
      <a:accent6>
        <a:srgbClr val="A5AAAF"/>
      </a:accent6>
      <a:hlink>
        <a:srgbClr val="6469E1"/>
      </a:hlink>
      <a:folHlink>
        <a:srgbClr val="8223D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effectLst/>
      </a:spPr>
      <a:bodyPr rtlCol="0" anchor="ctr"/>
      <a:lstStyle>
        <a:defPPr algn="ctr">
          <a:defRPr dirty="0" err="1"/>
        </a:defPPr>
      </a:lstStyle>
      <a:style>
        <a:lnRef idx="1">
          <a:schemeClr val="accent1"/>
        </a:lnRef>
        <a:fillRef idx="3">
          <a:schemeClr val="accent1"/>
        </a:fillRef>
        <a:effectRef idx="2">
          <a:schemeClr val="accent1"/>
        </a:effectRef>
        <a:fontRef idx="minor">
          <a:schemeClr val="lt1"/>
        </a:fontRef>
      </a:style>
    </a:spDef>
    <a:lnDef>
      <a:spPr>
        <a:ln w="12700" cap="rnd"/>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bIns="0" rtlCol="0">
        <a:spAutoFit/>
      </a:bodyPr>
      <a:lstStyle>
        <a:defPPr algn="l">
          <a:defRPr sz="1000" dirty="0">
            <a:cs typeface="Georgi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surion">
      <a:dk1>
        <a:srgbClr val="000000"/>
      </a:dk1>
      <a:lt1>
        <a:srgbClr val="FFFFFF"/>
      </a:lt1>
      <a:dk2>
        <a:srgbClr val="323C46"/>
      </a:dk2>
      <a:lt2>
        <a:srgbClr val="A5AAAF"/>
      </a:lt2>
      <a:accent1>
        <a:srgbClr val="8223D2"/>
      </a:accent1>
      <a:accent2>
        <a:srgbClr val="6469E1"/>
      </a:accent2>
      <a:accent3>
        <a:srgbClr val="6EFAC3"/>
      </a:accent3>
      <a:accent4>
        <a:srgbClr val="D2FA46"/>
      </a:accent4>
      <a:accent5>
        <a:srgbClr val="000000"/>
      </a:accent5>
      <a:accent6>
        <a:srgbClr val="A5AAAF"/>
      </a:accent6>
      <a:hlink>
        <a:srgbClr val="6469E1"/>
      </a:hlink>
      <a:folHlink>
        <a:srgbClr val="8223D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effectLst/>
      </a:spPr>
      <a:bodyPr rtlCol="0" anchor="ctr"/>
      <a:lstStyle>
        <a:defPPr algn="ctr">
          <a:defRPr dirty="0" err="1"/>
        </a:defPPr>
      </a:lstStyle>
      <a:style>
        <a:lnRef idx="1">
          <a:schemeClr val="accent1"/>
        </a:lnRef>
        <a:fillRef idx="3">
          <a:schemeClr val="accent1"/>
        </a:fillRef>
        <a:effectRef idx="2">
          <a:schemeClr val="accent1"/>
        </a:effectRef>
        <a:fontRef idx="minor">
          <a:schemeClr val="lt1"/>
        </a:fontRef>
      </a:style>
    </a:spDef>
    <a:lnDef>
      <a:spPr>
        <a:ln w="12700" cap="rnd"/>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bIns="0" rtlCol="0">
        <a:spAutoFit/>
      </a:bodyPr>
      <a:lstStyle>
        <a:defPPr algn="l">
          <a:defRPr sz="1000" dirty="0">
            <a:cs typeface="Georgi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9ca47caa-2b39-46d6-96c2-520a4629f7ad">
      <UserInfo>
        <DisplayName>Ange, Amy</DisplayName>
        <AccountId>2600</AccountId>
        <AccountType/>
      </UserInfo>
      <UserInfo>
        <DisplayName>Kimbriel, Jordan</DisplayName>
        <AccountId>4114</AccountId>
        <AccountType/>
      </UserInfo>
      <UserInfo>
        <DisplayName>Carney Scott, Tonia</DisplayName>
        <AccountId>4899</AccountId>
        <AccountType/>
      </UserInfo>
      <UserInfo>
        <DisplayName>Vogan, Adam</DisplayName>
        <AccountId>4563</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E4889A6982CA146BA961A9FF56636EA" ma:contentTypeVersion="6" ma:contentTypeDescription="Create a new document." ma:contentTypeScope="" ma:versionID="5e33161ba7cc0b46bef3fcbfb4970906">
  <xsd:schema xmlns:xsd="http://www.w3.org/2001/XMLSchema" xmlns:xs="http://www.w3.org/2001/XMLSchema" xmlns:p="http://schemas.microsoft.com/office/2006/metadata/properties" xmlns:ns2="9ca47caa-2b39-46d6-96c2-520a4629f7ad" xmlns:ns3="f24e7ecf-49b3-47bf-b47f-e3ce387b2032" targetNamespace="http://schemas.microsoft.com/office/2006/metadata/properties" ma:root="true" ma:fieldsID="c4c7165d5c464e2720339cb036fc74e8" ns2:_="" ns3:_="">
    <xsd:import namespace="9ca47caa-2b39-46d6-96c2-520a4629f7ad"/>
    <xsd:import namespace="f24e7ecf-49b3-47bf-b47f-e3ce387b203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a47caa-2b39-46d6-96c2-520a4629f7a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4e7ecf-49b3-47bf-b47f-e3ce387b203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AC84DD-1E3B-4E25-90E8-AB87D60F2000}">
  <ds:schemaRefs>
    <ds:schemaRef ds:uri="http://schemas.microsoft.com/sharepoint/v3/contenttype/forms"/>
  </ds:schemaRefs>
</ds:datastoreItem>
</file>

<file path=customXml/itemProps2.xml><?xml version="1.0" encoding="utf-8"?>
<ds:datastoreItem xmlns:ds="http://schemas.openxmlformats.org/officeDocument/2006/customXml" ds:itemID="{8570A889-50FA-434B-A79F-DAAC2447C867}">
  <ds:schemaRefs>
    <ds:schemaRef ds:uri="http://purl.org/dc/dcmitype/"/>
    <ds:schemaRef ds:uri="http://schemas.microsoft.com/office/2006/documentManagement/types"/>
    <ds:schemaRef ds:uri="http://schemas.microsoft.com/office/infopath/2007/PartnerControls"/>
    <ds:schemaRef ds:uri="http://purl.org/dc/elements/1.1/"/>
    <ds:schemaRef ds:uri="http://purl.org/dc/terms/"/>
    <ds:schemaRef ds:uri="9ca47caa-2b39-46d6-96c2-520a4629f7ad"/>
    <ds:schemaRef ds:uri="http://schemas.microsoft.com/office/2006/metadata/properties"/>
    <ds:schemaRef ds:uri="http://schemas.openxmlformats.org/package/2006/metadata/core-properties"/>
    <ds:schemaRef ds:uri="f24e7ecf-49b3-47bf-b47f-e3ce387b2032"/>
    <ds:schemaRef ds:uri="http://www.w3.org/XML/1998/namespace"/>
  </ds:schemaRefs>
</ds:datastoreItem>
</file>

<file path=customXml/itemProps3.xml><?xml version="1.0" encoding="utf-8"?>
<ds:datastoreItem xmlns:ds="http://schemas.openxmlformats.org/officeDocument/2006/customXml" ds:itemID="{C32FAB3B-2C0D-4433-88F8-4170732226EB}">
  <ds:schemaRefs>
    <ds:schemaRef ds:uri="9ca47caa-2b39-46d6-96c2-520a4629f7ad"/>
    <ds:schemaRef ds:uri="f24e7ecf-49b3-47bf-b47f-e3ce387b20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d176fefe-83de-4b32-859d-542d6c2f6125}" enabled="1" method="Standard" siteId="{64e5ad32-cb04-44df-8896-bed5d7792429}" removed="0"/>
</clbl:labelList>
</file>

<file path=docProps/app.xml><?xml version="1.0" encoding="utf-8"?>
<Properties xmlns="http://schemas.openxmlformats.org/officeDocument/2006/extended-properties" xmlns:vt="http://schemas.openxmlformats.org/officeDocument/2006/docPropsVTypes">
  <Template/>
  <TotalTime>0</TotalTime>
  <Words>2371</Words>
  <Application>Microsoft Macintosh PowerPoint</Application>
  <PresentationFormat>Widescreen</PresentationFormat>
  <Paragraphs>486</Paragraphs>
  <Slides>23</Slides>
  <Notes>16</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Avenir Book</vt:lpstr>
      <vt:lpstr>Calibri</vt:lpstr>
      <vt:lpstr>Calibri Light</vt:lpstr>
      <vt:lpstr>Georgia</vt:lpstr>
      <vt:lpstr>Asurion Master Template - May 19</vt:lpstr>
      <vt:lpstr>Sales in Alpha</vt:lpstr>
      <vt:lpstr>Overview of Sales Journey and planned improvements</vt:lpstr>
      <vt:lpstr>Real-time leaderboard</vt:lpstr>
      <vt:lpstr>PowerPoint Presentation</vt:lpstr>
      <vt:lpstr>The landscape of where we’re headed for Sales in Protection</vt:lpstr>
      <vt:lpstr>New sales features in Alpha will increase SP100 </vt:lpstr>
      <vt:lpstr>[A] A static list of product details are always available to answer expert/customer questions about the program</vt:lpstr>
      <vt:lpstr>New sales features in Alpha will increase SP100 </vt:lpstr>
      <vt:lpstr>PowerPoint Presentation</vt:lpstr>
      <vt:lpstr>PowerPoint Presentation</vt:lpstr>
      <vt:lpstr>[Option B1(bullets)] Static sales offer prompt (if Gen AI offer is not available)</vt:lpstr>
      <vt:lpstr>[Option B1(script)] Static sales offer prompt</vt:lpstr>
      <vt:lpstr>PowerPoint Presentation</vt:lpstr>
      <vt:lpstr>PowerPoint Presentation</vt:lpstr>
      <vt:lpstr>[Option B2(bullets)] Static key words combined with GenAI personalization</vt:lpstr>
      <vt:lpstr>[Option B2(script)] Static key words combined with GenAI personalization</vt:lpstr>
      <vt:lpstr>New sales features in Alpha will increase SP100 </vt:lpstr>
      <vt:lpstr>Compelling Rebuttals with GenAI personalization</vt:lpstr>
      <vt:lpstr>New sales features in Alpha will increase SP100 </vt:lpstr>
      <vt:lpstr>Customer consent to enroll added to new Sales Opportunities flow (FTC)</vt:lpstr>
      <vt:lpstr>Customer journey for Alpha FTC Consent</vt:lpstr>
      <vt:lpstr>Expert Feedback</vt:lpstr>
      <vt:lpstr>Sales in Protection [Alpha] Priorities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Tony Batt</dc:creator>
  <cp:lastModifiedBy>Adiki, Madhu</cp:lastModifiedBy>
  <cp:revision>1</cp:revision>
  <dcterms:created xsi:type="dcterms:W3CDTF">2019-05-09T09:40:14Z</dcterms:created>
  <dcterms:modified xsi:type="dcterms:W3CDTF">2025-02-18T15:57:07Z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0x0101005E4889A6982CA146BA961A9FF56636EA</vt:lpwstr>
  </property>
  <property fmtid="{D5CDD505-2E9C-101B-9397-08002B2CF9AE}" pid="3" name="MSIP_Label_d176fefe-83de-4b32-859d-542d6c2f6125_Enabled">
    <vt:lpwstr>true</vt:lpwstr>
  </property>
  <property fmtid="{D5CDD505-2E9C-101B-9397-08002B2CF9AE}" pid="4" name="MSIP_Label_d176fefe-83de-4b32-859d-542d6c2f6125_SetDate">
    <vt:lpwstr>2019-11-12T04:05:00Z</vt:lpwstr>
  </property>
  <property fmtid="{D5CDD505-2E9C-101B-9397-08002B2CF9AE}" pid="5" name="MSIP_Label_d176fefe-83de-4b32-859d-542d6c2f6125_Method">
    <vt:lpwstr>Standard</vt:lpwstr>
  </property>
  <property fmtid="{D5CDD505-2E9C-101B-9397-08002B2CF9AE}" pid="6" name="MSIP_Label_d176fefe-83de-4b32-859d-542d6c2f6125_Name">
    <vt:lpwstr>General</vt:lpwstr>
  </property>
  <property fmtid="{D5CDD505-2E9C-101B-9397-08002B2CF9AE}" pid="7" name="MSIP_Label_d176fefe-83de-4b32-859d-542d6c2f6125_SiteId">
    <vt:lpwstr>64e5ad32-cb04-44df-8896-bed5d7792429</vt:lpwstr>
  </property>
  <property fmtid="{D5CDD505-2E9C-101B-9397-08002B2CF9AE}" pid="8" name="MSIP_Label_d176fefe-83de-4b32-859d-542d6c2f6125_ActionId">
    <vt:lpwstr>e52e7474-67a8-4ef0-aac4-000040583b6b</vt:lpwstr>
  </property>
  <property fmtid="{D5CDD505-2E9C-101B-9397-08002B2CF9AE}" pid="9" name="MSIP_Label_d176fefe-83de-4b32-859d-542d6c2f6125_ContentBits">
    <vt:lpwstr>2</vt:lpwstr>
  </property>
</Properties>
</file>