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  <p:sldMasterId id="2147483733" r:id="rId2"/>
  </p:sldMasterIdLst>
  <p:notesMasterIdLst>
    <p:notesMasterId r:id="rId15"/>
  </p:notesMasterIdLst>
  <p:sldIdLst>
    <p:sldId id="393" r:id="rId3"/>
    <p:sldId id="520" r:id="rId4"/>
    <p:sldId id="517" r:id="rId5"/>
    <p:sldId id="528" r:id="rId6"/>
    <p:sldId id="269" r:id="rId7"/>
    <p:sldId id="523" r:id="rId8"/>
    <p:sldId id="522" r:id="rId9"/>
    <p:sldId id="527" r:id="rId10"/>
    <p:sldId id="524" r:id="rId11"/>
    <p:sldId id="525" r:id="rId12"/>
    <p:sldId id="526" r:id="rId13"/>
    <p:sldId id="52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4CAA7CC-1E1C-DF41-9372-457EDBB8958C}">
          <p14:sldIdLst>
            <p14:sldId id="393"/>
            <p14:sldId id="520"/>
            <p14:sldId id="517"/>
            <p14:sldId id="528"/>
            <p14:sldId id="269"/>
            <p14:sldId id="523"/>
            <p14:sldId id="522"/>
            <p14:sldId id="527"/>
            <p14:sldId id="524"/>
            <p14:sldId id="525"/>
            <p14:sldId id="526"/>
            <p14:sldId id="529"/>
          </p14:sldIdLst>
        </p14:section>
        <p14:section name="Appendix" id="{B05AD383-854B-0541-B052-00B232D9712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0F5"/>
    <a:srgbClr val="00FA00"/>
    <a:srgbClr val="FF2600"/>
    <a:srgbClr val="CC0200"/>
    <a:srgbClr val="69A9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EAE956-19BF-4544-9C37-E94732F81D0D}" v="6046" dt="2025-02-26T15:33:44.0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72"/>
    <p:restoredTop sz="94690"/>
  </p:normalViewPr>
  <p:slideViewPr>
    <p:cSldViewPr snapToGrid="0">
      <p:cViewPr varScale="1">
        <p:scale>
          <a:sx n="151" d="100"/>
          <a:sy n="151" d="100"/>
        </p:scale>
        <p:origin x="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BC1EE8-00D2-1C46-A394-EB506B274E46}" type="datetimeFigureOut">
              <a:rPr lang="en-US" smtClean="0"/>
              <a:t>2/26/25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C465B-C3F3-D442-A694-055640B2D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00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3EAB8-BD40-419B-B560-8622ED1038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26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0A9EA-BEE3-C835-CAA7-8E91313C3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0C1394-56DC-0BAE-4373-89BCE1BA5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A81679-C4F7-CD52-1413-74DBF7D7D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F7BBE-CE20-E075-BE07-7105F38323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3EAB8-BD40-419B-B560-8622ED1038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07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>
                <a:effectLst/>
                <a:latin typeface="Avenir Book" panose="02000503020000020003" pitchFamily="2" charset="0"/>
              </a:rPr>
              <a:t>Top Priority (The Core of the Service / Ideally every customer would learn this info or the majority)</a:t>
            </a:r>
          </a:p>
          <a:p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>
                <a:effectLst/>
                <a:latin typeface="Avenir Book" panose="02000503020000020003" pitchFamily="2" charset="0"/>
              </a:rPr>
              <a:t>Mid-Priority (Useful but Less Critical / For the right customer, these could be a Top Priority and tie to specific devices or lifestyle profile)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CC465B-C3F3-D442-A694-055640B2DAC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79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Agenda, Section Lay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DFA8-C5FE-DB44-9BF9-1274EAD5637C}" type="slidenum">
              <a:rPr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sz="11500" b="0" i="0" spc="100">
                <a:solidFill>
                  <a:srgbClr val="FFFFFF"/>
                </a:solidFill>
                <a:latin typeface="+mj-lt"/>
              </a:rPr>
              <a:t>TITLE, AGENDA, &amp; SECTION LAYOUTS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C9D3A-9A1A-C140-B0F7-9A8C63C4D4BD}"/>
              </a:ext>
            </a:extLst>
          </p:cNvPr>
          <p:cNvSpPr txBox="1"/>
          <p:nvPr/>
        </p:nvSpPr>
        <p:spPr>
          <a:xfrm>
            <a:off x="2428504" y="6365140"/>
            <a:ext cx="733499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sz="1100" b="0" i="0" kern="1200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</a:rPr>
              <a:t>Layouts past this point have been inherited from other files and may not be a part of the approved Asurion template.</a:t>
            </a:r>
            <a:endParaRPr sz="110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2943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3F9B186-B379-43C9-BEFE-1C3220F80B34}"/>
              </a:ext>
            </a:extLst>
          </p:cNvPr>
          <p:cNvSpPr/>
          <p:nvPr/>
        </p:nvSpPr>
        <p:spPr>
          <a:xfrm>
            <a:off x="0" y="5598000"/>
            <a:ext cx="6096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D4F442-ECB4-4EA4-AE95-53D8E965A64C}"/>
              </a:ext>
            </a:extLst>
          </p:cNvPr>
          <p:cNvSpPr/>
          <p:nvPr/>
        </p:nvSpPr>
        <p:spPr>
          <a:xfrm>
            <a:off x="6096000" y="5598000"/>
            <a:ext cx="6096000" cy="12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9" y="140677"/>
            <a:ext cx="5454650" cy="2453661"/>
          </a:xfrm>
        </p:spPr>
        <p:txBody>
          <a:bodyPr anchor="b"/>
          <a:lstStyle>
            <a:lvl1pPr algn="l">
              <a:lnSpc>
                <a:spcPct val="90000"/>
              </a:lnSpc>
              <a:defRPr sz="5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3022209"/>
            <a:ext cx="4086542" cy="2010506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grpSp>
        <p:nvGrpSpPr>
          <p:cNvPr id="15" name="asurion logo">
            <a:extLst>
              <a:ext uri="{FF2B5EF4-FFF2-40B4-BE49-F238E27FC236}">
                <a16:creationId xmlns:a16="http://schemas.microsoft.com/office/drawing/2014/main" id="{742C3EE8-5E66-4064-AD77-262ED2AF10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4030" y="5995713"/>
            <a:ext cx="1527969" cy="354615"/>
            <a:chOff x="316" y="3952"/>
            <a:chExt cx="586" cy="136"/>
          </a:xfrm>
          <a:solidFill>
            <a:schemeClr val="bg1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EF3FF97-F9E4-4229-93B3-D336E320D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9D763D80-7D31-4C23-92B5-7AA5C7093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D0697A47-C99B-4053-ADFB-D711F85AE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B1BCB078-E3E2-4D42-8199-4874325579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61A3D60-6C30-4644-91DF-BEEC5109B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F348E325-407C-441C-B197-E60FC5A6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9F368039-5BAA-412B-A0CF-A7E83F9606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0975679-7E40-4963-9C83-A613C95AA4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99238" y="6012655"/>
            <a:ext cx="3435350" cy="531812"/>
          </a:xfrm>
        </p:spPr>
        <p:txBody>
          <a:bodyPr anchor="ctr" anchorCtr="0"/>
          <a:lstStyle>
            <a:lvl1pPr>
              <a:lnSpc>
                <a:spcPct val="100000"/>
              </a:lnSpc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400" b="0">
                <a:solidFill>
                  <a:schemeClr val="bg1"/>
                </a:solidFill>
                <a:latin typeface="+mn-lt"/>
              </a:defRPr>
            </a:lvl2pPr>
            <a:lvl3pPr>
              <a:defRPr sz="1400">
                <a:solidFill>
                  <a:schemeClr val="bg1"/>
                </a:solidFill>
                <a:latin typeface="+mn-lt"/>
              </a:defRPr>
            </a:lvl3pPr>
            <a:lvl4pPr>
              <a:defRPr sz="1400">
                <a:solidFill>
                  <a:schemeClr val="bg1"/>
                </a:solidFill>
                <a:latin typeface="+mn-lt"/>
              </a:defRPr>
            </a:lvl4pPr>
            <a:lvl5pPr>
              <a:defRPr sz="1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t>Presenter Name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D42A3C6-0F61-41F7-B4CB-28E14C8D71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60000" y="6012655"/>
            <a:ext cx="1534575" cy="531812"/>
          </a:xfrm>
        </p:spPr>
        <p:txBody>
          <a:bodyPr anchor="ctr" anchorCtr="0"/>
          <a:lstStyle>
            <a:lvl1pPr algn="r">
              <a:lnSpc>
                <a:spcPct val="100000"/>
              </a:lnSpc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400" b="0">
                <a:solidFill>
                  <a:schemeClr val="bg1"/>
                </a:solidFill>
                <a:latin typeface="+mn-lt"/>
              </a:defRPr>
            </a:lvl2pPr>
            <a:lvl3pPr>
              <a:defRPr sz="1400">
                <a:solidFill>
                  <a:schemeClr val="bg1"/>
                </a:solidFill>
                <a:latin typeface="+mn-lt"/>
              </a:defRPr>
            </a:lvl3pPr>
            <a:lvl4pPr>
              <a:defRPr sz="1400">
                <a:solidFill>
                  <a:schemeClr val="bg1"/>
                </a:solidFill>
                <a:latin typeface="+mn-lt"/>
              </a:defRPr>
            </a:lvl4pPr>
            <a:lvl5pPr>
              <a:defRPr sz="1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t>January 01, 2020</a:t>
            </a:r>
          </a:p>
        </p:txBody>
      </p:sp>
    </p:spTree>
    <p:extLst>
      <p:ext uri="{BB962C8B-B14F-4D97-AF65-F5344CB8AC3E}">
        <p14:creationId xmlns:p14="http://schemas.microsoft.com/office/powerpoint/2010/main" val="2918594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3F9B186-B379-43C9-BEFE-1C3220F80B34}"/>
              </a:ext>
            </a:extLst>
          </p:cNvPr>
          <p:cNvSpPr/>
          <p:nvPr/>
        </p:nvSpPr>
        <p:spPr>
          <a:xfrm>
            <a:off x="0" y="5598000"/>
            <a:ext cx="6096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9" y="140677"/>
            <a:ext cx="5454650" cy="2453661"/>
          </a:xfrm>
        </p:spPr>
        <p:txBody>
          <a:bodyPr anchor="b"/>
          <a:lstStyle>
            <a:lvl1pPr algn="l">
              <a:lnSpc>
                <a:spcPct val="90000"/>
              </a:lnSpc>
              <a:defRPr sz="5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3022209"/>
            <a:ext cx="4086542" cy="2010506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grpSp>
        <p:nvGrpSpPr>
          <p:cNvPr id="15" name="asurion logo">
            <a:extLst>
              <a:ext uri="{FF2B5EF4-FFF2-40B4-BE49-F238E27FC236}">
                <a16:creationId xmlns:a16="http://schemas.microsoft.com/office/drawing/2014/main" id="{742C3EE8-5E66-4064-AD77-262ED2AF10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4030" y="5995713"/>
            <a:ext cx="1527969" cy="354615"/>
            <a:chOff x="316" y="3952"/>
            <a:chExt cx="586" cy="136"/>
          </a:xfrm>
          <a:solidFill>
            <a:schemeClr val="bg1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EF3FF97-F9E4-4229-93B3-D336E320D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9D763D80-7D31-4C23-92B5-7AA5C7093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D0697A47-C99B-4053-ADFB-D711F85AE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B1BCB078-E3E2-4D42-8199-4874325579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61A3D60-6C30-4644-91DF-BEEC5109B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F348E325-407C-441C-B197-E60FC5A6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9F368039-5BAA-412B-A0CF-A7E83F9606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0975679-7E40-4963-9C83-A613C95AA4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99238" y="6012655"/>
            <a:ext cx="3435350" cy="531812"/>
          </a:xfrm>
        </p:spPr>
        <p:txBody>
          <a:bodyPr anchor="ctr" anchorCtr="0"/>
          <a:lstStyle>
            <a:lvl1pPr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400" b="0">
                <a:solidFill>
                  <a:schemeClr val="bg1"/>
                </a:solidFill>
                <a:latin typeface="+mn-lt"/>
              </a:defRPr>
            </a:lvl2pPr>
            <a:lvl3pPr>
              <a:defRPr sz="1400">
                <a:solidFill>
                  <a:schemeClr val="bg1"/>
                </a:solidFill>
                <a:latin typeface="+mn-lt"/>
              </a:defRPr>
            </a:lvl3pPr>
            <a:lvl4pPr>
              <a:defRPr sz="1400">
                <a:solidFill>
                  <a:schemeClr val="bg1"/>
                </a:solidFill>
                <a:latin typeface="+mn-lt"/>
              </a:defRPr>
            </a:lvl4pPr>
            <a:lvl5pPr>
              <a:defRPr sz="1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t>Presenter Name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D42A3C6-0F61-41F7-B4CB-28E14C8D71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60000" y="6012655"/>
            <a:ext cx="1534575" cy="531812"/>
          </a:xfrm>
        </p:spPr>
        <p:txBody>
          <a:bodyPr anchor="ctr" anchorCtr="0"/>
          <a:lstStyle>
            <a:lvl1pPr algn="r"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400" b="0">
                <a:solidFill>
                  <a:schemeClr val="bg1"/>
                </a:solidFill>
                <a:latin typeface="+mn-lt"/>
              </a:defRPr>
            </a:lvl2pPr>
            <a:lvl3pPr>
              <a:defRPr sz="1400">
                <a:solidFill>
                  <a:schemeClr val="bg1"/>
                </a:solidFill>
                <a:latin typeface="+mn-lt"/>
              </a:defRPr>
            </a:lvl3pPr>
            <a:lvl4pPr>
              <a:defRPr sz="1400">
                <a:solidFill>
                  <a:schemeClr val="bg1"/>
                </a:solidFill>
                <a:latin typeface="+mn-lt"/>
              </a:defRPr>
            </a:lvl4pPr>
            <a:lvl5pPr>
              <a:defRPr sz="1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t>January 01, 2020</a:t>
            </a:r>
          </a:p>
        </p:txBody>
      </p:sp>
      <p:sp>
        <p:nvSpPr>
          <p:cNvPr id="27" name="Picture Placeholder 7">
            <a:extLst>
              <a:ext uri="{FF2B5EF4-FFF2-40B4-BE49-F238E27FC236}">
                <a16:creationId xmlns:a16="http://schemas.microsoft.com/office/drawing/2014/main" id="{885787FB-3228-2D4E-9952-0595A3D50D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4095" y="0"/>
            <a:ext cx="6099048" cy="6858000"/>
          </a:xfrm>
          <a:noFill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731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744DE2C-A424-4827-A247-97648814534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D4F442-ECB4-4EA4-AE95-53D8E965A64C}"/>
              </a:ext>
            </a:extLst>
          </p:cNvPr>
          <p:cNvSpPr/>
          <p:nvPr/>
        </p:nvSpPr>
        <p:spPr>
          <a:xfrm>
            <a:off x="6096000" y="5598000"/>
            <a:ext cx="6096000" cy="12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9" y="140677"/>
            <a:ext cx="5454650" cy="2453661"/>
          </a:xfrm>
        </p:spPr>
        <p:txBody>
          <a:bodyPr anchor="b"/>
          <a:lstStyle>
            <a:lvl1pPr algn="l">
              <a:lnSpc>
                <a:spcPct val="90000"/>
              </a:lnSpc>
              <a:defRPr sz="5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3022209"/>
            <a:ext cx="4086542" cy="2010506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grpSp>
        <p:nvGrpSpPr>
          <p:cNvPr id="15" name="asurion logo">
            <a:extLst>
              <a:ext uri="{FF2B5EF4-FFF2-40B4-BE49-F238E27FC236}">
                <a16:creationId xmlns:a16="http://schemas.microsoft.com/office/drawing/2014/main" id="{742C3EE8-5E66-4064-AD77-262ED2AF10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4030" y="5995713"/>
            <a:ext cx="1527969" cy="354615"/>
            <a:chOff x="316" y="3952"/>
            <a:chExt cx="586" cy="136"/>
          </a:xfrm>
          <a:solidFill>
            <a:schemeClr val="tx1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EF3FF97-F9E4-4229-93B3-D336E320D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9D763D80-7D31-4C23-92B5-7AA5C7093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D0697A47-C99B-4053-ADFB-D711F85AE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B1BCB078-E3E2-4D42-8199-4874325579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61A3D60-6C30-4644-91DF-BEEC5109B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F348E325-407C-441C-B197-E60FC5A6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9F368039-5BAA-412B-A0CF-A7E83F9606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0975679-7E40-4963-9C83-A613C95AA4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99238" y="6012655"/>
            <a:ext cx="3435350" cy="531812"/>
          </a:xfrm>
        </p:spPr>
        <p:txBody>
          <a:bodyPr anchor="ctr" anchorCtr="0"/>
          <a:lstStyle>
            <a:lvl1pPr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400" b="0">
                <a:solidFill>
                  <a:schemeClr val="bg1"/>
                </a:solidFill>
                <a:latin typeface="+mn-lt"/>
              </a:defRPr>
            </a:lvl2pPr>
            <a:lvl3pPr>
              <a:defRPr sz="1400">
                <a:solidFill>
                  <a:schemeClr val="bg1"/>
                </a:solidFill>
                <a:latin typeface="+mn-lt"/>
              </a:defRPr>
            </a:lvl3pPr>
            <a:lvl4pPr>
              <a:defRPr sz="1400">
                <a:solidFill>
                  <a:schemeClr val="bg1"/>
                </a:solidFill>
                <a:latin typeface="+mn-lt"/>
              </a:defRPr>
            </a:lvl4pPr>
            <a:lvl5pPr>
              <a:defRPr sz="1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t>Presenter Name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D42A3C6-0F61-41F7-B4CB-28E14C8D71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60000" y="6012655"/>
            <a:ext cx="1534575" cy="531812"/>
          </a:xfrm>
        </p:spPr>
        <p:txBody>
          <a:bodyPr anchor="ctr" anchorCtr="0"/>
          <a:lstStyle>
            <a:lvl1pPr algn="r"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400" b="0">
                <a:solidFill>
                  <a:schemeClr val="bg1"/>
                </a:solidFill>
                <a:latin typeface="+mn-lt"/>
              </a:defRPr>
            </a:lvl2pPr>
            <a:lvl3pPr>
              <a:defRPr sz="1400">
                <a:solidFill>
                  <a:schemeClr val="bg1"/>
                </a:solidFill>
                <a:latin typeface="+mn-lt"/>
              </a:defRPr>
            </a:lvl3pPr>
            <a:lvl4pPr>
              <a:defRPr sz="1400">
                <a:solidFill>
                  <a:schemeClr val="bg1"/>
                </a:solidFill>
                <a:latin typeface="+mn-lt"/>
              </a:defRPr>
            </a:lvl4pPr>
            <a:lvl5pPr>
              <a:defRPr sz="1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t>January 01, 2020</a:t>
            </a:r>
          </a:p>
        </p:txBody>
      </p:sp>
    </p:spTree>
    <p:extLst>
      <p:ext uri="{BB962C8B-B14F-4D97-AF65-F5344CB8AC3E}">
        <p14:creationId xmlns:p14="http://schemas.microsoft.com/office/powerpoint/2010/main" val="2416406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9FEFC07C-C691-5447-AEDC-FF4F067CF3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" y="0"/>
            <a:ext cx="12188952" cy="5598000"/>
          </a:xfrm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F9B186-B379-43C9-BEFE-1C3220F80B34}"/>
              </a:ext>
            </a:extLst>
          </p:cNvPr>
          <p:cNvSpPr/>
          <p:nvPr/>
        </p:nvSpPr>
        <p:spPr>
          <a:xfrm>
            <a:off x="0" y="5598000"/>
            <a:ext cx="6096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D4F442-ECB4-4EA4-AE95-53D8E965A64C}"/>
              </a:ext>
            </a:extLst>
          </p:cNvPr>
          <p:cNvSpPr/>
          <p:nvPr/>
        </p:nvSpPr>
        <p:spPr>
          <a:xfrm>
            <a:off x="6096000" y="5598000"/>
            <a:ext cx="6096000" cy="12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9" y="140677"/>
            <a:ext cx="5454650" cy="2453661"/>
          </a:xfrm>
        </p:spPr>
        <p:txBody>
          <a:bodyPr anchor="b"/>
          <a:lstStyle>
            <a:lvl1pPr algn="l">
              <a:lnSpc>
                <a:spcPct val="90000"/>
              </a:lnSpc>
              <a:defRPr sz="5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3022209"/>
            <a:ext cx="4086542" cy="2010506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grpSp>
        <p:nvGrpSpPr>
          <p:cNvPr id="15" name="asurion logo">
            <a:extLst>
              <a:ext uri="{FF2B5EF4-FFF2-40B4-BE49-F238E27FC236}">
                <a16:creationId xmlns:a16="http://schemas.microsoft.com/office/drawing/2014/main" id="{742C3EE8-5E66-4064-AD77-262ED2AF10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4030" y="5995713"/>
            <a:ext cx="1527969" cy="354615"/>
            <a:chOff x="316" y="3952"/>
            <a:chExt cx="586" cy="136"/>
          </a:xfrm>
          <a:solidFill>
            <a:schemeClr val="bg1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EF3FF97-F9E4-4229-93B3-D336E320D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9D763D80-7D31-4C23-92B5-7AA5C7093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D0697A47-C99B-4053-ADFB-D711F85AE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B1BCB078-E3E2-4D42-8199-4874325579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61A3D60-6C30-4644-91DF-BEEC5109B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F348E325-407C-441C-B197-E60FC5A6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9F368039-5BAA-412B-A0CF-A7E83F9606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0975679-7E40-4963-9C83-A613C95AA4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99238" y="6012655"/>
            <a:ext cx="3435350" cy="531812"/>
          </a:xfrm>
        </p:spPr>
        <p:txBody>
          <a:bodyPr anchor="ctr" anchorCtr="0"/>
          <a:lstStyle>
            <a:lvl1pPr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400" b="0">
                <a:solidFill>
                  <a:schemeClr val="bg1"/>
                </a:solidFill>
                <a:latin typeface="+mn-lt"/>
              </a:defRPr>
            </a:lvl2pPr>
            <a:lvl3pPr>
              <a:defRPr sz="1400">
                <a:solidFill>
                  <a:schemeClr val="bg1"/>
                </a:solidFill>
                <a:latin typeface="+mn-lt"/>
              </a:defRPr>
            </a:lvl3pPr>
            <a:lvl4pPr>
              <a:defRPr sz="1400">
                <a:solidFill>
                  <a:schemeClr val="bg1"/>
                </a:solidFill>
                <a:latin typeface="+mn-lt"/>
              </a:defRPr>
            </a:lvl4pPr>
            <a:lvl5pPr>
              <a:defRPr sz="1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t>Presenter Name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D42A3C6-0F61-41F7-B4CB-28E14C8D71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60000" y="6012655"/>
            <a:ext cx="1534575" cy="531812"/>
          </a:xfrm>
        </p:spPr>
        <p:txBody>
          <a:bodyPr anchor="ctr" anchorCtr="0"/>
          <a:lstStyle>
            <a:lvl1pPr algn="r"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400" b="0">
                <a:solidFill>
                  <a:schemeClr val="bg1"/>
                </a:solidFill>
                <a:latin typeface="+mn-lt"/>
              </a:defRPr>
            </a:lvl2pPr>
            <a:lvl3pPr>
              <a:defRPr sz="1400">
                <a:solidFill>
                  <a:schemeClr val="bg1"/>
                </a:solidFill>
                <a:latin typeface="+mn-lt"/>
              </a:defRPr>
            </a:lvl3pPr>
            <a:lvl4pPr>
              <a:defRPr sz="1400">
                <a:solidFill>
                  <a:schemeClr val="bg1"/>
                </a:solidFill>
                <a:latin typeface="+mn-lt"/>
              </a:defRPr>
            </a:lvl4pPr>
            <a:lvl5pPr>
              <a:defRPr sz="1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t>January 01, 2020</a:t>
            </a:r>
          </a:p>
        </p:txBody>
      </p:sp>
    </p:spTree>
    <p:extLst>
      <p:ext uri="{BB962C8B-B14F-4D97-AF65-F5344CB8AC3E}">
        <p14:creationId xmlns:p14="http://schemas.microsoft.com/office/powerpoint/2010/main" val="834796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595937" cy="1080135"/>
          </a:xfrm>
        </p:spPr>
        <p:txBody>
          <a:bodyPr/>
          <a:lstStyle>
            <a:lvl1pPr>
              <a:defRPr sz="32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9268" y="474663"/>
            <a:ext cx="4362670" cy="5378450"/>
          </a:xfrm>
        </p:spPr>
        <p:txBody>
          <a:bodyPr/>
          <a:lstStyle>
            <a:lvl1pPr marL="0" indent="0"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305300" algn="r"/>
              </a:tabLst>
              <a:defRPr sz="2000" b="0"/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305300" algn="r"/>
              </a:tabLst>
              <a:defRPr sz="1800" b="0"/>
            </a:lvl2pPr>
            <a:lvl3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tabLst>
                <a:tab pos="4305300" algn="r"/>
              </a:tabLst>
              <a:defRPr sz="1600" b="0"/>
            </a:lvl3pPr>
            <a:lvl4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tabLst>
                <a:tab pos="4305300" algn="r"/>
              </a:tabLst>
              <a:defRPr sz="1400" b="0"/>
            </a:lvl4pPr>
            <a:lvl5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tabLst>
                <a:tab pos="4305300" algn="r"/>
              </a:tabLst>
              <a:defRPr sz="1200" b="0"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8B7AA72-988A-4DB7-84B4-863A0BC65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689F5B-F6CF-4099-BCDE-974FCFCCF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55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1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595937" cy="1080135"/>
          </a:xfrm>
        </p:spPr>
        <p:txBody>
          <a:bodyPr/>
          <a:lstStyle>
            <a:lvl1pPr>
              <a:defRPr sz="32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9268" y="474663"/>
            <a:ext cx="4362670" cy="5378450"/>
          </a:xfrm>
        </p:spPr>
        <p:txBody>
          <a:bodyPr/>
          <a:lstStyle>
            <a:lvl1pPr marL="0" indent="0"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305300" algn="r"/>
              </a:tabLst>
              <a:defRPr sz="2000" b="0"/>
            </a:lvl1pPr>
            <a:lvl2pPr marL="0" indent="0"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305300" algn="r"/>
              </a:tabLst>
              <a:defRPr sz="1800" b="0"/>
            </a:lvl2pPr>
            <a:lvl3pPr marL="0" indent="0">
              <a:spcBef>
                <a:spcPts val="900"/>
              </a:spcBef>
              <a:spcAft>
                <a:spcPts val="0"/>
              </a:spcAft>
              <a:buNone/>
              <a:tabLst>
                <a:tab pos="4305300" algn="r"/>
              </a:tabLst>
              <a:defRPr sz="1600" b="0"/>
            </a:lvl3pPr>
            <a:lvl4pPr marL="0" indent="0">
              <a:spcBef>
                <a:spcPts val="900"/>
              </a:spcBef>
              <a:spcAft>
                <a:spcPts val="0"/>
              </a:spcAft>
              <a:buNone/>
              <a:tabLst>
                <a:tab pos="4305300" algn="r"/>
              </a:tabLst>
              <a:defRPr sz="1400" b="0"/>
            </a:lvl4pPr>
            <a:lvl5pPr marL="0" indent="0">
              <a:spcBef>
                <a:spcPts val="900"/>
              </a:spcBef>
              <a:spcAft>
                <a:spcPts val="0"/>
              </a:spcAft>
              <a:buNone/>
              <a:tabLst>
                <a:tab pos="4305300" algn="r"/>
              </a:tabLst>
              <a:defRPr sz="1200" b="0"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9BD985-671E-4103-929F-7E66D95D9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8CF779-080B-4B64-A94C-CC1E40B57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2858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007754"/>
            <a:ext cx="11191875" cy="3930114"/>
          </a:xfrm>
        </p:spPr>
        <p:txBody>
          <a:bodyPr/>
          <a:lstStyle>
            <a:lvl1pPr>
              <a:spcBef>
                <a:spcPts val="900"/>
              </a:spcBef>
              <a:defRPr sz="2400"/>
            </a:lvl1pPr>
            <a:lvl2pPr>
              <a:spcBef>
                <a:spcPts val="900"/>
              </a:spcBef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231F20"/>
                </a:solidFill>
              </a:rPr>
              <a:t>Asurion_Internal_Use_Only</a:t>
            </a:r>
            <a:endParaRPr>
              <a:solidFill>
                <a:srgbClr val="231F2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>
                <a:solidFill>
                  <a:srgbClr val="231F20"/>
                </a:solidFill>
              </a:rPr>
              <a:pPr/>
              <a:t>‹#›</a:t>
            </a:fld>
            <a:endParaRPr>
              <a:solidFill>
                <a:srgbClr val="231F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891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2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007754"/>
            <a:ext cx="11191875" cy="3930114"/>
          </a:xfrm>
        </p:spPr>
        <p:txBody>
          <a:bodyPr/>
          <a:lstStyle>
            <a:lvl1pPr>
              <a:spcBef>
                <a:spcPts val="900"/>
              </a:spcBef>
              <a:defRPr sz="2400">
                <a:solidFill>
                  <a:schemeClr val="tx1"/>
                </a:solidFill>
              </a:defRPr>
            </a:lvl1pPr>
            <a:lvl2pPr>
              <a:spcBef>
                <a:spcPts val="900"/>
              </a:spcBef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Asurion_Internal_Use_Only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04322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747BD37-3BEA-40D2-8343-2CB995B91822}"/>
              </a:ext>
            </a:extLst>
          </p:cNvPr>
          <p:cNvSpPr/>
          <p:nvPr/>
        </p:nvSpPr>
        <p:spPr>
          <a:xfrm>
            <a:off x="0" y="0"/>
            <a:ext cx="2286000" cy="17811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4C88EA-B1EA-4FA0-8279-C122B539260B}"/>
              </a:ext>
            </a:extLst>
          </p:cNvPr>
          <p:cNvSpPr/>
          <p:nvPr/>
        </p:nvSpPr>
        <p:spPr>
          <a:xfrm>
            <a:off x="0" y="1781175"/>
            <a:ext cx="2286000" cy="5076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81574" y="446744"/>
            <a:ext cx="6298925" cy="2147594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</a:t>
            </a:r>
            <a:br>
              <a:rPr/>
            </a:br>
            <a:r>
              <a:t>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789057" y="2762591"/>
            <a:ext cx="6291442" cy="67405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801ECF7-ED14-487E-B2E6-FB13DE50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0BC3CDB-7A13-465F-9F51-87CE695D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D17E435-7649-47BA-B3A0-AA4F57BBB1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79" y="273607"/>
            <a:ext cx="1944810" cy="1428584"/>
          </a:xfrm>
        </p:spPr>
        <p:txBody>
          <a:bodyPr/>
          <a:lstStyle>
            <a:lvl1pPr algn="ctr">
              <a:spcBef>
                <a:spcPts val="0"/>
              </a:spcBef>
              <a:defRPr sz="8000" b="0">
                <a:solidFill>
                  <a:schemeClr val="bg1"/>
                </a:solidFill>
              </a:defRPr>
            </a:lvl1pPr>
          </a:lstStyle>
          <a:p>
            <a:pPr lvl="0"/>
            <a:r>
              <a:t>00</a:t>
            </a:r>
          </a:p>
        </p:txBody>
      </p:sp>
      <p:grpSp>
        <p:nvGrpSpPr>
          <p:cNvPr id="11" name="asurion logo">
            <a:extLst>
              <a:ext uri="{FF2B5EF4-FFF2-40B4-BE49-F238E27FC236}">
                <a16:creationId xmlns:a16="http://schemas.microsoft.com/office/drawing/2014/main" id="{A3635D92-5B65-2244-9F4A-197733B477F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04031" y="6390186"/>
            <a:ext cx="918000" cy="213052"/>
            <a:chOff x="316" y="3952"/>
            <a:chExt cx="586" cy="136"/>
          </a:xfrm>
          <a:solidFill>
            <a:schemeClr val="bg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B1F885A6-A84D-B844-8EE9-AD1C600D6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C9218EE1-3AC2-944C-A463-34EE6FAF2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9AAFFDFE-20B9-1A4C-BDD3-7E5C0F475D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D1C347CB-3AB6-2C40-9358-5826A5285D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CF999C3-DB3C-4440-80E6-A0A67F465D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6B7765C3-5894-2748-B451-75EC0494E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B723ACE3-78D1-A44F-9535-463CCF9DC8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1801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747BD37-3BEA-40D2-8343-2CB995B91822}"/>
              </a:ext>
            </a:extLst>
          </p:cNvPr>
          <p:cNvSpPr/>
          <p:nvPr/>
        </p:nvSpPr>
        <p:spPr>
          <a:xfrm>
            <a:off x="0" y="0"/>
            <a:ext cx="2286000" cy="17811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4C88EA-B1EA-4FA0-8279-C122B539260B}"/>
              </a:ext>
            </a:extLst>
          </p:cNvPr>
          <p:cNvSpPr/>
          <p:nvPr/>
        </p:nvSpPr>
        <p:spPr>
          <a:xfrm>
            <a:off x="0" y="1781175"/>
            <a:ext cx="2286000" cy="50768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81574" y="446744"/>
            <a:ext cx="6298925" cy="2147594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</a:t>
            </a:r>
            <a:br>
              <a:rPr/>
            </a:br>
            <a:r>
              <a:t>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789057" y="2762591"/>
            <a:ext cx="6291442" cy="67405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801ECF7-ED14-487E-B2E6-FB13DE50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0BC3CDB-7A13-465F-9F51-87CE695D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D17E435-7649-47BA-B3A0-AA4F57BBB1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79" y="273607"/>
            <a:ext cx="1944810" cy="1428584"/>
          </a:xfrm>
        </p:spPr>
        <p:txBody>
          <a:bodyPr/>
          <a:lstStyle>
            <a:lvl1pPr algn="ctr">
              <a:spcBef>
                <a:spcPts val="0"/>
              </a:spcBef>
              <a:defRPr sz="8000" b="0">
                <a:solidFill>
                  <a:schemeClr val="bg1"/>
                </a:solidFill>
              </a:defRPr>
            </a:lvl1pPr>
          </a:lstStyle>
          <a:p>
            <a:pPr lvl="0"/>
            <a:r>
              <a:t>00</a:t>
            </a:r>
          </a:p>
        </p:txBody>
      </p:sp>
      <p:grpSp>
        <p:nvGrpSpPr>
          <p:cNvPr id="11" name="asurion logo">
            <a:extLst>
              <a:ext uri="{FF2B5EF4-FFF2-40B4-BE49-F238E27FC236}">
                <a16:creationId xmlns:a16="http://schemas.microsoft.com/office/drawing/2014/main" id="{FEC17685-B133-C345-A89F-A29C5966C31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04031" y="6390186"/>
            <a:ext cx="918000" cy="213052"/>
            <a:chOff x="316" y="3952"/>
            <a:chExt cx="586" cy="136"/>
          </a:xfrm>
          <a:solidFill>
            <a:schemeClr val="bg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DA59301-3241-F348-BEBD-A6FFEADD1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239CCB2F-6595-5940-8A39-B3E30B1AB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86BD6342-63E8-6241-9895-40B3FD18F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FF5FEC08-0FA6-3D4F-A889-0BBFE49D90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F318E898-1C1D-3046-88C4-16F050D7F0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9315519C-656E-724D-86B0-E6FFBFDFD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81591244-1087-6E48-A901-C4FA89D203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28766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747BD37-3BEA-40D2-8343-2CB995B91822}"/>
              </a:ext>
            </a:extLst>
          </p:cNvPr>
          <p:cNvSpPr/>
          <p:nvPr/>
        </p:nvSpPr>
        <p:spPr>
          <a:xfrm>
            <a:off x="0" y="0"/>
            <a:ext cx="2286000" cy="17811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4C88EA-B1EA-4FA0-8279-C122B539260B}"/>
              </a:ext>
            </a:extLst>
          </p:cNvPr>
          <p:cNvSpPr/>
          <p:nvPr/>
        </p:nvSpPr>
        <p:spPr>
          <a:xfrm>
            <a:off x="0" y="1781175"/>
            <a:ext cx="2286000" cy="5076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81574" y="446744"/>
            <a:ext cx="6298925" cy="2147594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</a:t>
            </a:r>
            <a:br>
              <a:rPr/>
            </a:br>
            <a:r>
              <a:t>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789057" y="2762591"/>
            <a:ext cx="6291442" cy="67405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801ECF7-ED14-487E-B2E6-FB13DE50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0BC3CDB-7A13-465F-9F51-87CE695D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D17E435-7649-47BA-B3A0-AA4F57BBB1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79" y="273607"/>
            <a:ext cx="1944810" cy="1428584"/>
          </a:xfrm>
        </p:spPr>
        <p:txBody>
          <a:bodyPr/>
          <a:lstStyle>
            <a:lvl1pPr algn="ctr">
              <a:spcBef>
                <a:spcPts val="0"/>
              </a:spcBef>
              <a:defRPr sz="8000" b="0">
                <a:solidFill>
                  <a:schemeClr val="bg1"/>
                </a:solidFill>
              </a:defRPr>
            </a:lvl1pPr>
          </a:lstStyle>
          <a:p>
            <a:pPr lvl="0"/>
            <a:r>
              <a:t>00</a:t>
            </a:r>
          </a:p>
        </p:txBody>
      </p:sp>
      <p:grpSp>
        <p:nvGrpSpPr>
          <p:cNvPr id="11" name="asurion logo">
            <a:extLst>
              <a:ext uri="{FF2B5EF4-FFF2-40B4-BE49-F238E27FC236}">
                <a16:creationId xmlns:a16="http://schemas.microsoft.com/office/drawing/2014/main" id="{C7358717-6715-9E44-A068-A7FC60CA96D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04031" y="6390186"/>
            <a:ext cx="918000" cy="213052"/>
            <a:chOff x="316" y="3952"/>
            <a:chExt cx="586" cy="136"/>
          </a:xfrm>
          <a:solidFill>
            <a:schemeClr val="tx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3603A01-45DA-5A47-AD42-93373378AD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AD2FF58D-2A25-9344-B27B-E66EF3E13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47B47A3D-A2AE-B44B-9805-F10DDF88E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3ABE1799-2661-C346-88AD-D93AF4F49D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6DBBDC10-20A7-0643-A02A-86E0D5F830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1F1030EA-EEDA-3546-8BC7-FF764C45D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2CB39BA2-CCB4-7C49-8EBE-81D3153223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1377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AA3B2CE-A3B3-4189-8B73-7FEBFEEA5D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6858000"/>
          </a:xfrm>
        </p:spPr>
        <p:txBody>
          <a:bodyPr/>
          <a:lstStyle/>
          <a:p>
            <a:endParaRPr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535141" y="446743"/>
            <a:ext cx="3778097" cy="2690351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</a:t>
            </a:r>
            <a:br>
              <a:rPr/>
            </a:br>
            <a:r>
              <a:t>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542624" y="3436643"/>
            <a:ext cx="3773609" cy="67405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801ECF7-ED14-487E-B2E6-FB13DE50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0BC3CDB-7A13-465F-9F51-87CE695D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grpSp>
        <p:nvGrpSpPr>
          <p:cNvPr id="11" name="asurion logo">
            <a:extLst>
              <a:ext uri="{FF2B5EF4-FFF2-40B4-BE49-F238E27FC236}">
                <a16:creationId xmlns:a16="http://schemas.microsoft.com/office/drawing/2014/main" id="{E1C5BE53-885F-4140-A2D0-795FBB7C123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04031" y="6390186"/>
            <a:ext cx="918000" cy="213052"/>
            <a:chOff x="316" y="3952"/>
            <a:chExt cx="586" cy="136"/>
          </a:xfrm>
          <a:solidFill>
            <a:schemeClr val="tx1"/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188848DB-B87D-B041-A849-970DFD53F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DCA25C55-1346-AA4E-B99A-B92DB24C9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624A4990-4E45-BE4E-8F5C-8D885585F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A0CCF30B-EF01-9241-89DE-6194C640FB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69220C85-DAA7-BC4E-818D-2170A0678C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6C6BD5A-A22D-1140-84E9-1700B1F47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E4641BA2-7F1D-F94D-A723-FAF1B048BF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63000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AA3B2CE-A3B3-4189-8B73-7FEBFEEA5D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6858000"/>
          </a:xfrm>
        </p:spPr>
        <p:txBody>
          <a:bodyPr/>
          <a:lstStyle/>
          <a:p>
            <a:endParaRPr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535141" y="446743"/>
            <a:ext cx="3778097" cy="2690351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</a:t>
            </a:r>
            <a:br>
              <a:rPr/>
            </a:br>
            <a:r>
              <a:t>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542624" y="3436643"/>
            <a:ext cx="3773609" cy="67405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801ECF7-ED14-487E-B2E6-FB13DE50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0BC3CDB-7A13-465F-9F51-87CE695D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grpSp>
        <p:nvGrpSpPr>
          <p:cNvPr id="13" name="asurion logo">
            <a:extLst>
              <a:ext uri="{FF2B5EF4-FFF2-40B4-BE49-F238E27FC236}">
                <a16:creationId xmlns:a16="http://schemas.microsoft.com/office/drawing/2014/main" id="{BE011928-E47D-2041-8C67-C22638984F3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04031" y="6390186"/>
            <a:ext cx="918000" cy="213052"/>
            <a:chOff x="316" y="3952"/>
            <a:chExt cx="586" cy="136"/>
          </a:xfrm>
          <a:solidFill>
            <a:schemeClr val="tx1"/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4CB7B69E-B273-0D48-BFDA-34E192F32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95280FB1-5A13-EF43-8314-29BF259AB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481AAD2C-29B4-EC49-9316-7FAF69725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27323948-8731-5143-A257-D33E8C0C08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D78202CB-9C9D-B64F-B9BB-DDB5A81A7D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F29FBD53-E2A2-3247-85DE-C8D45F947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98F56C5E-7A69-EC45-BF50-0515ECB63A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963244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ay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DFA8-C5FE-DB44-9BF9-1274EAD5637C}" type="slidenum">
              <a:rPr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sz="11500" b="0" i="0" spc="100">
                <a:solidFill>
                  <a:srgbClr val="FFFFFF"/>
                </a:solidFill>
                <a:latin typeface="+mj-lt"/>
              </a:rPr>
              <a:t>CONTENT</a:t>
            </a:r>
            <a:br>
              <a:rPr sz="11500" b="0" i="0" spc="100">
                <a:solidFill>
                  <a:srgbClr val="FFFFFF"/>
                </a:solidFill>
                <a:latin typeface="+mj-lt"/>
              </a:rPr>
            </a:br>
            <a:r>
              <a:rPr sz="11500" b="0" i="0" spc="100">
                <a:solidFill>
                  <a:srgbClr val="FFFFFF"/>
                </a:solidFill>
                <a:latin typeface="+mj-lt"/>
              </a:rPr>
              <a:t>LAYOUTS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C9D3A-9A1A-C140-B0F7-9A8C63C4D4BD}"/>
              </a:ext>
            </a:extLst>
          </p:cNvPr>
          <p:cNvSpPr txBox="1"/>
          <p:nvPr/>
        </p:nvSpPr>
        <p:spPr>
          <a:xfrm>
            <a:off x="2428504" y="6365140"/>
            <a:ext cx="733499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sz="1100" b="0" i="0" kern="1200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</a:rPr>
              <a:t>Layouts past this point have been inherited from other files and may not be a part of the approved Asurion template.</a:t>
            </a:r>
            <a:endParaRPr sz="110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5220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17775"/>
            <a:ext cx="11191875" cy="337343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B1C1BA4-C831-4BAE-8902-D8B44C11C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1BD78D5-7CB0-4BF0-A1E0-CDD845021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0500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0951"/>
            <a:ext cx="11191875" cy="3370262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231F20"/>
                </a:solidFill>
              </a:rPr>
              <a:t>Asurion_Internal_Use_Only</a:t>
            </a:r>
            <a:endParaRPr>
              <a:solidFill>
                <a:srgbClr val="231F2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>
                <a:solidFill>
                  <a:srgbClr val="231F20"/>
                </a:solidFill>
              </a:rPr>
              <a:pPr/>
              <a:t>‹#›</a:t>
            </a:fld>
            <a:endParaRPr>
              <a:solidFill>
                <a:srgbClr val="231F20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0639103-1054-48CB-9C4A-BC221A9D48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0063" y="1481655"/>
            <a:ext cx="11191874" cy="786765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8329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1698625"/>
            <a:ext cx="11191875" cy="419258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231F20"/>
                </a:solidFill>
              </a:rPr>
              <a:t>Asurion_Internal_Use_Only</a:t>
            </a:r>
            <a:endParaRPr>
              <a:solidFill>
                <a:srgbClr val="231F2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>
                <a:solidFill>
                  <a:srgbClr val="231F20"/>
                </a:solidFill>
              </a:rPr>
              <a:pPr/>
              <a:t>‹#›</a:t>
            </a:fld>
            <a:endParaRPr>
              <a:solidFill>
                <a:srgbClr val="231F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576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0000"/>
            <a:ext cx="55959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231F20"/>
                </a:solidFill>
              </a:rPr>
              <a:t>Asurion_Internal_Use_Only</a:t>
            </a:r>
            <a:endParaRPr>
              <a:solidFill>
                <a:srgbClr val="231F2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>
                <a:solidFill>
                  <a:srgbClr val="231F20"/>
                </a:solidFill>
              </a:rPr>
              <a:pPr/>
              <a:t>‹#›</a:t>
            </a:fld>
            <a:endParaRPr>
              <a:solidFill>
                <a:srgbClr val="231F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37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500063" y="2517775"/>
            <a:ext cx="5324400" cy="337343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6367537" y="2517775"/>
            <a:ext cx="5324400" cy="337343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5FB212-C07C-47E4-B111-95662FEA043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383D8-C510-4C92-8A54-DA05FA7AFF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784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0000"/>
            <a:ext cx="35893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157396-66F3-4131-832E-DED0E7ABE71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01332" y="2520000"/>
            <a:ext cx="35893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226DC9-EE88-4C38-BFC7-8CF1082EDBD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02601" y="2520000"/>
            <a:ext cx="35893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F938D9-FDBF-4E2E-9864-B9A3DEB81A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F92F295-8332-4AF1-945C-EF34A8F3D0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5054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0000"/>
            <a:ext cx="25860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157396-66F3-4131-832E-DED0E7ABE71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93269" y="2520000"/>
            <a:ext cx="25860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226DC9-EE88-4C38-BFC7-8CF1082EDBD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86475" y="2520000"/>
            <a:ext cx="25860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F938D9-FDBF-4E2E-9864-B9A3DEB81A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F92F295-8332-4AF1-945C-EF34A8F3D0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51B05AA-B42D-4FA0-948C-88C9B0D745D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879681" y="2520000"/>
            <a:ext cx="25860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375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0000"/>
            <a:ext cx="55959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BBB8B-648D-4197-97B9-AE71487D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24E6F-6328-463D-B419-65509C9F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04863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500063" y="2517775"/>
            <a:ext cx="5324400" cy="337343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6367537" y="2517775"/>
            <a:ext cx="5324400" cy="337343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5FB212-C07C-47E4-B111-95662FEA043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383D8-C510-4C92-8A54-DA05FA7AFF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55871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0000"/>
            <a:ext cx="35893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157396-66F3-4131-832E-DED0E7ABE71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01332" y="2520000"/>
            <a:ext cx="35893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226DC9-EE88-4C38-BFC7-8CF1082EDBD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02601" y="2520000"/>
            <a:ext cx="35893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DF5BAB-DC7D-4C2E-822E-C0828F8BD7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C5A2B2A-4207-4088-8306-70D21909D8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31308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ur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0000"/>
            <a:ext cx="25860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157396-66F3-4131-832E-DED0E7ABE71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93269" y="2520000"/>
            <a:ext cx="25860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226DC9-EE88-4C38-BFC7-8CF1082EDBD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86475" y="2520000"/>
            <a:ext cx="25860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F938D9-FDBF-4E2E-9864-B9A3DEB81A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F92F295-8332-4AF1-945C-EF34A8F3D0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51B05AA-B42D-4FA0-948C-88C9B0D745D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879681" y="2520000"/>
            <a:ext cx="25860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5197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0A5685-ADC9-4197-AAEB-665323328B34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3689"/>
            <a:ext cx="5056675" cy="3329423"/>
          </a:xfrm>
        </p:spPr>
        <p:txBody>
          <a:bodyPr spcCol="540000"/>
          <a:lstStyle>
            <a:lvl2pPr>
              <a:spcBef>
                <a:spcPts val="300"/>
              </a:spcBef>
              <a:defRPr/>
            </a:lvl2pPr>
            <a:lvl3pPr>
              <a:spcBef>
                <a:spcPts val="600"/>
              </a:spcBef>
              <a:defRPr/>
            </a:lvl3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231F20"/>
                </a:solidFill>
              </a:rPr>
              <a:t>Asurion_Internal_Use_Only</a:t>
            </a:r>
            <a:endParaRPr>
              <a:solidFill>
                <a:srgbClr val="231F2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>
                <a:solidFill>
                  <a:srgbClr val="231F20"/>
                </a:solidFill>
              </a:rPr>
              <a:pPr/>
              <a:t>‹#›</a:t>
            </a:fld>
            <a:endParaRPr>
              <a:solidFill>
                <a:srgbClr val="231F20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0639103-1054-48CB-9C4A-BC221A9D48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0063" y="1481655"/>
            <a:ext cx="5056675" cy="786765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275A3245-01FF-42DD-A6D1-85D456773FF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99225" y="1041400"/>
            <a:ext cx="5192713" cy="4849813"/>
          </a:xfr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29558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and Char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0A5685-ADC9-4197-AAEB-665323328B34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3689"/>
            <a:ext cx="5056675" cy="3329423"/>
          </a:xfrm>
        </p:spPr>
        <p:txBody>
          <a:bodyPr numCol="1" spcCol="540000"/>
          <a:lstStyle>
            <a:lvl2pPr>
              <a:spcBef>
                <a:spcPts val="300"/>
              </a:spcBef>
              <a:defRPr/>
            </a:lvl2pPr>
            <a:lvl3pPr>
              <a:spcBef>
                <a:spcPts val="600"/>
              </a:spcBef>
              <a:defRPr/>
            </a:lvl3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Asurion_Internal_Use_Only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0639103-1054-48CB-9C4A-BC221A9D48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0063" y="1481655"/>
            <a:ext cx="5056675" cy="786765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275A3245-01FF-42DD-A6D1-85D456773FF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99225" y="1041400"/>
            <a:ext cx="5192713" cy="48498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300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3800CAF-8C92-4417-9180-874FBE367E0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6096000" cy="6858000"/>
          </a:xfrm>
        </p:spPr>
        <p:txBody>
          <a:bodyPr anchor="ctr"/>
          <a:lstStyle/>
          <a:p>
            <a:r>
              <a:rPr lang="en-US"/>
              <a:t>Click to add image&gt;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75" cy="1080135"/>
          </a:xfrm>
        </p:spPr>
        <p:txBody>
          <a:bodyPr/>
          <a:lstStyle>
            <a:lvl1pPr>
              <a:defRPr sz="32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3689"/>
            <a:ext cx="5056675" cy="3329423"/>
          </a:xfrm>
        </p:spPr>
        <p:txBody>
          <a:bodyPr spcCol="540000"/>
          <a:lstStyle>
            <a:lvl2pPr>
              <a:spcBef>
                <a:spcPts val="300"/>
              </a:spcBef>
              <a:defRPr/>
            </a:lvl2pPr>
            <a:lvl3pPr>
              <a:spcBef>
                <a:spcPts val="600"/>
              </a:spcBef>
              <a:defRPr/>
            </a:lvl3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0639103-1054-48CB-9C4A-BC221A9D48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0063" y="1481655"/>
            <a:ext cx="5056675" cy="786765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06CD7DF-C4F2-B049-BE3C-8BD9236EDF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6B3E6E2-23A9-4B4F-A714-771A9FF980F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7759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53720D-9F4D-4684-9327-5523A748B8A3}"/>
              </a:ext>
            </a:extLst>
          </p:cNvPr>
          <p:cNvCxnSpPr/>
          <p:nvPr/>
        </p:nvCxnSpPr>
        <p:spPr>
          <a:xfrm>
            <a:off x="500062" y="4316231"/>
            <a:ext cx="547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DE24C3-99CC-479E-BF50-328B4BB36E5D}"/>
              </a:ext>
            </a:extLst>
          </p:cNvPr>
          <p:cNvCxnSpPr/>
          <p:nvPr/>
        </p:nvCxnSpPr>
        <p:spPr>
          <a:xfrm>
            <a:off x="6223001" y="4316231"/>
            <a:ext cx="547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7A20FC-53DE-40AE-9086-6CA177CE7A0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0062" y="1788962"/>
            <a:ext cx="5472000" cy="2340000"/>
          </a:xfrm>
        </p:spPr>
        <p:txBody>
          <a:bodyPr/>
          <a:lstStyle/>
          <a:p>
            <a:endParaRPr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4F5ED6C-5729-4BCA-B641-0DE3EA8059E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23001" y="1788962"/>
            <a:ext cx="5472000" cy="2340000"/>
          </a:xfrm>
        </p:spPr>
        <p:txBody>
          <a:bodyPr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D5707C-19B8-4344-919E-79F1D3BD71A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308FA-1900-4A15-B816-41EE190CD43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23BD6D-CC29-4E45-990E-0D516E8F9C2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0063" y="4419255"/>
            <a:ext cx="5471999" cy="1462432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1DABEC5-ADD1-4364-9B7B-AEB94D1E077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23001" y="4419255"/>
            <a:ext cx="5471999" cy="1462432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6749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53720D-9F4D-4684-9327-5523A748B8A3}"/>
              </a:ext>
            </a:extLst>
          </p:cNvPr>
          <p:cNvCxnSpPr/>
          <p:nvPr/>
        </p:nvCxnSpPr>
        <p:spPr>
          <a:xfrm>
            <a:off x="500063" y="4316231"/>
            <a:ext cx="356235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DE24C3-99CC-479E-BF50-328B4BB36E5D}"/>
              </a:ext>
            </a:extLst>
          </p:cNvPr>
          <p:cNvCxnSpPr/>
          <p:nvPr/>
        </p:nvCxnSpPr>
        <p:spPr>
          <a:xfrm>
            <a:off x="4314825" y="4316231"/>
            <a:ext cx="3562351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07E561-4A26-4F9F-8A63-FD201FA0C0FD}"/>
              </a:ext>
            </a:extLst>
          </p:cNvPr>
          <p:cNvCxnSpPr/>
          <p:nvPr/>
        </p:nvCxnSpPr>
        <p:spPr>
          <a:xfrm>
            <a:off x="8129587" y="4316231"/>
            <a:ext cx="356235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7A20FC-53DE-40AE-9086-6CA177CE7A0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0063" y="1788962"/>
            <a:ext cx="3562350" cy="2340000"/>
          </a:xfrm>
        </p:spPr>
        <p:txBody>
          <a:bodyPr/>
          <a:lstStyle/>
          <a:p>
            <a:endParaRPr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4F5ED6C-5729-4BCA-B641-0DE3EA8059E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14826" y="1788962"/>
            <a:ext cx="3562350" cy="2340000"/>
          </a:xfrm>
        </p:spPr>
        <p:txBody>
          <a:bodyPr/>
          <a:lstStyle/>
          <a:p>
            <a:endParaRPr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669F2190-4991-4ABB-B5C1-8535467AFA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9588" y="1788962"/>
            <a:ext cx="3562350" cy="2340000"/>
          </a:xfrm>
        </p:spPr>
        <p:txBody>
          <a:bodyPr/>
          <a:lstStyle/>
          <a:p>
            <a:endParaRPr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2F74907-9901-41D8-B02E-D5156ACAC59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D76F14-B7C1-4783-A9BB-4763BFA887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65ED8-5F56-41D5-B431-89361D00D6E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0064" y="4419255"/>
            <a:ext cx="3600000" cy="1462432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4799D4C9-22E1-4D31-B1A1-BDD184F710E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14826" y="4419255"/>
            <a:ext cx="3600000" cy="1462432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E8CE649-5034-45B6-93BA-28668391D8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29589" y="4419255"/>
            <a:ext cx="3600000" cy="1462432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671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hart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2F74907-9901-41D8-B02E-D5156ACAC59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D76F14-B7C1-4783-A9BB-4763BFA887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86DF79B9-639E-4799-815D-476F130D30D5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500063" y="1481655"/>
            <a:ext cx="5056675" cy="786765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24C50ECB-AA26-4399-9645-112A108CA439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500063" y="2658741"/>
            <a:ext cx="2635250" cy="2127572"/>
          </a:xfrm>
        </p:spPr>
        <p:txBody>
          <a:bodyPr/>
          <a:lstStyle/>
          <a:p>
            <a:endParaRPr/>
          </a:p>
        </p:txBody>
      </p:sp>
      <p:sp>
        <p:nvSpPr>
          <p:cNvPr id="24" name="Chart Placeholder 4">
            <a:extLst>
              <a:ext uri="{FF2B5EF4-FFF2-40B4-BE49-F238E27FC236}">
                <a16:creationId xmlns:a16="http://schemas.microsoft.com/office/drawing/2014/main" id="{5F3EB2C3-AC8E-4242-A032-7D9830F6FEBA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3280586" y="2658741"/>
            <a:ext cx="2635250" cy="2127572"/>
          </a:xfrm>
        </p:spPr>
        <p:txBody>
          <a:bodyPr/>
          <a:lstStyle/>
          <a:p>
            <a:endParaRPr/>
          </a:p>
        </p:txBody>
      </p:sp>
      <p:sp>
        <p:nvSpPr>
          <p:cNvPr id="26" name="Chart Placeholder 4">
            <a:extLst>
              <a:ext uri="{FF2B5EF4-FFF2-40B4-BE49-F238E27FC236}">
                <a16:creationId xmlns:a16="http://schemas.microsoft.com/office/drawing/2014/main" id="{766F0A22-4D5D-4D16-9178-1D5760AEA8C0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089101" y="2658741"/>
            <a:ext cx="2635250" cy="2127572"/>
          </a:xfrm>
        </p:spPr>
        <p:txBody>
          <a:bodyPr/>
          <a:lstStyle/>
          <a:p>
            <a:endParaRPr/>
          </a:p>
        </p:txBody>
      </p:sp>
      <p:sp>
        <p:nvSpPr>
          <p:cNvPr id="28" name="Chart Placeholder 4">
            <a:extLst>
              <a:ext uri="{FF2B5EF4-FFF2-40B4-BE49-F238E27FC236}">
                <a16:creationId xmlns:a16="http://schemas.microsoft.com/office/drawing/2014/main" id="{398AB6F5-E5DE-4AB5-9469-650F5C7BC02F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>
          <a:xfrm>
            <a:off x="8897615" y="2658741"/>
            <a:ext cx="2635250" cy="2127572"/>
          </a:xfrm>
        </p:spPr>
        <p:txBody>
          <a:bodyPr/>
          <a:lstStyle/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20137-9C0C-4DA4-BD4C-2707DA74673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00064" y="4861249"/>
            <a:ext cx="2635021" cy="102043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AFBC60B-11E0-4694-8DBF-0DD62EDB6B4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280587" y="4861249"/>
            <a:ext cx="2635021" cy="102043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FEF1E8D3-913B-4B30-9DFE-B66976F583F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089101" y="4861249"/>
            <a:ext cx="2635021" cy="102043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7643B64F-FD95-47DA-A080-4E4F73C9AFE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897616" y="4861249"/>
            <a:ext cx="2635021" cy="102043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4643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500063" y="1483200"/>
            <a:ext cx="5470526" cy="786765"/>
          </a:xfrm>
        </p:spPr>
        <p:txBody>
          <a:bodyPr anchor="t" anchorCtr="0"/>
          <a:lstStyle>
            <a:lvl1pPr marL="0" indent="0"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12" name="Content Placeholder 8"/>
          <p:cNvSpPr>
            <a:spLocks noGrp="1"/>
          </p:cNvSpPr>
          <p:nvPr>
            <p:ph sz="quarter" idx="14"/>
          </p:nvPr>
        </p:nvSpPr>
        <p:spPr>
          <a:xfrm>
            <a:off x="500063" y="2520950"/>
            <a:ext cx="5470525" cy="3370263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3" name="Content Placeholder 8"/>
          <p:cNvSpPr>
            <a:spLocks noGrp="1"/>
          </p:cNvSpPr>
          <p:nvPr>
            <p:ph sz="quarter" idx="15"/>
          </p:nvPr>
        </p:nvSpPr>
        <p:spPr>
          <a:xfrm>
            <a:off x="6221414" y="2520950"/>
            <a:ext cx="5471476" cy="3370263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F1517A8-590F-479B-8350-B8C027A8A9C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221412" y="1483200"/>
            <a:ext cx="5471477" cy="786765"/>
          </a:xfrm>
        </p:spPr>
        <p:txBody>
          <a:bodyPr anchor="t" anchorCtr="0"/>
          <a:lstStyle>
            <a:lvl1pPr marL="0" indent="0"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6FA19B-A4D4-453E-A2F4-59F228B33EC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EE0A0-3F25-4EDE-BBFD-3C1C36E0BBA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826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C235105-E2BB-B241-872E-8B764C2735C7}"/>
              </a:ext>
            </a:extLst>
          </p:cNvPr>
          <p:cNvSpPr/>
          <p:nvPr/>
        </p:nvSpPr>
        <p:spPr>
          <a:xfrm>
            <a:off x="6096000" y="0"/>
            <a:ext cx="3050607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EFCE1D-E624-4B47-B86B-57779E9F52FC}"/>
              </a:ext>
            </a:extLst>
          </p:cNvPr>
          <p:cNvSpPr/>
          <p:nvPr/>
        </p:nvSpPr>
        <p:spPr>
          <a:xfrm>
            <a:off x="9141393" y="0"/>
            <a:ext cx="3050607" cy="3429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400735-3BA6-1C44-B9F2-D8576A3F811D}"/>
              </a:ext>
            </a:extLst>
          </p:cNvPr>
          <p:cNvSpPr/>
          <p:nvPr/>
        </p:nvSpPr>
        <p:spPr>
          <a:xfrm>
            <a:off x="6096000" y="3429000"/>
            <a:ext cx="3050607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CAFAB7-8E16-754B-90EC-4F2AF27FB0CC}"/>
              </a:ext>
            </a:extLst>
          </p:cNvPr>
          <p:cNvSpPr/>
          <p:nvPr/>
        </p:nvSpPr>
        <p:spPr>
          <a:xfrm>
            <a:off x="9141393" y="3429000"/>
            <a:ext cx="3050607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3689"/>
            <a:ext cx="5056675" cy="3329423"/>
          </a:xfrm>
        </p:spPr>
        <p:txBody>
          <a:bodyPr spcCol="540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Asurion_Internal_Use_Only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046C3961-C530-D643-976B-752E6A3E6D3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443361" y="2144693"/>
            <a:ext cx="2355884" cy="59979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>
                <a:solidFill>
                  <a:schemeClr val="bg1"/>
                </a:solidFill>
              </a:defRPr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06E42E7-38E9-9445-A365-51FFE703735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43361" y="5395158"/>
            <a:ext cx="2355884" cy="59979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  <a:lvl2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ECAB8C3D-C645-6B4F-8943-0C2FBE84B98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488754" y="2144693"/>
            <a:ext cx="2355884" cy="59979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>
                <a:solidFill>
                  <a:schemeClr val="bg1"/>
                </a:solidFill>
              </a:defRPr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601AE7F-A10B-EB41-8F5A-F2B00DA6B65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488754" y="5395158"/>
            <a:ext cx="2355884" cy="59979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>
                <a:solidFill>
                  <a:schemeClr val="bg1"/>
                </a:solidFill>
              </a:defRPr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FD3E78BC-709E-E147-87C2-021736A7535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801042" y="466344"/>
            <a:ext cx="1640752" cy="1495306"/>
          </a:xfrm>
        </p:spPr>
        <p:txBody>
          <a:bodyPr/>
          <a:lstStyle>
            <a:lvl1pPr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t>Content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D8ABA53-CD5D-5D4A-8042-B0835E310760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9851649" y="466344"/>
            <a:ext cx="1640752" cy="1495306"/>
          </a:xfrm>
        </p:spPr>
        <p:txBody>
          <a:bodyPr/>
          <a:lstStyle>
            <a:lvl1pPr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t>Content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745E06A9-602E-0A44-84B6-62D407BE4F57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801042" y="3716809"/>
            <a:ext cx="1640752" cy="1495306"/>
          </a:xfrm>
        </p:spPr>
        <p:txBody>
          <a:bodyPr/>
          <a:lstStyle>
            <a:lvl1pPr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t>Content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D79F0669-4F9E-E646-A67C-2FCEBFA523D4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851649" y="3716809"/>
            <a:ext cx="1640752" cy="1495306"/>
          </a:xfrm>
        </p:spPr>
        <p:txBody>
          <a:bodyPr/>
          <a:lstStyle>
            <a:lvl1pPr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126957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and 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3689"/>
            <a:ext cx="5056675" cy="3329423"/>
          </a:xfrm>
        </p:spPr>
        <p:txBody>
          <a:bodyPr spcCol="540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Asurion_Internal_Use_Only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F72CA0-107F-4A4A-862E-98C88AC732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3044825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687F16B1-C282-434C-AD8F-D67D33B93E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7175" y="0"/>
            <a:ext cx="3044825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674F1A84-A715-1642-9A6D-724C0D4B3C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3429000"/>
            <a:ext cx="3044825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22454BBB-552C-1443-823A-2C496CBE51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7175" y="3429000"/>
            <a:ext cx="3044825" cy="3429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9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C8F12B-D471-4524-A21D-E2E0C4A3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203B0C-11E9-4FDC-A004-C78D9EB1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256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BBB8B-648D-4197-97B9-AE71487D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24E6F-6328-463D-B419-65509C9F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7265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98678-86C0-48BA-A39A-FF8C08834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9215-17E8-49B1-A387-1E2239FB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4779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with iPh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monitor&#10;&#10;Description automatically generated">
            <a:extLst>
              <a:ext uri="{FF2B5EF4-FFF2-40B4-BE49-F238E27FC236}">
                <a16:creationId xmlns:a16="http://schemas.microsoft.com/office/drawing/2014/main" id="{7128FF66-3EA6-42D2-A583-39E18B57E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14" y="1095375"/>
            <a:ext cx="2962122" cy="4536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500064" y="5288239"/>
            <a:ext cx="3600000" cy="783091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300"/>
              </a:spcBef>
              <a:defRPr/>
            </a:lvl3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endParaRPr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4314826" y="5288239"/>
            <a:ext cx="3600000" cy="783091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1ECDB9F2-27F4-42DB-89BF-A79294975B4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29588" y="5288239"/>
            <a:ext cx="3600000" cy="783091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179A366-3852-4680-B35F-C5CAF0ED315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65109" y="1810291"/>
            <a:ext cx="1452882" cy="3088800"/>
          </a:xfrm>
          <a:custGeom>
            <a:avLst/>
            <a:gdLst>
              <a:gd name="connsiteX0" fmla="*/ 202870 w 1452882"/>
              <a:gd name="connsiteY0" fmla="*/ 0 h 3088800"/>
              <a:gd name="connsiteX1" fmla="*/ 307352 w 1452882"/>
              <a:gd name="connsiteY1" fmla="*/ 0 h 3088800"/>
              <a:gd name="connsiteX2" fmla="*/ 321573 w 1452882"/>
              <a:gd name="connsiteY2" fmla="*/ 16508 h 3088800"/>
              <a:gd name="connsiteX3" fmla="*/ 363366 w 1452882"/>
              <a:gd name="connsiteY3" fmla="*/ 98181 h 3088800"/>
              <a:gd name="connsiteX4" fmla="*/ 416768 w 1452882"/>
              <a:gd name="connsiteY4" fmla="*/ 106580 h 3088800"/>
              <a:gd name="connsiteX5" fmla="*/ 1056431 w 1452882"/>
              <a:gd name="connsiteY5" fmla="*/ 106580 h 3088800"/>
              <a:gd name="connsiteX6" fmla="*/ 1095902 w 1452882"/>
              <a:gd name="connsiteY6" fmla="*/ 87755 h 3088800"/>
              <a:gd name="connsiteX7" fmla="*/ 1130439 w 1452882"/>
              <a:gd name="connsiteY7" fmla="*/ 9847 h 3088800"/>
              <a:gd name="connsiteX8" fmla="*/ 1147562 w 1452882"/>
              <a:gd name="connsiteY8" fmla="*/ 579 h 3088800"/>
              <a:gd name="connsiteX9" fmla="*/ 1262202 w 1452882"/>
              <a:gd name="connsiteY9" fmla="*/ 579 h 3088800"/>
              <a:gd name="connsiteX10" fmla="*/ 1389032 w 1452882"/>
              <a:gd name="connsiteY10" fmla="*/ 62558 h 3088800"/>
              <a:gd name="connsiteX11" fmla="*/ 1440112 w 1452882"/>
              <a:gd name="connsiteY11" fmla="*/ 140466 h 3088800"/>
              <a:gd name="connsiteX12" fmla="*/ 1452882 w 1452882"/>
              <a:gd name="connsiteY12" fmla="*/ 200128 h 3088800"/>
              <a:gd name="connsiteX13" fmla="*/ 1452882 w 1452882"/>
              <a:gd name="connsiteY13" fmla="*/ 2893886 h 3088800"/>
              <a:gd name="connsiteX14" fmla="*/ 1400061 w 1452882"/>
              <a:gd name="connsiteY14" fmla="*/ 3015816 h 3088800"/>
              <a:gd name="connsiteX15" fmla="*/ 1327794 w 1452882"/>
              <a:gd name="connsiteY15" fmla="*/ 3069396 h 3088800"/>
              <a:gd name="connsiteX16" fmla="*/ 1250013 w 1452882"/>
              <a:gd name="connsiteY16" fmla="*/ 3088800 h 3088800"/>
              <a:gd name="connsiteX17" fmla="*/ 195904 w 1452882"/>
              <a:gd name="connsiteY17" fmla="*/ 3088800 h 3088800"/>
              <a:gd name="connsiteX18" fmla="*/ 120445 w 1452882"/>
              <a:gd name="connsiteY18" fmla="*/ 3067368 h 3088800"/>
              <a:gd name="connsiteX19" fmla="*/ 48178 w 1452882"/>
              <a:gd name="connsiteY19" fmla="*/ 3008865 h 3088800"/>
              <a:gd name="connsiteX20" fmla="*/ 0 w 1452882"/>
              <a:gd name="connsiteY20" fmla="*/ 2877957 h 3088800"/>
              <a:gd name="connsiteX21" fmla="*/ 871 w 1452882"/>
              <a:gd name="connsiteY21" fmla="*/ 204472 h 3088800"/>
              <a:gd name="connsiteX22" fmla="*/ 17704 w 1452882"/>
              <a:gd name="connsiteY22" fmla="*/ 126854 h 3088800"/>
              <a:gd name="connsiteX23" fmla="*/ 68784 w 1452882"/>
              <a:gd name="connsiteY23" fmla="*/ 58503 h 3088800"/>
              <a:gd name="connsiteX24" fmla="*/ 202870 w 1452882"/>
              <a:gd name="connsiteY24" fmla="*/ 0 h 308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52882" h="3088800">
                <a:moveTo>
                  <a:pt x="202870" y="0"/>
                </a:moveTo>
                <a:cubicBezTo>
                  <a:pt x="307352" y="0"/>
                  <a:pt x="307352" y="0"/>
                  <a:pt x="307352" y="0"/>
                </a:cubicBezTo>
                <a:cubicBezTo>
                  <a:pt x="307352" y="0"/>
                  <a:pt x="317220" y="2896"/>
                  <a:pt x="321573" y="16508"/>
                </a:cubicBezTo>
                <a:cubicBezTo>
                  <a:pt x="325926" y="30121"/>
                  <a:pt x="339567" y="82542"/>
                  <a:pt x="363366" y="98181"/>
                </a:cubicBezTo>
                <a:cubicBezTo>
                  <a:pt x="382231" y="110345"/>
                  <a:pt x="416768" y="106580"/>
                  <a:pt x="416768" y="106580"/>
                </a:cubicBezTo>
                <a:cubicBezTo>
                  <a:pt x="1056431" y="106580"/>
                  <a:pt x="1056431" y="106580"/>
                  <a:pt x="1056431" y="106580"/>
                </a:cubicBezTo>
                <a:cubicBezTo>
                  <a:pt x="1056431" y="106580"/>
                  <a:pt x="1080229" y="107739"/>
                  <a:pt x="1095902" y="87755"/>
                </a:cubicBezTo>
                <a:cubicBezTo>
                  <a:pt x="1111574" y="68061"/>
                  <a:pt x="1130439" y="9847"/>
                  <a:pt x="1130439" y="9847"/>
                </a:cubicBezTo>
                <a:cubicBezTo>
                  <a:pt x="1130439" y="9847"/>
                  <a:pt x="1133051" y="579"/>
                  <a:pt x="1147562" y="579"/>
                </a:cubicBezTo>
                <a:cubicBezTo>
                  <a:pt x="1162364" y="579"/>
                  <a:pt x="1255237" y="579"/>
                  <a:pt x="1262202" y="579"/>
                </a:cubicBezTo>
                <a:cubicBezTo>
                  <a:pt x="1265395" y="579"/>
                  <a:pt x="1344337" y="15060"/>
                  <a:pt x="1389032" y="62558"/>
                </a:cubicBezTo>
                <a:cubicBezTo>
                  <a:pt x="1411089" y="86017"/>
                  <a:pt x="1431115" y="114400"/>
                  <a:pt x="1440112" y="140466"/>
                </a:cubicBezTo>
                <a:cubicBezTo>
                  <a:pt x="1451431" y="172324"/>
                  <a:pt x="1452882" y="200128"/>
                  <a:pt x="1452882" y="200128"/>
                </a:cubicBezTo>
                <a:cubicBezTo>
                  <a:pt x="1452882" y="2893886"/>
                  <a:pt x="1452882" y="2893886"/>
                  <a:pt x="1452882" y="2893886"/>
                </a:cubicBezTo>
                <a:cubicBezTo>
                  <a:pt x="1452882" y="2893886"/>
                  <a:pt x="1443305" y="2974690"/>
                  <a:pt x="1400061" y="3015816"/>
                </a:cubicBezTo>
                <a:cubicBezTo>
                  <a:pt x="1373360" y="3041302"/>
                  <a:pt x="1353334" y="3058100"/>
                  <a:pt x="1327794" y="3069396"/>
                </a:cubicBezTo>
                <a:cubicBezTo>
                  <a:pt x="1287742" y="3087352"/>
                  <a:pt x="1250013" y="3088800"/>
                  <a:pt x="1250013" y="3088800"/>
                </a:cubicBezTo>
                <a:cubicBezTo>
                  <a:pt x="195904" y="3088800"/>
                  <a:pt x="195904" y="3088800"/>
                  <a:pt x="195904" y="3088800"/>
                </a:cubicBezTo>
                <a:cubicBezTo>
                  <a:pt x="195904" y="3088800"/>
                  <a:pt x="157013" y="3084456"/>
                  <a:pt x="120445" y="3067368"/>
                </a:cubicBezTo>
                <a:cubicBezTo>
                  <a:pt x="85908" y="3051439"/>
                  <a:pt x="72267" y="3034641"/>
                  <a:pt x="48178" y="3008865"/>
                </a:cubicBezTo>
                <a:cubicBezTo>
                  <a:pt x="581" y="2957602"/>
                  <a:pt x="0" y="2877957"/>
                  <a:pt x="0" y="2877957"/>
                </a:cubicBezTo>
                <a:lnTo>
                  <a:pt x="871" y="204472"/>
                </a:lnTo>
                <a:cubicBezTo>
                  <a:pt x="871" y="204472"/>
                  <a:pt x="1161" y="167111"/>
                  <a:pt x="17704" y="126854"/>
                </a:cubicBezTo>
                <a:cubicBezTo>
                  <a:pt x="27572" y="102815"/>
                  <a:pt x="49049" y="78198"/>
                  <a:pt x="68784" y="58503"/>
                </a:cubicBezTo>
                <a:cubicBezTo>
                  <a:pt x="117252" y="9268"/>
                  <a:pt x="202870" y="0"/>
                  <a:pt x="20287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2F74907-9901-41D8-B02E-D5156ACAC59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D76F14-B7C1-4783-A9BB-4763BFA887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pic>
        <p:nvPicPr>
          <p:cNvPr id="27" name="Picture 26" descr="A picture containing monitor&#10;&#10;Description automatically generated">
            <a:extLst>
              <a:ext uri="{FF2B5EF4-FFF2-40B4-BE49-F238E27FC236}">
                <a16:creationId xmlns:a16="http://schemas.microsoft.com/office/drawing/2014/main" id="{154FF016-7F02-472C-B9A6-FD4F50DF3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824" y="1095375"/>
            <a:ext cx="2962122" cy="4536000"/>
          </a:xfrm>
          <a:prstGeom prst="rect">
            <a:avLst/>
          </a:prstGeom>
        </p:spPr>
      </p:pic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EEBB07D-0B9A-4E6E-8341-D43B950E589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17019" y="1810291"/>
            <a:ext cx="1452882" cy="3088800"/>
          </a:xfrm>
          <a:custGeom>
            <a:avLst/>
            <a:gdLst>
              <a:gd name="connsiteX0" fmla="*/ 202870 w 1452882"/>
              <a:gd name="connsiteY0" fmla="*/ 0 h 3088800"/>
              <a:gd name="connsiteX1" fmla="*/ 307352 w 1452882"/>
              <a:gd name="connsiteY1" fmla="*/ 0 h 3088800"/>
              <a:gd name="connsiteX2" fmla="*/ 321573 w 1452882"/>
              <a:gd name="connsiteY2" fmla="*/ 16508 h 3088800"/>
              <a:gd name="connsiteX3" fmla="*/ 363366 w 1452882"/>
              <a:gd name="connsiteY3" fmla="*/ 98181 h 3088800"/>
              <a:gd name="connsiteX4" fmla="*/ 416768 w 1452882"/>
              <a:gd name="connsiteY4" fmla="*/ 106580 h 3088800"/>
              <a:gd name="connsiteX5" fmla="*/ 1056431 w 1452882"/>
              <a:gd name="connsiteY5" fmla="*/ 106580 h 3088800"/>
              <a:gd name="connsiteX6" fmla="*/ 1095902 w 1452882"/>
              <a:gd name="connsiteY6" fmla="*/ 87755 h 3088800"/>
              <a:gd name="connsiteX7" fmla="*/ 1130439 w 1452882"/>
              <a:gd name="connsiteY7" fmla="*/ 9847 h 3088800"/>
              <a:gd name="connsiteX8" fmla="*/ 1147562 w 1452882"/>
              <a:gd name="connsiteY8" fmla="*/ 579 h 3088800"/>
              <a:gd name="connsiteX9" fmla="*/ 1262202 w 1452882"/>
              <a:gd name="connsiteY9" fmla="*/ 579 h 3088800"/>
              <a:gd name="connsiteX10" fmla="*/ 1389032 w 1452882"/>
              <a:gd name="connsiteY10" fmla="*/ 62558 h 3088800"/>
              <a:gd name="connsiteX11" fmla="*/ 1440112 w 1452882"/>
              <a:gd name="connsiteY11" fmla="*/ 140466 h 3088800"/>
              <a:gd name="connsiteX12" fmla="*/ 1452882 w 1452882"/>
              <a:gd name="connsiteY12" fmla="*/ 200128 h 3088800"/>
              <a:gd name="connsiteX13" fmla="*/ 1452882 w 1452882"/>
              <a:gd name="connsiteY13" fmla="*/ 2893886 h 3088800"/>
              <a:gd name="connsiteX14" fmla="*/ 1400061 w 1452882"/>
              <a:gd name="connsiteY14" fmla="*/ 3015816 h 3088800"/>
              <a:gd name="connsiteX15" fmla="*/ 1327794 w 1452882"/>
              <a:gd name="connsiteY15" fmla="*/ 3069396 h 3088800"/>
              <a:gd name="connsiteX16" fmla="*/ 1250013 w 1452882"/>
              <a:gd name="connsiteY16" fmla="*/ 3088800 h 3088800"/>
              <a:gd name="connsiteX17" fmla="*/ 195904 w 1452882"/>
              <a:gd name="connsiteY17" fmla="*/ 3088800 h 3088800"/>
              <a:gd name="connsiteX18" fmla="*/ 120445 w 1452882"/>
              <a:gd name="connsiteY18" fmla="*/ 3067368 h 3088800"/>
              <a:gd name="connsiteX19" fmla="*/ 48178 w 1452882"/>
              <a:gd name="connsiteY19" fmla="*/ 3008865 h 3088800"/>
              <a:gd name="connsiteX20" fmla="*/ 0 w 1452882"/>
              <a:gd name="connsiteY20" fmla="*/ 2877957 h 3088800"/>
              <a:gd name="connsiteX21" fmla="*/ 871 w 1452882"/>
              <a:gd name="connsiteY21" fmla="*/ 204472 h 3088800"/>
              <a:gd name="connsiteX22" fmla="*/ 17704 w 1452882"/>
              <a:gd name="connsiteY22" fmla="*/ 126854 h 3088800"/>
              <a:gd name="connsiteX23" fmla="*/ 68784 w 1452882"/>
              <a:gd name="connsiteY23" fmla="*/ 58503 h 3088800"/>
              <a:gd name="connsiteX24" fmla="*/ 202870 w 1452882"/>
              <a:gd name="connsiteY24" fmla="*/ 0 h 308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52882" h="3088800">
                <a:moveTo>
                  <a:pt x="202870" y="0"/>
                </a:moveTo>
                <a:cubicBezTo>
                  <a:pt x="307352" y="0"/>
                  <a:pt x="307352" y="0"/>
                  <a:pt x="307352" y="0"/>
                </a:cubicBezTo>
                <a:cubicBezTo>
                  <a:pt x="307352" y="0"/>
                  <a:pt x="317220" y="2896"/>
                  <a:pt x="321573" y="16508"/>
                </a:cubicBezTo>
                <a:cubicBezTo>
                  <a:pt x="325926" y="30121"/>
                  <a:pt x="339567" y="82542"/>
                  <a:pt x="363366" y="98181"/>
                </a:cubicBezTo>
                <a:cubicBezTo>
                  <a:pt x="382231" y="110345"/>
                  <a:pt x="416768" y="106580"/>
                  <a:pt x="416768" y="106580"/>
                </a:cubicBezTo>
                <a:cubicBezTo>
                  <a:pt x="1056431" y="106580"/>
                  <a:pt x="1056431" y="106580"/>
                  <a:pt x="1056431" y="106580"/>
                </a:cubicBezTo>
                <a:cubicBezTo>
                  <a:pt x="1056431" y="106580"/>
                  <a:pt x="1080229" y="107739"/>
                  <a:pt x="1095902" y="87755"/>
                </a:cubicBezTo>
                <a:cubicBezTo>
                  <a:pt x="1111574" y="68061"/>
                  <a:pt x="1130439" y="9847"/>
                  <a:pt x="1130439" y="9847"/>
                </a:cubicBezTo>
                <a:cubicBezTo>
                  <a:pt x="1130439" y="9847"/>
                  <a:pt x="1133051" y="579"/>
                  <a:pt x="1147562" y="579"/>
                </a:cubicBezTo>
                <a:cubicBezTo>
                  <a:pt x="1162364" y="579"/>
                  <a:pt x="1255237" y="579"/>
                  <a:pt x="1262202" y="579"/>
                </a:cubicBezTo>
                <a:cubicBezTo>
                  <a:pt x="1265395" y="579"/>
                  <a:pt x="1344337" y="15060"/>
                  <a:pt x="1389032" y="62558"/>
                </a:cubicBezTo>
                <a:cubicBezTo>
                  <a:pt x="1411089" y="86017"/>
                  <a:pt x="1431115" y="114400"/>
                  <a:pt x="1440112" y="140466"/>
                </a:cubicBezTo>
                <a:cubicBezTo>
                  <a:pt x="1451431" y="172324"/>
                  <a:pt x="1452882" y="200128"/>
                  <a:pt x="1452882" y="200128"/>
                </a:cubicBezTo>
                <a:cubicBezTo>
                  <a:pt x="1452882" y="2893886"/>
                  <a:pt x="1452882" y="2893886"/>
                  <a:pt x="1452882" y="2893886"/>
                </a:cubicBezTo>
                <a:cubicBezTo>
                  <a:pt x="1452882" y="2893886"/>
                  <a:pt x="1443305" y="2974690"/>
                  <a:pt x="1400061" y="3015816"/>
                </a:cubicBezTo>
                <a:cubicBezTo>
                  <a:pt x="1373360" y="3041302"/>
                  <a:pt x="1353334" y="3058100"/>
                  <a:pt x="1327794" y="3069396"/>
                </a:cubicBezTo>
                <a:cubicBezTo>
                  <a:pt x="1287742" y="3087352"/>
                  <a:pt x="1250013" y="3088800"/>
                  <a:pt x="1250013" y="3088800"/>
                </a:cubicBezTo>
                <a:cubicBezTo>
                  <a:pt x="195904" y="3088800"/>
                  <a:pt x="195904" y="3088800"/>
                  <a:pt x="195904" y="3088800"/>
                </a:cubicBezTo>
                <a:cubicBezTo>
                  <a:pt x="195904" y="3088800"/>
                  <a:pt x="157013" y="3084456"/>
                  <a:pt x="120445" y="3067368"/>
                </a:cubicBezTo>
                <a:cubicBezTo>
                  <a:pt x="85908" y="3051439"/>
                  <a:pt x="72267" y="3034641"/>
                  <a:pt x="48178" y="3008865"/>
                </a:cubicBezTo>
                <a:cubicBezTo>
                  <a:pt x="581" y="2957602"/>
                  <a:pt x="0" y="2877957"/>
                  <a:pt x="0" y="2877957"/>
                </a:cubicBezTo>
                <a:lnTo>
                  <a:pt x="871" y="204472"/>
                </a:lnTo>
                <a:cubicBezTo>
                  <a:pt x="871" y="204472"/>
                  <a:pt x="1161" y="167111"/>
                  <a:pt x="17704" y="126854"/>
                </a:cubicBezTo>
                <a:cubicBezTo>
                  <a:pt x="27572" y="102815"/>
                  <a:pt x="49049" y="78198"/>
                  <a:pt x="68784" y="58503"/>
                </a:cubicBezTo>
                <a:cubicBezTo>
                  <a:pt x="117252" y="9268"/>
                  <a:pt x="202870" y="0"/>
                  <a:pt x="20287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/>
          </a:p>
        </p:txBody>
      </p:sp>
      <p:pic>
        <p:nvPicPr>
          <p:cNvPr id="29" name="Picture 28" descr="A picture containing monitor&#10;&#10;Description automatically generated">
            <a:extLst>
              <a:ext uri="{FF2B5EF4-FFF2-40B4-BE49-F238E27FC236}">
                <a16:creationId xmlns:a16="http://schemas.microsoft.com/office/drawing/2014/main" id="{A70AE4C1-4526-4D22-9301-A6F93E38D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164" y="1095375"/>
            <a:ext cx="2962122" cy="4536000"/>
          </a:xfrm>
          <a:prstGeom prst="rect">
            <a:avLst/>
          </a:prstGeom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681D62F-4793-4C2E-8783-7DAF67F9AF3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80359" y="1810291"/>
            <a:ext cx="1452882" cy="3088800"/>
          </a:xfrm>
          <a:custGeom>
            <a:avLst/>
            <a:gdLst>
              <a:gd name="connsiteX0" fmla="*/ 202870 w 1452882"/>
              <a:gd name="connsiteY0" fmla="*/ 0 h 3088800"/>
              <a:gd name="connsiteX1" fmla="*/ 307352 w 1452882"/>
              <a:gd name="connsiteY1" fmla="*/ 0 h 3088800"/>
              <a:gd name="connsiteX2" fmla="*/ 321573 w 1452882"/>
              <a:gd name="connsiteY2" fmla="*/ 16508 h 3088800"/>
              <a:gd name="connsiteX3" fmla="*/ 363366 w 1452882"/>
              <a:gd name="connsiteY3" fmla="*/ 98181 h 3088800"/>
              <a:gd name="connsiteX4" fmla="*/ 416768 w 1452882"/>
              <a:gd name="connsiteY4" fmla="*/ 106580 h 3088800"/>
              <a:gd name="connsiteX5" fmla="*/ 1056431 w 1452882"/>
              <a:gd name="connsiteY5" fmla="*/ 106580 h 3088800"/>
              <a:gd name="connsiteX6" fmla="*/ 1095902 w 1452882"/>
              <a:gd name="connsiteY6" fmla="*/ 87755 h 3088800"/>
              <a:gd name="connsiteX7" fmla="*/ 1130439 w 1452882"/>
              <a:gd name="connsiteY7" fmla="*/ 9847 h 3088800"/>
              <a:gd name="connsiteX8" fmla="*/ 1147562 w 1452882"/>
              <a:gd name="connsiteY8" fmla="*/ 579 h 3088800"/>
              <a:gd name="connsiteX9" fmla="*/ 1262202 w 1452882"/>
              <a:gd name="connsiteY9" fmla="*/ 579 h 3088800"/>
              <a:gd name="connsiteX10" fmla="*/ 1389032 w 1452882"/>
              <a:gd name="connsiteY10" fmla="*/ 62558 h 3088800"/>
              <a:gd name="connsiteX11" fmla="*/ 1440112 w 1452882"/>
              <a:gd name="connsiteY11" fmla="*/ 140466 h 3088800"/>
              <a:gd name="connsiteX12" fmla="*/ 1452882 w 1452882"/>
              <a:gd name="connsiteY12" fmla="*/ 200128 h 3088800"/>
              <a:gd name="connsiteX13" fmla="*/ 1452882 w 1452882"/>
              <a:gd name="connsiteY13" fmla="*/ 2893886 h 3088800"/>
              <a:gd name="connsiteX14" fmla="*/ 1400061 w 1452882"/>
              <a:gd name="connsiteY14" fmla="*/ 3015816 h 3088800"/>
              <a:gd name="connsiteX15" fmla="*/ 1327794 w 1452882"/>
              <a:gd name="connsiteY15" fmla="*/ 3069396 h 3088800"/>
              <a:gd name="connsiteX16" fmla="*/ 1250013 w 1452882"/>
              <a:gd name="connsiteY16" fmla="*/ 3088800 h 3088800"/>
              <a:gd name="connsiteX17" fmla="*/ 195904 w 1452882"/>
              <a:gd name="connsiteY17" fmla="*/ 3088800 h 3088800"/>
              <a:gd name="connsiteX18" fmla="*/ 120445 w 1452882"/>
              <a:gd name="connsiteY18" fmla="*/ 3067368 h 3088800"/>
              <a:gd name="connsiteX19" fmla="*/ 48178 w 1452882"/>
              <a:gd name="connsiteY19" fmla="*/ 3008865 h 3088800"/>
              <a:gd name="connsiteX20" fmla="*/ 0 w 1452882"/>
              <a:gd name="connsiteY20" fmla="*/ 2877957 h 3088800"/>
              <a:gd name="connsiteX21" fmla="*/ 871 w 1452882"/>
              <a:gd name="connsiteY21" fmla="*/ 204472 h 3088800"/>
              <a:gd name="connsiteX22" fmla="*/ 17704 w 1452882"/>
              <a:gd name="connsiteY22" fmla="*/ 126854 h 3088800"/>
              <a:gd name="connsiteX23" fmla="*/ 68784 w 1452882"/>
              <a:gd name="connsiteY23" fmla="*/ 58503 h 3088800"/>
              <a:gd name="connsiteX24" fmla="*/ 202870 w 1452882"/>
              <a:gd name="connsiteY24" fmla="*/ 0 h 308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52882" h="3088800">
                <a:moveTo>
                  <a:pt x="202870" y="0"/>
                </a:moveTo>
                <a:cubicBezTo>
                  <a:pt x="307352" y="0"/>
                  <a:pt x="307352" y="0"/>
                  <a:pt x="307352" y="0"/>
                </a:cubicBezTo>
                <a:cubicBezTo>
                  <a:pt x="307352" y="0"/>
                  <a:pt x="317220" y="2896"/>
                  <a:pt x="321573" y="16508"/>
                </a:cubicBezTo>
                <a:cubicBezTo>
                  <a:pt x="325926" y="30121"/>
                  <a:pt x="339567" y="82542"/>
                  <a:pt x="363366" y="98181"/>
                </a:cubicBezTo>
                <a:cubicBezTo>
                  <a:pt x="382231" y="110345"/>
                  <a:pt x="416768" y="106580"/>
                  <a:pt x="416768" y="106580"/>
                </a:cubicBezTo>
                <a:cubicBezTo>
                  <a:pt x="1056431" y="106580"/>
                  <a:pt x="1056431" y="106580"/>
                  <a:pt x="1056431" y="106580"/>
                </a:cubicBezTo>
                <a:cubicBezTo>
                  <a:pt x="1056431" y="106580"/>
                  <a:pt x="1080229" y="107739"/>
                  <a:pt x="1095902" y="87755"/>
                </a:cubicBezTo>
                <a:cubicBezTo>
                  <a:pt x="1111574" y="68061"/>
                  <a:pt x="1130439" y="9847"/>
                  <a:pt x="1130439" y="9847"/>
                </a:cubicBezTo>
                <a:cubicBezTo>
                  <a:pt x="1130439" y="9847"/>
                  <a:pt x="1133051" y="579"/>
                  <a:pt x="1147562" y="579"/>
                </a:cubicBezTo>
                <a:cubicBezTo>
                  <a:pt x="1162364" y="579"/>
                  <a:pt x="1255237" y="579"/>
                  <a:pt x="1262202" y="579"/>
                </a:cubicBezTo>
                <a:cubicBezTo>
                  <a:pt x="1265395" y="579"/>
                  <a:pt x="1344337" y="15060"/>
                  <a:pt x="1389032" y="62558"/>
                </a:cubicBezTo>
                <a:cubicBezTo>
                  <a:pt x="1411089" y="86017"/>
                  <a:pt x="1431115" y="114400"/>
                  <a:pt x="1440112" y="140466"/>
                </a:cubicBezTo>
                <a:cubicBezTo>
                  <a:pt x="1451431" y="172324"/>
                  <a:pt x="1452882" y="200128"/>
                  <a:pt x="1452882" y="200128"/>
                </a:cubicBezTo>
                <a:cubicBezTo>
                  <a:pt x="1452882" y="2893886"/>
                  <a:pt x="1452882" y="2893886"/>
                  <a:pt x="1452882" y="2893886"/>
                </a:cubicBezTo>
                <a:cubicBezTo>
                  <a:pt x="1452882" y="2893886"/>
                  <a:pt x="1443305" y="2974690"/>
                  <a:pt x="1400061" y="3015816"/>
                </a:cubicBezTo>
                <a:cubicBezTo>
                  <a:pt x="1373360" y="3041302"/>
                  <a:pt x="1353334" y="3058100"/>
                  <a:pt x="1327794" y="3069396"/>
                </a:cubicBezTo>
                <a:cubicBezTo>
                  <a:pt x="1287742" y="3087352"/>
                  <a:pt x="1250013" y="3088800"/>
                  <a:pt x="1250013" y="3088800"/>
                </a:cubicBezTo>
                <a:cubicBezTo>
                  <a:pt x="195904" y="3088800"/>
                  <a:pt x="195904" y="3088800"/>
                  <a:pt x="195904" y="3088800"/>
                </a:cubicBezTo>
                <a:cubicBezTo>
                  <a:pt x="195904" y="3088800"/>
                  <a:pt x="157013" y="3084456"/>
                  <a:pt x="120445" y="3067368"/>
                </a:cubicBezTo>
                <a:cubicBezTo>
                  <a:pt x="85908" y="3051439"/>
                  <a:pt x="72267" y="3034641"/>
                  <a:pt x="48178" y="3008865"/>
                </a:cubicBezTo>
                <a:cubicBezTo>
                  <a:pt x="581" y="2957602"/>
                  <a:pt x="0" y="2877957"/>
                  <a:pt x="0" y="2877957"/>
                </a:cubicBezTo>
                <a:lnTo>
                  <a:pt x="871" y="204472"/>
                </a:lnTo>
                <a:cubicBezTo>
                  <a:pt x="871" y="204472"/>
                  <a:pt x="1161" y="167111"/>
                  <a:pt x="17704" y="126854"/>
                </a:cubicBezTo>
                <a:cubicBezTo>
                  <a:pt x="27572" y="102815"/>
                  <a:pt x="49049" y="78198"/>
                  <a:pt x="68784" y="58503"/>
                </a:cubicBezTo>
                <a:cubicBezTo>
                  <a:pt x="117252" y="9268"/>
                  <a:pt x="202870" y="0"/>
                  <a:pt x="20287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3472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ree Content with iPh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500064" y="5288239"/>
            <a:ext cx="3600000" cy="783091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300"/>
              </a:spcBef>
              <a:defRPr/>
            </a:lvl3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endParaRPr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4314826" y="5288239"/>
            <a:ext cx="3600000" cy="783091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1ECDB9F2-27F4-42DB-89BF-A79294975B4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29588" y="5288239"/>
            <a:ext cx="3600000" cy="783091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179A366-3852-4680-B35F-C5CAF0ED315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65109" y="1810291"/>
            <a:ext cx="1452882" cy="3088800"/>
          </a:xfrm>
          <a:custGeom>
            <a:avLst/>
            <a:gdLst>
              <a:gd name="connsiteX0" fmla="*/ 202870 w 1452882"/>
              <a:gd name="connsiteY0" fmla="*/ 0 h 3088800"/>
              <a:gd name="connsiteX1" fmla="*/ 307352 w 1452882"/>
              <a:gd name="connsiteY1" fmla="*/ 0 h 3088800"/>
              <a:gd name="connsiteX2" fmla="*/ 321573 w 1452882"/>
              <a:gd name="connsiteY2" fmla="*/ 16508 h 3088800"/>
              <a:gd name="connsiteX3" fmla="*/ 363366 w 1452882"/>
              <a:gd name="connsiteY3" fmla="*/ 98181 h 3088800"/>
              <a:gd name="connsiteX4" fmla="*/ 416768 w 1452882"/>
              <a:gd name="connsiteY4" fmla="*/ 106580 h 3088800"/>
              <a:gd name="connsiteX5" fmla="*/ 1056431 w 1452882"/>
              <a:gd name="connsiteY5" fmla="*/ 106580 h 3088800"/>
              <a:gd name="connsiteX6" fmla="*/ 1095902 w 1452882"/>
              <a:gd name="connsiteY6" fmla="*/ 87755 h 3088800"/>
              <a:gd name="connsiteX7" fmla="*/ 1130439 w 1452882"/>
              <a:gd name="connsiteY7" fmla="*/ 9847 h 3088800"/>
              <a:gd name="connsiteX8" fmla="*/ 1147562 w 1452882"/>
              <a:gd name="connsiteY8" fmla="*/ 579 h 3088800"/>
              <a:gd name="connsiteX9" fmla="*/ 1262202 w 1452882"/>
              <a:gd name="connsiteY9" fmla="*/ 579 h 3088800"/>
              <a:gd name="connsiteX10" fmla="*/ 1389032 w 1452882"/>
              <a:gd name="connsiteY10" fmla="*/ 62558 h 3088800"/>
              <a:gd name="connsiteX11" fmla="*/ 1440112 w 1452882"/>
              <a:gd name="connsiteY11" fmla="*/ 140466 h 3088800"/>
              <a:gd name="connsiteX12" fmla="*/ 1452882 w 1452882"/>
              <a:gd name="connsiteY12" fmla="*/ 200128 h 3088800"/>
              <a:gd name="connsiteX13" fmla="*/ 1452882 w 1452882"/>
              <a:gd name="connsiteY13" fmla="*/ 2893886 h 3088800"/>
              <a:gd name="connsiteX14" fmla="*/ 1400061 w 1452882"/>
              <a:gd name="connsiteY14" fmla="*/ 3015816 h 3088800"/>
              <a:gd name="connsiteX15" fmla="*/ 1327794 w 1452882"/>
              <a:gd name="connsiteY15" fmla="*/ 3069396 h 3088800"/>
              <a:gd name="connsiteX16" fmla="*/ 1250013 w 1452882"/>
              <a:gd name="connsiteY16" fmla="*/ 3088800 h 3088800"/>
              <a:gd name="connsiteX17" fmla="*/ 195904 w 1452882"/>
              <a:gd name="connsiteY17" fmla="*/ 3088800 h 3088800"/>
              <a:gd name="connsiteX18" fmla="*/ 120445 w 1452882"/>
              <a:gd name="connsiteY18" fmla="*/ 3067368 h 3088800"/>
              <a:gd name="connsiteX19" fmla="*/ 48178 w 1452882"/>
              <a:gd name="connsiteY19" fmla="*/ 3008865 h 3088800"/>
              <a:gd name="connsiteX20" fmla="*/ 0 w 1452882"/>
              <a:gd name="connsiteY20" fmla="*/ 2877957 h 3088800"/>
              <a:gd name="connsiteX21" fmla="*/ 871 w 1452882"/>
              <a:gd name="connsiteY21" fmla="*/ 204472 h 3088800"/>
              <a:gd name="connsiteX22" fmla="*/ 17704 w 1452882"/>
              <a:gd name="connsiteY22" fmla="*/ 126854 h 3088800"/>
              <a:gd name="connsiteX23" fmla="*/ 68784 w 1452882"/>
              <a:gd name="connsiteY23" fmla="*/ 58503 h 3088800"/>
              <a:gd name="connsiteX24" fmla="*/ 202870 w 1452882"/>
              <a:gd name="connsiteY24" fmla="*/ 0 h 308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52882" h="3088800">
                <a:moveTo>
                  <a:pt x="202870" y="0"/>
                </a:moveTo>
                <a:cubicBezTo>
                  <a:pt x="307352" y="0"/>
                  <a:pt x="307352" y="0"/>
                  <a:pt x="307352" y="0"/>
                </a:cubicBezTo>
                <a:cubicBezTo>
                  <a:pt x="307352" y="0"/>
                  <a:pt x="317220" y="2896"/>
                  <a:pt x="321573" y="16508"/>
                </a:cubicBezTo>
                <a:cubicBezTo>
                  <a:pt x="325926" y="30121"/>
                  <a:pt x="339567" y="82542"/>
                  <a:pt x="363366" y="98181"/>
                </a:cubicBezTo>
                <a:cubicBezTo>
                  <a:pt x="382231" y="110345"/>
                  <a:pt x="416768" y="106580"/>
                  <a:pt x="416768" y="106580"/>
                </a:cubicBezTo>
                <a:cubicBezTo>
                  <a:pt x="1056431" y="106580"/>
                  <a:pt x="1056431" y="106580"/>
                  <a:pt x="1056431" y="106580"/>
                </a:cubicBezTo>
                <a:cubicBezTo>
                  <a:pt x="1056431" y="106580"/>
                  <a:pt x="1080229" y="107739"/>
                  <a:pt x="1095902" y="87755"/>
                </a:cubicBezTo>
                <a:cubicBezTo>
                  <a:pt x="1111574" y="68061"/>
                  <a:pt x="1130439" y="9847"/>
                  <a:pt x="1130439" y="9847"/>
                </a:cubicBezTo>
                <a:cubicBezTo>
                  <a:pt x="1130439" y="9847"/>
                  <a:pt x="1133051" y="579"/>
                  <a:pt x="1147562" y="579"/>
                </a:cubicBezTo>
                <a:cubicBezTo>
                  <a:pt x="1162364" y="579"/>
                  <a:pt x="1255237" y="579"/>
                  <a:pt x="1262202" y="579"/>
                </a:cubicBezTo>
                <a:cubicBezTo>
                  <a:pt x="1265395" y="579"/>
                  <a:pt x="1344337" y="15060"/>
                  <a:pt x="1389032" y="62558"/>
                </a:cubicBezTo>
                <a:cubicBezTo>
                  <a:pt x="1411089" y="86017"/>
                  <a:pt x="1431115" y="114400"/>
                  <a:pt x="1440112" y="140466"/>
                </a:cubicBezTo>
                <a:cubicBezTo>
                  <a:pt x="1451431" y="172324"/>
                  <a:pt x="1452882" y="200128"/>
                  <a:pt x="1452882" y="200128"/>
                </a:cubicBezTo>
                <a:cubicBezTo>
                  <a:pt x="1452882" y="2893886"/>
                  <a:pt x="1452882" y="2893886"/>
                  <a:pt x="1452882" y="2893886"/>
                </a:cubicBezTo>
                <a:cubicBezTo>
                  <a:pt x="1452882" y="2893886"/>
                  <a:pt x="1443305" y="2974690"/>
                  <a:pt x="1400061" y="3015816"/>
                </a:cubicBezTo>
                <a:cubicBezTo>
                  <a:pt x="1373360" y="3041302"/>
                  <a:pt x="1353334" y="3058100"/>
                  <a:pt x="1327794" y="3069396"/>
                </a:cubicBezTo>
                <a:cubicBezTo>
                  <a:pt x="1287742" y="3087352"/>
                  <a:pt x="1250013" y="3088800"/>
                  <a:pt x="1250013" y="3088800"/>
                </a:cubicBezTo>
                <a:cubicBezTo>
                  <a:pt x="195904" y="3088800"/>
                  <a:pt x="195904" y="3088800"/>
                  <a:pt x="195904" y="3088800"/>
                </a:cubicBezTo>
                <a:cubicBezTo>
                  <a:pt x="195904" y="3088800"/>
                  <a:pt x="157013" y="3084456"/>
                  <a:pt x="120445" y="3067368"/>
                </a:cubicBezTo>
                <a:cubicBezTo>
                  <a:pt x="85908" y="3051439"/>
                  <a:pt x="72267" y="3034641"/>
                  <a:pt x="48178" y="3008865"/>
                </a:cubicBezTo>
                <a:cubicBezTo>
                  <a:pt x="581" y="2957602"/>
                  <a:pt x="0" y="2877957"/>
                  <a:pt x="0" y="2877957"/>
                </a:cubicBezTo>
                <a:lnTo>
                  <a:pt x="871" y="204472"/>
                </a:lnTo>
                <a:cubicBezTo>
                  <a:pt x="871" y="204472"/>
                  <a:pt x="1161" y="167111"/>
                  <a:pt x="17704" y="126854"/>
                </a:cubicBezTo>
                <a:cubicBezTo>
                  <a:pt x="27572" y="102815"/>
                  <a:pt x="49049" y="78198"/>
                  <a:pt x="68784" y="58503"/>
                </a:cubicBezTo>
                <a:cubicBezTo>
                  <a:pt x="117252" y="9268"/>
                  <a:pt x="202870" y="0"/>
                  <a:pt x="20287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2F74907-9901-41D8-B02E-D5156ACAC59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D76F14-B7C1-4783-A9BB-4763BFA887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EEBB07D-0B9A-4E6E-8341-D43B950E589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17019" y="1810291"/>
            <a:ext cx="1452882" cy="3088800"/>
          </a:xfrm>
          <a:custGeom>
            <a:avLst/>
            <a:gdLst>
              <a:gd name="connsiteX0" fmla="*/ 202870 w 1452882"/>
              <a:gd name="connsiteY0" fmla="*/ 0 h 3088800"/>
              <a:gd name="connsiteX1" fmla="*/ 307352 w 1452882"/>
              <a:gd name="connsiteY1" fmla="*/ 0 h 3088800"/>
              <a:gd name="connsiteX2" fmla="*/ 321573 w 1452882"/>
              <a:gd name="connsiteY2" fmla="*/ 16508 h 3088800"/>
              <a:gd name="connsiteX3" fmla="*/ 363366 w 1452882"/>
              <a:gd name="connsiteY3" fmla="*/ 98181 h 3088800"/>
              <a:gd name="connsiteX4" fmla="*/ 416768 w 1452882"/>
              <a:gd name="connsiteY4" fmla="*/ 106580 h 3088800"/>
              <a:gd name="connsiteX5" fmla="*/ 1056431 w 1452882"/>
              <a:gd name="connsiteY5" fmla="*/ 106580 h 3088800"/>
              <a:gd name="connsiteX6" fmla="*/ 1095902 w 1452882"/>
              <a:gd name="connsiteY6" fmla="*/ 87755 h 3088800"/>
              <a:gd name="connsiteX7" fmla="*/ 1130439 w 1452882"/>
              <a:gd name="connsiteY7" fmla="*/ 9847 h 3088800"/>
              <a:gd name="connsiteX8" fmla="*/ 1147562 w 1452882"/>
              <a:gd name="connsiteY8" fmla="*/ 579 h 3088800"/>
              <a:gd name="connsiteX9" fmla="*/ 1262202 w 1452882"/>
              <a:gd name="connsiteY9" fmla="*/ 579 h 3088800"/>
              <a:gd name="connsiteX10" fmla="*/ 1389032 w 1452882"/>
              <a:gd name="connsiteY10" fmla="*/ 62558 h 3088800"/>
              <a:gd name="connsiteX11" fmla="*/ 1440112 w 1452882"/>
              <a:gd name="connsiteY11" fmla="*/ 140466 h 3088800"/>
              <a:gd name="connsiteX12" fmla="*/ 1452882 w 1452882"/>
              <a:gd name="connsiteY12" fmla="*/ 200128 h 3088800"/>
              <a:gd name="connsiteX13" fmla="*/ 1452882 w 1452882"/>
              <a:gd name="connsiteY13" fmla="*/ 2893886 h 3088800"/>
              <a:gd name="connsiteX14" fmla="*/ 1400061 w 1452882"/>
              <a:gd name="connsiteY14" fmla="*/ 3015816 h 3088800"/>
              <a:gd name="connsiteX15" fmla="*/ 1327794 w 1452882"/>
              <a:gd name="connsiteY15" fmla="*/ 3069396 h 3088800"/>
              <a:gd name="connsiteX16" fmla="*/ 1250013 w 1452882"/>
              <a:gd name="connsiteY16" fmla="*/ 3088800 h 3088800"/>
              <a:gd name="connsiteX17" fmla="*/ 195904 w 1452882"/>
              <a:gd name="connsiteY17" fmla="*/ 3088800 h 3088800"/>
              <a:gd name="connsiteX18" fmla="*/ 120445 w 1452882"/>
              <a:gd name="connsiteY18" fmla="*/ 3067368 h 3088800"/>
              <a:gd name="connsiteX19" fmla="*/ 48178 w 1452882"/>
              <a:gd name="connsiteY19" fmla="*/ 3008865 h 3088800"/>
              <a:gd name="connsiteX20" fmla="*/ 0 w 1452882"/>
              <a:gd name="connsiteY20" fmla="*/ 2877957 h 3088800"/>
              <a:gd name="connsiteX21" fmla="*/ 871 w 1452882"/>
              <a:gd name="connsiteY21" fmla="*/ 204472 h 3088800"/>
              <a:gd name="connsiteX22" fmla="*/ 17704 w 1452882"/>
              <a:gd name="connsiteY22" fmla="*/ 126854 h 3088800"/>
              <a:gd name="connsiteX23" fmla="*/ 68784 w 1452882"/>
              <a:gd name="connsiteY23" fmla="*/ 58503 h 3088800"/>
              <a:gd name="connsiteX24" fmla="*/ 202870 w 1452882"/>
              <a:gd name="connsiteY24" fmla="*/ 0 h 308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52882" h="3088800">
                <a:moveTo>
                  <a:pt x="202870" y="0"/>
                </a:moveTo>
                <a:cubicBezTo>
                  <a:pt x="307352" y="0"/>
                  <a:pt x="307352" y="0"/>
                  <a:pt x="307352" y="0"/>
                </a:cubicBezTo>
                <a:cubicBezTo>
                  <a:pt x="307352" y="0"/>
                  <a:pt x="317220" y="2896"/>
                  <a:pt x="321573" y="16508"/>
                </a:cubicBezTo>
                <a:cubicBezTo>
                  <a:pt x="325926" y="30121"/>
                  <a:pt x="339567" y="82542"/>
                  <a:pt x="363366" y="98181"/>
                </a:cubicBezTo>
                <a:cubicBezTo>
                  <a:pt x="382231" y="110345"/>
                  <a:pt x="416768" y="106580"/>
                  <a:pt x="416768" y="106580"/>
                </a:cubicBezTo>
                <a:cubicBezTo>
                  <a:pt x="1056431" y="106580"/>
                  <a:pt x="1056431" y="106580"/>
                  <a:pt x="1056431" y="106580"/>
                </a:cubicBezTo>
                <a:cubicBezTo>
                  <a:pt x="1056431" y="106580"/>
                  <a:pt x="1080229" y="107739"/>
                  <a:pt x="1095902" y="87755"/>
                </a:cubicBezTo>
                <a:cubicBezTo>
                  <a:pt x="1111574" y="68061"/>
                  <a:pt x="1130439" y="9847"/>
                  <a:pt x="1130439" y="9847"/>
                </a:cubicBezTo>
                <a:cubicBezTo>
                  <a:pt x="1130439" y="9847"/>
                  <a:pt x="1133051" y="579"/>
                  <a:pt x="1147562" y="579"/>
                </a:cubicBezTo>
                <a:cubicBezTo>
                  <a:pt x="1162364" y="579"/>
                  <a:pt x="1255237" y="579"/>
                  <a:pt x="1262202" y="579"/>
                </a:cubicBezTo>
                <a:cubicBezTo>
                  <a:pt x="1265395" y="579"/>
                  <a:pt x="1344337" y="15060"/>
                  <a:pt x="1389032" y="62558"/>
                </a:cubicBezTo>
                <a:cubicBezTo>
                  <a:pt x="1411089" y="86017"/>
                  <a:pt x="1431115" y="114400"/>
                  <a:pt x="1440112" y="140466"/>
                </a:cubicBezTo>
                <a:cubicBezTo>
                  <a:pt x="1451431" y="172324"/>
                  <a:pt x="1452882" y="200128"/>
                  <a:pt x="1452882" y="200128"/>
                </a:cubicBezTo>
                <a:cubicBezTo>
                  <a:pt x="1452882" y="2893886"/>
                  <a:pt x="1452882" y="2893886"/>
                  <a:pt x="1452882" y="2893886"/>
                </a:cubicBezTo>
                <a:cubicBezTo>
                  <a:pt x="1452882" y="2893886"/>
                  <a:pt x="1443305" y="2974690"/>
                  <a:pt x="1400061" y="3015816"/>
                </a:cubicBezTo>
                <a:cubicBezTo>
                  <a:pt x="1373360" y="3041302"/>
                  <a:pt x="1353334" y="3058100"/>
                  <a:pt x="1327794" y="3069396"/>
                </a:cubicBezTo>
                <a:cubicBezTo>
                  <a:pt x="1287742" y="3087352"/>
                  <a:pt x="1250013" y="3088800"/>
                  <a:pt x="1250013" y="3088800"/>
                </a:cubicBezTo>
                <a:cubicBezTo>
                  <a:pt x="195904" y="3088800"/>
                  <a:pt x="195904" y="3088800"/>
                  <a:pt x="195904" y="3088800"/>
                </a:cubicBezTo>
                <a:cubicBezTo>
                  <a:pt x="195904" y="3088800"/>
                  <a:pt x="157013" y="3084456"/>
                  <a:pt x="120445" y="3067368"/>
                </a:cubicBezTo>
                <a:cubicBezTo>
                  <a:pt x="85908" y="3051439"/>
                  <a:pt x="72267" y="3034641"/>
                  <a:pt x="48178" y="3008865"/>
                </a:cubicBezTo>
                <a:cubicBezTo>
                  <a:pt x="581" y="2957602"/>
                  <a:pt x="0" y="2877957"/>
                  <a:pt x="0" y="2877957"/>
                </a:cubicBezTo>
                <a:lnTo>
                  <a:pt x="871" y="204472"/>
                </a:lnTo>
                <a:cubicBezTo>
                  <a:pt x="871" y="204472"/>
                  <a:pt x="1161" y="167111"/>
                  <a:pt x="17704" y="126854"/>
                </a:cubicBezTo>
                <a:cubicBezTo>
                  <a:pt x="27572" y="102815"/>
                  <a:pt x="49049" y="78198"/>
                  <a:pt x="68784" y="58503"/>
                </a:cubicBezTo>
                <a:cubicBezTo>
                  <a:pt x="117252" y="9268"/>
                  <a:pt x="202870" y="0"/>
                  <a:pt x="20287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681D62F-4793-4C2E-8783-7DAF67F9AF3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80359" y="1810291"/>
            <a:ext cx="1452882" cy="3088800"/>
          </a:xfrm>
          <a:custGeom>
            <a:avLst/>
            <a:gdLst>
              <a:gd name="connsiteX0" fmla="*/ 202870 w 1452882"/>
              <a:gd name="connsiteY0" fmla="*/ 0 h 3088800"/>
              <a:gd name="connsiteX1" fmla="*/ 307352 w 1452882"/>
              <a:gd name="connsiteY1" fmla="*/ 0 h 3088800"/>
              <a:gd name="connsiteX2" fmla="*/ 321573 w 1452882"/>
              <a:gd name="connsiteY2" fmla="*/ 16508 h 3088800"/>
              <a:gd name="connsiteX3" fmla="*/ 363366 w 1452882"/>
              <a:gd name="connsiteY3" fmla="*/ 98181 h 3088800"/>
              <a:gd name="connsiteX4" fmla="*/ 416768 w 1452882"/>
              <a:gd name="connsiteY4" fmla="*/ 106580 h 3088800"/>
              <a:gd name="connsiteX5" fmla="*/ 1056431 w 1452882"/>
              <a:gd name="connsiteY5" fmla="*/ 106580 h 3088800"/>
              <a:gd name="connsiteX6" fmla="*/ 1095902 w 1452882"/>
              <a:gd name="connsiteY6" fmla="*/ 87755 h 3088800"/>
              <a:gd name="connsiteX7" fmla="*/ 1130439 w 1452882"/>
              <a:gd name="connsiteY7" fmla="*/ 9847 h 3088800"/>
              <a:gd name="connsiteX8" fmla="*/ 1147562 w 1452882"/>
              <a:gd name="connsiteY8" fmla="*/ 579 h 3088800"/>
              <a:gd name="connsiteX9" fmla="*/ 1262202 w 1452882"/>
              <a:gd name="connsiteY9" fmla="*/ 579 h 3088800"/>
              <a:gd name="connsiteX10" fmla="*/ 1389032 w 1452882"/>
              <a:gd name="connsiteY10" fmla="*/ 62558 h 3088800"/>
              <a:gd name="connsiteX11" fmla="*/ 1440112 w 1452882"/>
              <a:gd name="connsiteY11" fmla="*/ 140466 h 3088800"/>
              <a:gd name="connsiteX12" fmla="*/ 1452882 w 1452882"/>
              <a:gd name="connsiteY12" fmla="*/ 200128 h 3088800"/>
              <a:gd name="connsiteX13" fmla="*/ 1452882 w 1452882"/>
              <a:gd name="connsiteY13" fmla="*/ 2893886 h 3088800"/>
              <a:gd name="connsiteX14" fmla="*/ 1400061 w 1452882"/>
              <a:gd name="connsiteY14" fmla="*/ 3015816 h 3088800"/>
              <a:gd name="connsiteX15" fmla="*/ 1327794 w 1452882"/>
              <a:gd name="connsiteY15" fmla="*/ 3069396 h 3088800"/>
              <a:gd name="connsiteX16" fmla="*/ 1250013 w 1452882"/>
              <a:gd name="connsiteY16" fmla="*/ 3088800 h 3088800"/>
              <a:gd name="connsiteX17" fmla="*/ 195904 w 1452882"/>
              <a:gd name="connsiteY17" fmla="*/ 3088800 h 3088800"/>
              <a:gd name="connsiteX18" fmla="*/ 120445 w 1452882"/>
              <a:gd name="connsiteY18" fmla="*/ 3067368 h 3088800"/>
              <a:gd name="connsiteX19" fmla="*/ 48178 w 1452882"/>
              <a:gd name="connsiteY19" fmla="*/ 3008865 h 3088800"/>
              <a:gd name="connsiteX20" fmla="*/ 0 w 1452882"/>
              <a:gd name="connsiteY20" fmla="*/ 2877957 h 3088800"/>
              <a:gd name="connsiteX21" fmla="*/ 871 w 1452882"/>
              <a:gd name="connsiteY21" fmla="*/ 204472 h 3088800"/>
              <a:gd name="connsiteX22" fmla="*/ 17704 w 1452882"/>
              <a:gd name="connsiteY22" fmla="*/ 126854 h 3088800"/>
              <a:gd name="connsiteX23" fmla="*/ 68784 w 1452882"/>
              <a:gd name="connsiteY23" fmla="*/ 58503 h 3088800"/>
              <a:gd name="connsiteX24" fmla="*/ 202870 w 1452882"/>
              <a:gd name="connsiteY24" fmla="*/ 0 h 308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52882" h="3088800">
                <a:moveTo>
                  <a:pt x="202870" y="0"/>
                </a:moveTo>
                <a:cubicBezTo>
                  <a:pt x="307352" y="0"/>
                  <a:pt x="307352" y="0"/>
                  <a:pt x="307352" y="0"/>
                </a:cubicBezTo>
                <a:cubicBezTo>
                  <a:pt x="307352" y="0"/>
                  <a:pt x="317220" y="2896"/>
                  <a:pt x="321573" y="16508"/>
                </a:cubicBezTo>
                <a:cubicBezTo>
                  <a:pt x="325926" y="30121"/>
                  <a:pt x="339567" y="82542"/>
                  <a:pt x="363366" y="98181"/>
                </a:cubicBezTo>
                <a:cubicBezTo>
                  <a:pt x="382231" y="110345"/>
                  <a:pt x="416768" y="106580"/>
                  <a:pt x="416768" y="106580"/>
                </a:cubicBezTo>
                <a:cubicBezTo>
                  <a:pt x="1056431" y="106580"/>
                  <a:pt x="1056431" y="106580"/>
                  <a:pt x="1056431" y="106580"/>
                </a:cubicBezTo>
                <a:cubicBezTo>
                  <a:pt x="1056431" y="106580"/>
                  <a:pt x="1080229" y="107739"/>
                  <a:pt x="1095902" y="87755"/>
                </a:cubicBezTo>
                <a:cubicBezTo>
                  <a:pt x="1111574" y="68061"/>
                  <a:pt x="1130439" y="9847"/>
                  <a:pt x="1130439" y="9847"/>
                </a:cubicBezTo>
                <a:cubicBezTo>
                  <a:pt x="1130439" y="9847"/>
                  <a:pt x="1133051" y="579"/>
                  <a:pt x="1147562" y="579"/>
                </a:cubicBezTo>
                <a:cubicBezTo>
                  <a:pt x="1162364" y="579"/>
                  <a:pt x="1255237" y="579"/>
                  <a:pt x="1262202" y="579"/>
                </a:cubicBezTo>
                <a:cubicBezTo>
                  <a:pt x="1265395" y="579"/>
                  <a:pt x="1344337" y="15060"/>
                  <a:pt x="1389032" y="62558"/>
                </a:cubicBezTo>
                <a:cubicBezTo>
                  <a:pt x="1411089" y="86017"/>
                  <a:pt x="1431115" y="114400"/>
                  <a:pt x="1440112" y="140466"/>
                </a:cubicBezTo>
                <a:cubicBezTo>
                  <a:pt x="1451431" y="172324"/>
                  <a:pt x="1452882" y="200128"/>
                  <a:pt x="1452882" y="200128"/>
                </a:cubicBezTo>
                <a:cubicBezTo>
                  <a:pt x="1452882" y="2893886"/>
                  <a:pt x="1452882" y="2893886"/>
                  <a:pt x="1452882" y="2893886"/>
                </a:cubicBezTo>
                <a:cubicBezTo>
                  <a:pt x="1452882" y="2893886"/>
                  <a:pt x="1443305" y="2974690"/>
                  <a:pt x="1400061" y="3015816"/>
                </a:cubicBezTo>
                <a:cubicBezTo>
                  <a:pt x="1373360" y="3041302"/>
                  <a:pt x="1353334" y="3058100"/>
                  <a:pt x="1327794" y="3069396"/>
                </a:cubicBezTo>
                <a:cubicBezTo>
                  <a:pt x="1287742" y="3087352"/>
                  <a:pt x="1250013" y="3088800"/>
                  <a:pt x="1250013" y="3088800"/>
                </a:cubicBezTo>
                <a:cubicBezTo>
                  <a:pt x="195904" y="3088800"/>
                  <a:pt x="195904" y="3088800"/>
                  <a:pt x="195904" y="3088800"/>
                </a:cubicBezTo>
                <a:cubicBezTo>
                  <a:pt x="195904" y="3088800"/>
                  <a:pt x="157013" y="3084456"/>
                  <a:pt x="120445" y="3067368"/>
                </a:cubicBezTo>
                <a:cubicBezTo>
                  <a:pt x="85908" y="3051439"/>
                  <a:pt x="72267" y="3034641"/>
                  <a:pt x="48178" y="3008865"/>
                </a:cubicBezTo>
                <a:cubicBezTo>
                  <a:pt x="581" y="2957602"/>
                  <a:pt x="0" y="2877957"/>
                  <a:pt x="0" y="2877957"/>
                </a:cubicBezTo>
                <a:lnTo>
                  <a:pt x="871" y="204472"/>
                </a:lnTo>
                <a:cubicBezTo>
                  <a:pt x="871" y="204472"/>
                  <a:pt x="1161" y="167111"/>
                  <a:pt x="17704" y="126854"/>
                </a:cubicBezTo>
                <a:cubicBezTo>
                  <a:pt x="27572" y="102815"/>
                  <a:pt x="49049" y="78198"/>
                  <a:pt x="68784" y="58503"/>
                </a:cubicBezTo>
                <a:cubicBezTo>
                  <a:pt x="117252" y="9268"/>
                  <a:pt x="202870" y="0"/>
                  <a:pt x="20287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6109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and i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0A5685-ADC9-4197-AAEB-665323328B34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3689"/>
            <a:ext cx="5056675" cy="3329423"/>
          </a:xfrm>
        </p:spPr>
        <p:txBody>
          <a:bodyPr spcCol="540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231F20"/>
                </a:solidFill>
              </a:rPr>
              <a:t>Asurion_Internal_Use_Only</a:t>
            </a:r>
            <a:endParaRPr>
              <a:solidFill>
                <a:srgbClr val="231F2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>
                <a:solidFill>
                  <a:srgbClr val="231F20"/>
                </a:solidFill>
              </a:rPr>
              <a:pPr/>
              <a:t>‹#›</a:t>
            </a:fld>
            <a:endParaRPr>
              <a:solidFill>
                <a:srgbClr val="231F20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0639103-1054-48CB-9C4A-BC221A9D48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0063" y="1481655"/>
            <a:ext cx="5056675" cy="786765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pic>
        <p:nvPicPr>
          <p:cNvPr id="11" name="Picture 10" descr="A picture containing monitor&#10;&#10;Description automatically generated">
            <a:extLst>
              <a:ext uri="{FF2B5EF4-FFF2-40B4-BE49-F238E27FC236}">
                <a16:creationId xmlns:a16="http://schemas.microsoft.com/office/drawing/2014/main" id="{56C82B6E-CB3C-472B-826E-0AF65C132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8825" y="-410658"/>
            <a:ext cx="5009044" cy="7670523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BB1AFEC-6A42-4E41-9AB3-8AA1E87ADC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07261" y="791536"/>
            <a:ext cx="2456870" cy="5227200"/>
          </a:xfrm>
          <a:custGeom>
            <a:avLst/>
            <a:gdLst>
              <a:gd name="connsiteX0" fmla="*/ 202870 w 1452882"/>
              <a:gd name="connsiteY0" fmla="*/ 0 h 3088800"/>
              <a:gd name="connsiteX1" fmla="*/ 307352 w 1452882"/>
              <a:gd name="connsiteY1" fmla="*/ 0 h 3088800"/>
              <a:gd name="connsiteX2" fmla="*/ 321573 w 1452882"/>
              <a:gd name="connsiteY2" fmla="*/ 16508 h 3088800"/>
              <a:gd name="connsiteX3" fmla="*/ 363366 w 1452882"/>
              <a:gd name="connsiteY3" fmla="*/ 98181 h 3088800"/>
              <a:gd name="connsiteX4" fmla="*/ 416768 w 1452882"/>
              <a:gd name="connsiteY4" fmla="*/ 106580 h 3088800"/>
              <a:gd name="connsiteX5" fmla="*/ 1056431 w 1452882"/>
              <a:gd name="connsiteY5" fmla="*/ 106580 h 3088800"/>
              <a:gd name="connsiteX6" fmla="*/ 1095902 w 1452882"/>
              <a:gd name="connsiteY6" fmla="*/ 87755 h 3088800"/>
              <a:gd name="connsiteX7" fmla="*/ 1130439 w 1452882"/>
              <a:gd name="connsiteY7" fmla="*/ 9847 h 3088800"/>
              <a:gd name="connsiteX8" fmla="*/ 1147562 w 1452882"/>
              <a:gd name="connsiteY8" fmla="*/ 579 h 3088800"/>
              <a:gd name="connsiteX9" fmla="*/ 1262202 w 1452882"/>
              <a:gd name="connsiteY9" fmla="*/ 579 h 3088800"/>
              <a:gd name="connsiteX10" fmla="*/ 1389032 w 1452882"/>
              <a:gd name="connsiteY10" fmla="*/ 62558 h 3088800"/>
              <a:gd name="connsiteX11" fmla="*/ 1440112 w 1452882"/>
              <a:gd name="connsiteY11" fmla="*/ 140466 h 3088800"/>
              <a:gd name="connsiteX12" fmla="*/ 1452882 w 1452882"/>
              <a:gd name="connsiteY12" fmla="*/ 200128 h 3088800"/>
              <a:gd name="connsiteX13" fmla="*/ 1452882 w 1452882"/>
              <a:gd name="connsiteY13" fmla="*/ 2893886 h 3088800"/>
              <a:gd name="connsiteX14" fmla="*/ 1400061 w 1452882"/>
              <a:gd name="connsiteY14" fmla="*/ 3015816 h 3088800"/>
              <a:gd name="connsiteX15" fmla="*/ 1327794 w 1452882"/>
              <a:gd name="connsiteY15" fmla="*/ 3069396 h 3088800"/>
              <a:gd name="connsiteX16" fmla="*/ 1250013 w 1452882"/>
              <a:gd name="connsiteY16" fmla="*/ 3088800 h 3088800"/>
              <a:gd name="connsiteX17" fmla="*/ 195904 w 1452882"/>
              <a:gd name="connsiteY17" fmla="*/ 3088800 h 3088800"/>
              <a:gd name="connsiteX18" fmla="*/ 120445 w 1452882"/>
              <a:gd name="connsiteY18" fmla="*/ 3067368 h 3088800"/>
              <a:gd name="connsiteX19" fmla="*/ 48178 w 1452882"/>
              <a:gd name="connsiteY19" fmla="*/ 3008865 h 3088800"/>
              <a:gd name="connsiteX20" fmla="*/ 0 w 1452882"/>
              <a:gd name="connsiteY20" fmla="*/ 2877957 h 3088800"/>
              <a:gd name="connsiteX21" fmla="*/ 871 w 1452882"/>
              <a:gd name="connsiteY21" fmla="*/ 204472 h 3088800"/>
              <a:gd name="connsiteX22" fmla="*/ 17704 w 1452882"/>
              <a:gd name="connsiteY22" fmla="*/ 126854 h 3088800"/>
              <a:gd name="connsiteX23" fmla="*/ 68784 w 1452882"/>
              <a:gd name="connsiteY23" fmla="*/ 58503 h 3088800"/>
              <a:gd name="connsiteX24" fmla="*/ 202870 w 1452882"/>
              <a:gd name="connsiteY24" fmla="*/ 0 h 308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52882" h="3088800">
                <a:moveTo>
                  <a:pt x="202870" y="0"/>
                </a:moveTo>
                <a:cubicBezTo>
                  <a:pt x="307352" y="0"/>
                  <a:pt x="307352" y="0"/>
                  <a:pt x="307352" y="0"/>
                </a:cubicBezTo>
                <a:cubicBezTo>
                  <a:pt x="307352" y="0"/>
                  <a:pt x="317220" y="2896"/>
                  <a:pt x="321573" y="16508"/>
                </a:cubicBezTo>
                <a:cubicBezTo>
                  <a:pt x="325926" y="30121"/>
                  <a:pt x="339567" y="82542"/>
                  <a:pt x="363366" y="98181"/>
                </a:cubicBezTo>
                <a:cubicBezTo>
                  <a:pt x="382231" y="110345"/>
                  <a:pt x="416768" y="106580"/>
                  <a:pt x="416768" y="106580"/>
                </a:cubicBezTo>
                <a:cubicBezTo>
                  <a:pt x="1056431" y="106580"/>
                  <a:pt x="1056431" y="106580"/>
                  <a:pt x="1056431" y="106580"/>
                </a:cubicBezTo>
                <a:cubicBezTo>
                  <a:pt x="1056431" y="106580"/>
                  <a:pt x="1080229" y="107739"/>
                  <a:pt x="1095902" y="87755"/>
                </a:cubicBezTo>
                <a:cubicBezTo>
                  <a:pt x="1111574" y="68061"/>
                  <a:pt x="1130439" y="9847"/>
                  <a:pt x="1130439" y="9847"/>
                </a:cubicBezTo>
                <a:cubicBezTo>
                  <a:pt x="1130439" y="9847"/>
                  <a:pt x="1133051" y="579"/>
                  <a:pt x="1147562" y="579"/>
                </a:cubicBezTo>
                <a:cubicBezTo>
                  <a:pt x="1162364" y="579"/>
                  <a:pt x="1255237" y="579"/>
                  <a:pt x="1262202" y="579"/>
                </a:cubicBezTo>
                <a:cubicBezTo>
                  <a:pt x="1265395" y="579"/>
                  <a:pt x="1344337" y="15060"/>
                  <a:pt x="1389032" y="62558"/>
                </a:cubicBezTo>
                <a:cubicBezTo>
                  <a:pt x="1411089" y="86017"/>
                  <a:pt x="1431115" y="114400"/>
                  <a:pt x="1440112" y="140466"/>
                </a:cubicBezTo>
                <a:cubicBezTo>
                  <a:pt x="1451431" y="172324"/>
                  <a:pt x="1452882" y="200128"/>
                  <a:pt x="1452882" y="200128"/>
                </a:cubicBezTo>
                <a:cubicBezTo>
                  <a:pt x="1452882" y="2893886"/>
                  <a:pt x="1452882" y="2893886"/>
                  <a:pt x="1452882" y="2893886"/>
                </a:cubicBezTo>
                <a:cubicBezTo>
                  <a:pt x="1452882" y="2893886"/>
                  <a:pt x="1443305" y="2974690"/>
                  <a:pt x="1400061" y="3015816"/>
                </a:cubicBezTo>
                <a:cubicBezTo>
                  <a:pt x="1373360" y="3041302"/>
                  <a:pt x="1353334" y="3058100"/>
                  <a:pt x="1327794" y="3069396"/>
                </a:cubicBezTo>
                <a:cubicBezTo>
                  <a:pt x="1287742" y="3087352"/>
                  <a:pt x="1250013" y="3088800"/>
                  <a:pt x="1250013" y="3088800"/>
                </a:cubicBezTo>
                <a:cubicBezTo>
                  <a:pt x="195904" y="3088800"/>
                  <a:pt x="195904" y="3088800"/>
                  <a:pt x="195904" y="3088800"/>
                </a:cubicBezTo>
                <a:cubicBezTo>
                  <a:pt x="195904" y="3088800"/>
                  <a:pt x="157013" y="3084456"/>
                  <a:pt x="120445" y="3067368"/>
                </a:cubicBezTo>
                <a:cubicBezTo>
                  <a:pt x="85908" y="3051439"/>
                  <a:pt x="72267" y="3034641"/>
                  <a:pt x="48178" y="3008865"/>
                </a:cubicBezTo>
                <a:cubicBezTo>
                  <a:pt x="581" y="2957602"/>
                  <a:pt x="0" y="2877957"/>
                  <a:pt x="0" y="2877957"/>
                </a:cubicBezTo>
                <a:lnTo>
                  <a:pt x="871" y="204472"/>
                </a:lnTo>
                <a:cubicBezTo>
                  <a:pt x="871" y="204472"/>
                  <a:pt x="1161" y="167111"/>
                  <a:pt x="17704" y="126854"/>
                </a:cubicBezTo>
                <a:cubicBezTo>
                  <a:pt x="27572" y="102815"/>
                  <a:pt x="49049" y="78198"/>
                  <a:pt x="68784" y="58503"/>
                </a:cubicBezTo>
                <a:cubicBezTo>
                  <a:pt x="117252" y="9268"/>
                  <a:pt x="202870" y="0"/>
                  <a:pt x="202870" y="0"/>
                </a:cubicBez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325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and i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0A5685-ADC9-4197-AAEB-665323328B34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1E377C-23FC-445F-9057-22E1F95A48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80"/>
          <a:stretch/>
        </p:blipFill>
        <p:spPr>
          <a:xfrm>
            <a:off x="5837153" y="18049"/>
            <a:ext cx="6528348" cy="68399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3689"/>
            <a:ext cx="5056675" cy="3329423"/>
          </a:xfrm>
        </p:spPr>
        <p:txBody>
          <a:bodyPr spcCol="540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231F20"/>
                </a:solidFill>
              </a:rPr>
              <a:t>Asurion_Internal_Use_Only</a:t>
            </a:r>
            <a:endParaRPr>
              <a:solidFill>
                <a:srgbClr val="231F2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>
                <a:solidFill>
                  <a:srgbClr val="231F20"/>
                </a:solidFill>
              </a:rPr>
              <a:pPr/>
              <a:t>‹#›</a:t>
            </a:fld>
            <a:endParaRPr>
              <a:solidFill>
                <a:srgbClr val="231F20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0639103-1054-48CB-9C4A-BC221A9D48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0063" y="1481655"/>
            <a:ext cx="5056675" cy="786765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BB1AFEC-6A42-4E41-9AB3-8AA1E87ADC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05554" y="872975"/>
            <a:ext cx="2456870" cy="5220000"/>
          </a:xfrm>
          <a:custGeom>
            <a:avLst/>
            <a:gdLst>
              <a:gd name="connsiteX0" fmla="*/ 202870 w 1452882"/>
              <a:gd name="connsiteY0" fmla="*/ 0 h 3088800"/>
              <a:gd name="connsiteX1" fmla="*/ 307352 w 1452882"/>
              <a:gd name="connsiteY1" fmla="*/ 0 h 3088800"/>
              <a:gd name="connsiteX2" fmla="*/ 321573 w 1452882"/>
              <a:gd name="connsiteY2" fmla="*/ 16508 h 3088800"/>
              <a:gd name="connsiteX3" fmla="*/ 363366 w 1452882"/>
              <a:gd name="connsiteY3" fmla="*/ 98181 h 3088800"/>
              <a:gd name="connsiteX4" fmla="*/ 416768 w 1452882"/>
              <a:gd name="connsiteY4" fmla="*/ 106580 h 3088800"/>
              <a:gd name="connsiteX5" fmla="*/ 1056431 w 1452882"/>
              <a:gd name="connsiteY5" fmla="*/ 106580 h 3088800"/>
              <a:gd name="connsiteX6" fmla="*/ 1095902 w 1452882"/>
              <a:gd name="connsiteY6" fmla="*/ 87755 h 3088800"/>
              <a:gd name="connsiteX7" fmla="*/ 1130439 w 1452882"/>
              <a:gd name="connsiteY7" fmla="*/ 9847 h 3088800"/>
              <a:gd name="connsiteX8" fmla="*/ 1147562 w 1452882"/>
              <a:gd name="connsiteY8" fmla="*/ 579 h 3088800"/>
              <a:gd name="connsiteX9" fmla="*/ 1262202 w 1452882"/>
              <a:gd name="connsiteY9" fmla="*/ 579 h 3088800"/>
              <a:gd name="connsiteX10" fmla="*/ 1389032 w 1452882"/>
              <a:gd name="connsiteY10" fmla="*/ 62558 h 3088800"/>
              <a:gd name="connsiteX11" fmla="*/ 1440112 w 1452882"/>
              <a:gd name="connsiteY11" fmla="*/ 140466 h 3088800"/>
              <a:gd name="connsiteX12" fmla="*/ 1452882 w 1452882"/>
              <a:gd name="connsiteY12" fmla="*/ 200128 h 3088800"/>
              <a:gd name="connsiteX13" fmla="*/ 1452882 w 1452882"/>
              <a:gd name="connsiteY13" fmla="*/ 2893886 h 3088800"/>
              <a:gd name="connsiteX14" fmla="*/ 1400061 w 1452882"/>
              <a:gd name="connsiteY14" fmla="*/ 3015816 h 3088800"/>
              <a:gd name="connsiteX15" fmla="*/ 1327794 w 1452882"/>
              <a:gd name="connsiteY15" fmla="*/ 3069396 h 3088800"/>
              <a:gd name="connsiteX16" fmla="*/ 1250013 w 1452882"/>
              <a:gd name="connsiteY16" fmla="*/ 3088800 h 3088800"/>
              <a:gd name="connsiteX17" fmla="*/ 195904 w 1452882"/>
              <a:gd name="connsiteY17" fmla="*/ 3088800 h 3088800"/>
              <a:gd name="connsiteX18" fmla="*/ 120445 w 1452882"/>
              <a:gd name="connsiteY18" fmla="*/ 3067368 h 3088800"/>
              <a:gd name="connsiteX19" fmla="*/ 48178 w 1452882"/>
              <a:gd name="connsiteY19" fmla="*/ 3008865 h 3088800"/>
              <a:gd name="connsiteX20" fmla="*/ 0 w 1452882"/>
              <a:gd name="connsiteY20" fmla="*/ 2877957 h 3088800"/>
              <a:gd name="connsiteX21" fmla="*/ 871 w 1452882"/>
              <a:gd name="connsiteY21" fmla="*/ 204472 h 3088800"/>
              <a:gd name="connsiteX22" fmla="*/ 17704 w 1452882"/>
              <a:gd name="connsiteY22" fmla="*/ 126854 h 3088800"/>
              <a:gd name="connsiteX23" fmla="*/ 68784 w 1452882"/>
              <a:gd name="connsiteY23" fmla="*/ 58503 h 3088800"/>
              <a:gd name="connsiteX24" fmla="*/ 202870 w 1452882"/>
              <a:gd name="connsiteY24" fmla="*/ 0 h 308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52882" h="3088800">
                <a:moveTo>
                  <a:pt x="202870" y="0"/>
                </a:moveTo>
                <a:cubicBezTo>
                  <a:pt x="307352" y="0"/>
                  <a:pt x="307352" y="0"/>
                  <a:pt x="307352" y="0"/>
                </a:cubicBezTo>
                <a:cubicBezTo>
                  <a:pt x="307352" y="0"/>
                  <a:pt x="317220" y="2896"/>
                  <a:pt x="321573" y="16508"/>
                </a:cubicBezTo>
                <a:cubicBezTo>
                  <a:pt x="325926" y="30121"/>
                  <a:pt x="339567" y="82542"/>
                  <a:pt x="363366" y="98181"/>
                </a:cubicBezTo>
                <a:cubicBezTo>
                  <a:pt x="382231" y="110345"/>
                  <a:pt x="416768" y="106580"/>
                  <a:pt x="416768" y="106580"/>
                </a:cubicBezTo>
                <a:cubicBezTo>
                  <a:pt x="1056431" y="106580"/>
                  <a:pt x="1056431" y="106580"/>
                  <a:pt x="1056431" y="106580"/>
                </a:cubicBezTo>
                <a:cubicBezTo>
                  <a:pt x="1056431" y="106580"/>
                  <a:pt x="1080229" y="107739"/>
                  <a:pt x="1095902" y="87755"/>
                </a:cubicBezTo>
                <a:cubicBezTo>
                  <a:pt x="1111574" y="68061"/>
                  <a:pt x="1130439" y="9847"/>
                  <a:pt x="1130439" y="9847"/>
                </a:cubicBezTo>
                <a:cubicBezTo>
                  <a:pt x="1130439" y="9847"/>
                  <a:pt x="1133051" y="579"/>
                  <a:pt x="1147562" y="579"/>
                </a:cubicBezTo>
                <a:cubicBezTo>
                  <a:pt x="1162364" y="579"/>
                  <a:pt x="1255237" y="579"/>
                  <a:pt x="1262202" y="579"/>
                </a:cubicBezTo>
                <a:cubicBezTo>
                  <a:pt x="1265395" y="579"/>
                  <a:pt x="1344337" y="15060"/>
                  <a:pt x="1389032" y="62558"/>
                </a:cubicBezTo>
                <a:cubicBezTo>
                  <a:pt x="1411089" y="86017"/>
                  <a:pt x="1431115" y="114400"/>
                  <a:pt x="1440112" y="140466"/>
                </a:cubicBezTo>
                <a:cubicBezTo>
                  <a:pt x="1451431" y="172324"/>
                  <a:pt x="1452882" y="200128"/>
                  <a:pt x="1452882" y="200128"/>
                </a:cubicBezTo>
                <a:cubicBezTo>
                  <a:pt x="1452882" y="2893886"/>
                  <a:pt x="1452882" y="2893886"/>
                  <a:pt x="1452882" y="2893886"/>
                </a:cubicBezTo>
                <a:cubicBezTo>
                  <a:pt x="1452882" y="2893886"/>
                  <a:pt x="1443305" y="2974690"/>
                  <a:pt x="1400061" y="3015816"/>
                </a:cubicBezTo>
                <a:cubicBezTo>
                  <a:pt x="1373360" y="3041302"/>
                  <a:pt x="1353334" y="3058100"/>
                  <a:pt x="1327794" y="3069396"/>
                </a:cubicBezTo>
                <a:cubicBezTo>
                  <a:pt x="1287742" y="3087352"/>
                  <a:pt x="1250013" y="3088800"/>
                  <a:pt x="1250013" y="3088800"/>
                </a:cubicBezTo>
                <a:cubicBezTo>
                  <a:pt x="195904" y="3088800"/>
                  <a:pt x="195904" y="3088800"/>
                  <a:pt x="195904" y="3088800"/>
                </a:cubicBezTo>
                <a:cubicBezTo>
                  <a:pt x="195904" y="3088800"/>
                  <a:pt x="157013" y="3084456"/>
                  <a:pt x="120445" y="3067368"/>
                </a:cubicBezTo>
                <a:cubicBezTo>
                  <a:pt x="85908" y="3051439"/>
                  <a:pt x="72267" y="3034641"/>
                  <a:pt x="48178" y="3008865"/>
                </a:cubicBezTo>
                <a:cubicBezTo>
                  <a:pt x="581" y="2957602"/>
                  <a:pt x="0" y="2877957"/>
                  <a:pt x="0" y="2877957"/>
                </a:cubicBezTo>
                <a:lnTo>
                  <a:pt x="871" y="204472"/>
                </a:lnTo>
                <a:cubicBezTo>
                  <a:pt x="871" y="204472"/>
                  <a:pt x="1161" y="167111"/>
                  <a:pt x="17704" y="126854"/>
                </a:cubicBezTo>
                <a:cubicBezTo>
                  <a:pt x="27572" y="102815"/>
                  <a:pt x="49049" y="78198"/>
                  <a:pt x="68784" y="58503"/>
                </a:cubicBezTo>
                <a:cubicBezTo>
                  <a:pt x="117252" y="9268"/>
                  <a:pt x="202870" y="0"/>
                  <a:pt x="202870" y="0"/>
                </a:cubicBez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3679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Quote with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B9059A-11E4-6446-BCA3-0D004A818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9EB59-5BB5-46C4-96FD-D1649C3B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2A4FB-3DFD-41EC-92CF-1DD710408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9870444-DC05-4334-BFD6-251E58C00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912" y="502920"/>
            <a:ext cx="5592445" cy="5378450"/>
          </a:xfrm>
        </p:spPr>
        <p:txBody>
          <a:bodyPr/>
          <a:lstStyle>
            <a:lvl1pPr marL="180975" indent="-169863">
              <a:lnSpc>
                <a:spcPct val="100000"/>
              </a:lnSpc>
              <a:tabLst/>
              <a:defRPr sz="3200" b="0"/>
            </a:lvl1pPr>
            <a:lvl2pPr marL="447675" indent="-279400">
              <a:lnSpc>
                <a:spcPct val="100000"/>
              </a:lnSpc>
              <a:spcBef>
                <a:spcPts val="4200"/>
              </a:spcBef>
              <a:buClr>
                <a:schemeClr val="tx1"/>
              </a:buClr>
              <a:buFont typeface="Arial" panose="020B0604020202020204" pitchFamily="34" charset="0"/>
              <a:buChar char="―"/>
              <a:tabLst/>
              <a:defRPr/>
            </a:lvl2pPr>
            <a:lvl3pPr marL="628650" indent="-176213">
              <a:defRPr/>
            </a:lvl3pPr>
            <a:lvl4pPr marL="804863" indent="-180975">
              <a:defRPr/>
            </a:lvl4pPr>
            <a:lvl5pPr marL="985838" indent="-180975">
              <a:defRPr/>
            </a:lvl5pPr>
          </a:lstStyle>
          <a:p>
            <a:pPr lvl="0"/>
            <a:r>
              <a:t>“Click to edit Master text style</a:t>
            </a:r>
          </a:p>
          <a:p>
            <a:pPr lvl="1"/>
            <a:r>
              <a:t>Second level</a:t>
            </a:r>
          </a:p>
        </p:txBody>
      </p:sp>
      <p:grpSp>
        <p:nvGrpSpPr>
          <p:cNvPr id="21" name="asurion logo">
            <a:extLst>
              <a:ext uri="{FF2B5EF4-FFF2-40B4-BE49-F238E27FC236}">
                <a16:creationId xmlns:a16="http://schemas.microsoft.com/office/drawing/2014/main" id="{E55B49D8-5EEE-AD48-9EBD-B5AFB6C0983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04031" y="6390186"/>
            <a:ext cx="918000" cy="213052"/>
            <a:chOff x="316" y="3952"/>
            <a:chExt cx="586" cy="136"/>
          </a:xfrm>
          <a:solidFill>
            <a:schemeClr val="tx1"/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6B58FAA7-A5CD-834E-B388-106BCA70F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19992F17-3371-C547-8892-9B61328C1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13444910-E83A-454A-8F5F-98B05F75D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7891E522-2F07-4E42-BB54-F095120429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A7914F86-14E6-F24C-93D3-9E74D4CDC2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586A02BD-5E6F-9A43-924A-4527C76B0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C3848A2A-2BA2-C445-8994-F35C259D7A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59097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Quote with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D8020A8B-C6C0-D446-B3B4-3B71BF4A54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3650" y="0"/>
            <a:ext cx="5848350" cy="6858000"/>
          </a:xfrm>
        </p:spPr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Asurion_Internal_Use_Only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2C061E27-6E5D-0F45-87C9-E8095C3CAE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912" y="502920"/>
            <a:ext cx="5592445" cy="5378450"/>
          </a:xfrm>
        </p:spPr>
        <p:txBody>
          <a:bodyPr/>
          <a:lstStyle>
            <a:lvl1pPr marL="182880" indent="-173736">
              <a:lnSpc>
                <a:spcPct val="100000"/>
              </a:lnSpc>
              <a:tabLst/>
              <a:defRPr sz="3200" b="0"/>
            </a:lvl1pPr>
            <a:lvl2pPr marL="447675" indent="-279400">
              <a:lnSpc>
                <a:spcPct val="100000"/>
              </a:lnSpc>
              <a:spcBef>
                <a:spcPts val="4200"/>
              </a:spcBef>
              <a:buClr>
                <a:schemeClr val="tx1"/>
              </a:buClr>
              <a:buFont typeface="Arial" panose="020B0604020202020204" pitchFamily="34" charset="0"/>
              <a:buChar char="―"/>
              <a:tabLst/>
              <a:defRPr/>
            </a:lvl2pPr>
            <a:lvl3pPr marL="628650" indent="-176213">
              <a:defRPr/>
            </a:lvl3pPr>
            <a:lvl4pPr marL="804863" indent="-180975">
              <a:defRPr/>
            </a:lvl4pPr>
            <a:lvl5pPr marL="985838" indent="-180975">
              <a:defRPr/>
            </a:lvl5pPr>
          </a:lstStyle>
          <a:p>
            <a:pPr lvl="0"/>
            <a:r>
              <a:t>“Click to edit Master text style</a:t>
            </a:r>
          </a:p>
          <a:p>
            <a:pPr lvl="1"/>
            <a:r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4451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ext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8DB64F27-9AE8-0B46-A470-371BD746B7B5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32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2F74907-9901-41D8-B02E-D5156ACAC59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Asurion_Internal_Use_Only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D76F14-B7C1-4783-A9BB-4763BFA887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3ACAB3-CA36-4966-8A1D-076772D39D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523840A8-30E6-8342-B7EF-D226048008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0063" y="2281373"/>
            <a:ext cx="5095874" cy="923330"/>
          </a:xfrm>
        </p:spPr>
        <p:txBody>
          <a:bodyPr wrap="square" lIns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000" b="0"/>
            </a:lvl1pPr>
          </a:lstStyle>
          <a:p>
            <a:pPr lvl="0"/>
            <a:r>
              <a:t>Click to edit</a:t>
            </a: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69BB6328-9600-6B44-B410-6228CDEF901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00064" y="3257439"/>
            <a:ext cx="5095874" cy="1445421"/>
          </a:xfrm>
        </p:spPr>
        <p:txBody>
          <a:bodyPr lIns="0"/>
          <a:lstStyle>
            <a:lvl1pPr algn="l">
              <a:lnSpc>
                <a:spcPct val="100000"/>
              </a:lnSpc>
              <a:spcBef>
                <a:spcPts val="300"/>
              </a:spcBef>
              <a:defRPr sz="1800" b="0"/>
            </a:lvl1pPr>
          </a:lstStyle>
          <a:p>
            <a:pPr lvl="0"/>
            <a:r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210637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rge Text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8DB64F27-9AE8-0B46-A470-371BD746B7B5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32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2F74907-9901-41D8-B02E-D5156ACAC59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Asurion_Internal_Use_Only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D76F14-B7C1-4783-A9BB-4763BFA887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3ACAB3-CA36-4966-8A1D-076772D39D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523840A8-30E6-8342-B7EF-D226048008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96063" y="2125256"/>
            <a:ext cx="5095874" cy="923330"/>
          </a:xfrm>
        </p:spPr>
        <p:txBody>
          <a:bodyPr wrap="square" lIns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000" b="0">
                <a:solidFill>
                  <a:schemeClr val="bg1"/>
                </a:solidFill>
              </a:defRPr>
            </a:lvl1pPr>
          </a:lstStyle>
          <a:p>
            <a:pPr lvl="0"/>
            <a:r>
              <a:t>Click to edit</a:t>
            </a: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69BB6328-9600-6B44-B410-6228CDEF901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6064" y="3101322"/>
            <a:ext cx="5095874" cy="1445421"/>
          </a:xfrm>
        </p:spPr>
        <p:txBody>
          <a:bodyPr lIns="0"/>
          <a:lstStyle>
            <a:lvl1pPr algn="l">
              <a:lnSpc>
                <a:spcPct val="100000"/>
              </a:lnSpc>
              <a:spcBef>
                <a:spcPts val="300"/>
              </a:spcBef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85410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ext No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462A87A-469A-A743-8042-DB4369DE1B20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804864"/>
            <a:ext cx="5056632" cy="4822214"/>
          </a:xfrm>
        </p:spPr>
        <p:txBody>
          <a:bodyPr anchor="ctr" anchorCtr="0"/>
          <a:lstStyle>
            <a:lvl1pPr>
              <a:lnSpc>
                <a:spcPct val="90000"/>
              </a:lnSpc>
              <a:defRPr sz="8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F938D9-FDBF-4E2E-9864-B9A3DEB81A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Asurion_Internal_Use_Only</a:t>
            </a:r>
            <a:endParaRPr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F92F295-8332-4AF1-945C-EF34A8F3D0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EEF77736-11B3-FD47-8D1A-0948642A926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97748" y="1387172"/>
            <a:ext cx="5094189" cy="3657599"/>
          </a:xfrm>
        </p:spPr>
        <p:txBody>
          <a:bodyPr lIns="0" anchor="ctr" anchorCtr="0"/>
          <a:lstStyle>
            <a:lvl1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defRPr sz="1800" b="0"/>
            </a:lvl1pPr>
          </a:lstStyle>
          <a:p>
            <a:pPr lvl="0"/>
            <a:r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57726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Team Lay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DFA8-C5FE-DB44-9BF9-1274EAD5637C}" type="slidenum">
              <a:rPr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1500" b="0" i="0" spc="100">
                <a:solidFill>
                  <a:srgbClr val="FFFFFF"/>
                </a:solidFill>
                <a:latin typeface="+mj-lt"/>
              </a:rPr>
              <a:t>MORE</a:t>
            </a:r>
            <a:br>
              <a:rPr sz="11500" b="0" i="0" spc="100">
                <a:solidFill>
                  <a:srgbClr val="FFFFFF"/>
                </a:solidFill>
                <a:latin typeface="+mj-lt"/>
              </a:rPr>
            </a:br>
            <a:r>
              <a:rPr sz="11500" b="0" i="0" spc="100">
                <a:solidFill>
                  <a:srgbClr val="FFFFFF"/>
                </a:solidFill>
                <a:latin typeface="+mj-lt"/>
              </a:rPr>
              <a:t>LAYOUTS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C9D3A-9A1A-C140-B0F7-9A8C63C4D4BD}"/>
              </a:ext>
            </a:extLst>
          </p:cNvPr>
          <p:cNvSpPr txBox="1"/>
          <p:nvPr/>
        </p:nvSpPr>
        <p:spPr>
          <a:xfrm>
            <a:off x="2428504" y="6365140"/>
            <a:ext cx="733499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sz="1100" b="0" i="0" kern="1200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</a:rPr>
              <a:t>Layouts past this point have been inherited from other files and may not be a part of the approved Asurion template.</a:t>
            </a:r>
            <a:endParaRPr sz="110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197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Team - He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17A85A9E-2A2D-433F-BD91-82053E5A19D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43650" y="0"/>
            <a:ext cx="5848350" cy="6858000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/>
              <a:t>Click icon to add image&gt;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272087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C8F12B-D471-4524-A21D-E2E0C4A3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203B0C-11E9-4FDC-A004-C78D9EB1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97D1946-A27B-43F9-B00A-FC4DE83AD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3091180"/>
            <a:ext cx="5272087" cy="2755582"/>
          </a:xfrm>
        </p:spPr>
        <p:txBody>
          <a:bodyPr spcCol="540000"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0678756-BBF3-439F-ADEE-A76D2E9A137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0063" y="2019945"/>
            <a:ext cx="5272087" cy="786765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54227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Team -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C8F12B-D471-4524-A21D-E2E0C4A3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203B0C-11E9-4FDC-A004-C78D9EB1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2ACEDA4-5C2A-4931-AC44-4B272EE3D5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00062" y="2539729"/>
            <a:ext cx="2547937" cy="2671005"/>
          </a:xfrm>
        </p:spPr>
        <p:txBody>
          <a:bodyPr/>
          <a:lstStyle/>
          <a:p>
            <a:endParaRPr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F760FFA7-619E-40DF-AC66-F5C11B33A9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0063" y="5312999"/>
            <a:ext cx="2547936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D369C5-DA54-4EC8-A861-59B2E550C75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00063" y="1459594"/>
            <a:ext cx="5799137" cy="844899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5446C24-2D9C-42B4-901E-1052A1C6C28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81374" y="2539729"/>
            <a:ext cx="2547937" cy="2671005"/>
          </a:xfrm>
        </p:spPr>
        <p:txBody>
          <a:bodyPr/>
          <a:lstStyle/>
          <a:p>
            <a:endParaRPr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7CB72C08-8293-4857-B537-E62B2714B7F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81375" y="5312999"/>
            <a:ext cx="2547936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33" name="Picture Placeholder 8">
            <a:extLst>
              <a:ext uri="{FF2B5EF4-FFF2-40B4-BE49-F238E27FC236}">
                <a16:creationId xmlns:a16="http://schemas.microsoft.com/office/drawing/2014/main" id="{2A475AAB-A6A9-4D28-90C7-B96351B827E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62686" y="2539729"/>
            <a:ext cx="2547937" cy="2671005"/>
          </a:xfrm>
        </p:spPr>
        <p:txBody>
          <a:bodyPr/>
          <a:lstStyle/>
          <a:p>
            <a:endParaRPr/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2C717BB1-0365-4267-8343-54A47BB3B84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62687" y="5312999"/>
            <a:ext cx="2547936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35" name="Picture Placeholder 8">
            <a:extLst>
              <a:ext uri="{FF2B5EF4-FFF2-40B4-BE49-F238E27FC236}">
                <a16:creationId xmlns:a16="http://schemas.microsoft.com/office/drawing/2014/main" id="{52CFDD9E-D8C9-4A66-B0BF-B1F5FECE10A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43999" y="2539729"/>
            <a:ext cx="2547937" cy="2671005"/>
          </a:xfrm>
        </p:spPr>
        <p:txBody>
          <a:bodyPr/>
          <a:lstStyle/>
          <a:p>
            <a:endParaRPr/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7291B81A-9C50-4F49-A41B-441287B3D49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144000" y="5312999"/>
            <a:ext cx="2547936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79254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Team - 10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C8F12B-D471-4524-A21D-E2E0C4A3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203B0C-11E9-4FDC-A004-C78D9EB1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96F96D-5B2A-4821-929C-693CE24507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063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2C5BA96-5869-4596-91D0-7DD77C3EB1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4063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973D2E0-934B-41D5-82A0-62209386DE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0658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A25A260C-231A-4C7D-AC21-2F7C4413A8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40658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C66A25ED-9F96-4CE8-9724-8845BA58AF4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27253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2BC4897-BC53-48EB-A869-983B961BAE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27253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7F9493D9-27E8-4C58-8C9A-BD758C433DA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13848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B1B0EC22-7FA4-4FEC-84D2-F2823D45EF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13848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044B693C-2ED8-48BA-B28D-0F6D5403062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900444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374A221F-25BC-4324-A8A9-E1AE12AF1C7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00444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2ACEDA4-5C2A-4931-AC44-4B272EE3D5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54063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F760FFA7-619E-40DF-AC66-F5C11B33A9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4063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2CE14DD0-BB0E-4446-ABC6-6CFED7CDCB1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040658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1592548-EBE0-45EC-8256-9C52CC8304E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040658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EE677E7A-20A3-4078-9426-D487E58A945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327253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E565FACF-CA40-43FE-A69B-85DF95209E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27253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29F613E7-EBD7-4FE9-B4BD-EC08FA1677F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613848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73B69718-9FDD-4EF4-BF7F-2D4BFA41DEA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13848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F9657D82-B2B7-42EE-A283-C05595EE506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900444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8492975-1781-40CF-AD27-B854895CB94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900444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22138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Team Dark - He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17A85A9E-2A2D-433F-BD91-82053E5A19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3650" y="0"/>
            <a:ext cx="5848350" cy="6858000"/>
          </a:xfrm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272087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C8F12B-D471-4524-A21D-E2E0C4A3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203B0C-11E9-4FDC-A004-C78D9EB1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97D1946-A27B-43F9-B00A-FC4DE83AD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3091180"/>
            <a:ext cx="5272087" cy="2755582"/>
          </a:xfrm>
        </p:spPr>
        <p:txBody>
          <a:bodyPr spcCol="540000"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0678756-BBF3-439F-ADEE-A76D2E9A137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0063" y="2019945"/>
            <a:ext cx="5272087" cy="786765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7648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Team Dark -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C8F12B-D471-4524-A21D-E2E0C4A3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203B0C-11E9-4FDC-A004-C78D9EB1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2ACEDA4-5C2A-4931-AC44-4B272EE3D5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00062" y="2539729"/>
            <a:ext cx="2547937" cy="2671005"/>
          </a:xfrm>
        </p:spPr>
        <p:txBody>
          <a:bodyPr/>
          <a:lstStyle/>
          <a:p>
            <a:endParaRPr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F760FFA7-619E-40DF-AC66-F5C11B33A9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0063" y="5312999"/>
            <a:ext cx="2547936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D369C5-DA54-4EC8-A861-59B2E550C75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00063" y="1459594"/>
            <a:ext cx="5799137" cy="844899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5446C24-2D9C-42B4-901E-1052A1C6C28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81374" y="2539729"/>
            <a:ext cx="2547937" cy="2671005"/>
          </a:xfrm>
        </p:spPr>
        <p:txBody>
          <a:bodyPr/>
          <a:lstStyle/>
          <a:p>
            <a:endParaRPr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7CB72C08-8293-4857-B537-E62B2714B7F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81375" y="5312999"/>
            <a:ext cx="2547936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33" name="Picture Placeholder 8">
            <a:extLst>
              <a:ext uri="{FF2B5EF4-FFF2-40B4-BE49-F238E27FC236}">
                <a16:creationId xmlns:a16="http://schemas.microsoft.com/office/drawing/2014/main" id="{2A475AAB-A6A9-4D28-90C7-B96351B827E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62686" y="2539729"/>
            <a:ext cx="2547937" cy="2671005"/>
          </a:xfrm>
        </p:spPr>
        <p:txBody>
          <a:bodyPr/>
          <a:lstStyle/>
          <a:p>
            <a:endParaRPr/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2C717BB1-0365-4267-8343-54A47BB3B84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62687" y="5312999"/>
            <a:ext cx="2547936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35" name="Picture Placeholder 8">
            <a:extLst>
              <a:ext uri="{FF2B5EF4-FFF2-40B4-BE49-F238E27FC236}">
                <a16:creationId xmlns:a16="http://schemas.microsoft.com/office/drawing/2014/main" id="{52CFDD9E-D8C9-4A66-B0BF-B1F5FECE10A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43999" y="2539729"/>
            <a:ext cx="2547937" cy="2671005"/>
          </a:xfrm>
        </p:spPr>
        <p:txBody>
          <a:bodyPr/>
          <a:lstStyle/>
          <a:p>
            <a:endParaRPr/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7291B81A-9C50-4F49-A41B-441287B3D49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144000" y="5312999"/>
            <a:ext cx="2547936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0511437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Team Dark - 10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C8F12B-D471-4524-A21D-E2E0C4A3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203B0C-11E9-4FDC-A004-C78D9EB1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96F96D-5B2A-4821-929C-693CE24507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063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2C5BA96-5869-4596-91D0-7DD77C3EB1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4063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973D2E0-934B-41D5-82A0-62209386DE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0658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A25A260C-231A-4C7D-AC21-2F7C4413A8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40658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C66A25ED-9F96-4CE8-9724-8845BA58AF4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27253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2BC4897-BC53-48EB-A869-983B961BAE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27253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7F9493D9-27E8-4C58-8C9A-BD758C433DA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13848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B1B0EC22-7FA4-4FEC-84D2-F2823D45EF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13848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044B693C-2ED8-48BA-B28D-0F6D5403062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900444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374A221F-25BC-4324-A8A9-E1AE12AF1C7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00444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2ACEDA4-5C2A-4931-AC44-4B272EE3D5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54063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F760FFA7-619E-40DF-AC66-F5C11B33A9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4063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2CE14DD0-BB0E-4446-ABC6-6CFED7CDCB1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040658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1592548-EBE0-45EC-8256-9C52CC8304E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040658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EE677E7A-20A3-4078-9426-D487E58A945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327253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E565FACF-CA40-43FE-A69B-85DF95209E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27253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29F613E7-EBD7-4FE9-B4BD-EC08FA1677F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613848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73B69718-9FDD-4EF4-BF7F-2D4BFA41DEA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13848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F9657D82-B2B7-42EE-A283-C05595EE506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900444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8492975-1781-40CF-AD27-B854895CB94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900444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37062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oid lay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DFA8-C5FE-DB44-9BF9-1274EAD5637C}" type="slidenum">
              <a:rPr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sz="11500" b="0" i="0" spc="100">
                <a:solidFill>
                  <a:srgbClr val="FFFFFF"/>
                </a:solidFill>
                <a:latin typeface="+mj-lt"/>
              </a:rPr>
              <a:t>FACTOID</a:t>
            </a:r>
            <a:br>
              <a:rPr sz="11500" b="0" i="0" spc="100">
                <a:solidFill>
                  <a:srgbClr val="FFFFFF"/>
                </a:solidFill>
                <a:latin typeface="+mj-lt"/>
              </a:rPr>
            </a:br>
            <a:r>
              <a:rPr sz="11500" b="0" i="0" spc="100">
                <a:solidFill>
                  <a:srgbClr val="FFFFFF"/>
                </a:solidFill>
                <a:latin typeface="+mj-lt"/>
              </a:rPr>
              <a:t>LAYOUTS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C9D3A-9A1A-C140-B0F7-9A8C63C4D4BD}"/>
              </a:ext>
            </a:extLst>
          </p:cNvPr>
          <p:cNvSpPr txBox="1"/>
          <p:nvPr/>
        </p:nvSpPr>
        <p:spPr>
          <a:xfrm>
            <a:off x="2428504" y="6365140"/>
            <a:ext cx="733499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sz="1100" b="0" i="0" kern="1200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</a:rPr>
              <a:t>Layouts past this point have been inherited from other files and may not be a part of the approved Asurion template.</a:t>
            </a:r>
            <a:endParaRPr sz="110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40708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ree Content Factoi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500063" y="4114455"/>
            <a:ext cx="3600000" cy="1462432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4314825" y="4114455"/>
            <a:ext cx="3600000" cy="1462432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1ECDB9F2-27F4-42DB-89BF-A79294975B4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29587" y="4114455"/>
            <a:ext cx="3600000" cy="1462432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2F74907-9901-41D8-B02E-D5156ACAC59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D76F14-B7C1-4783-A9BB-4763BFA887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466A7-5C27-FB4B-A9B7-F2C26253EB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6807" y="2297705"/>
            <a:ext cx="2333257" cy="1015663"/>
          </a:xfrm>
        </p:spPr>
        <p:txBody>
          <a:bodyPr wrap="square" lIns="9144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b="0"/>
            </a:lvl1pPr>
          </a:lstStyle>
          <a:p>
            <a:pPr lvl="0"/>
            <a:r>
              <a:t>%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ED17EED-3308-4541-A822-15FAE18955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81569" y="2297705"/>
            <a:ext cx="2333257" cy="1015663"/>
          </a:xfrm>
        </p:spPr>
        <p:txBody>
          <a:bodyPr wrap="square" lIns="9144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b="0"/>
            </a:lvl1pPr>
          </a:lstStyle>
          <a:p>
            <a:pPr lvl="0"/>
            <a:r>
              <a:t>%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A96E43C-B7E0-154D-928D-2D6554629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96331" y="2297705"/>
            <a:ext cx="2333257" cy="1015663"/>
          </a:xfrm>
        </p:spPr>
        <p:txBody>
          <a:bodyPr wrap="square" lIns="9144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b="0"/>
            </a:lvl1pPr>
          </a:lstStyle>
          <a:p>
            <a:pPr lvl="0"/>
            <a:r>
              <a:t>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7CD0EF-8E5D-2D41-8F67-55AB7DD0D3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0063" y="3442718"/>
            <a:ext cx="3600001" cy="437707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>
                <a:latin typeface="+mn-lt"/>
              </a:defRPr>
            </a:lvl1pPr>
          </a:lstStyle>
          <a:p>
            <a:pPr lvl="0"/>
            <a:r>
              <a:t>Click to edit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4E232DE-FB30-7A4D-8EFE-C85FE3966F8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4825" y="3442718"/>
            <a:ext cx="3600001" cy="437707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>
                <a:latin typeface="+mn-lt"/>
              </a:defRPr>
            </a:lvl1pPr>
          </a:lstStyle>
          <a:p>
            <a:pPr lvl="0"/>
            <a:r>
              <a:t>Click to edit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246C962-1982-D940-AA37-FB42992581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29587" y="3442718"/>
            <a:ext cx="3600001" cy="437707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>
                <a:latin typeface="+mn-lt"/>
              </a:defRPr>
            </a:lvl1pPr>
          </a:lstStyle>
          <a:p>
            <a:pPr lvl="0"/>
            <a:r>
              <a:t>Click to edit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7EA9A68-3FBC-3F4C-AE89-71FF266DFE0F}"/>
              </a:ext>
            </a:extLst>
          </p:cNvPr>
          <p:cNvCxnSpPr/>
          <p:nvPr/>
        </p:nvCxnSpPr>
        <p:spPr>
          <a:xfrm>
            <a:off x="500063" y="4011431"/>
            <a:ext cx="356235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F8F4C37-1564-3B49-963B-D00CE6E6D3C3}"/>
              </a:ext>
            </a:extLst>
          </p:cNvPr>
          <p:cNvCxnSpPr/>
          <p:nvPr/>
        </p:nvCxnSpPr>
        <p:spPr>
          <a:xfrm>
            <a:off x="4314825" y="4011431"/>
            <a:ext cx="3562351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32FBDEC-DE67-C947-9CA4-9221B88C13AF}"/>
              </a:ext>
            </a:extLst>
          </p:cNvPr>
          <p:cNvCxnSpPr/>
          <p:nvPr/>
        </p:nvCxnSpPr>
        <p:spPr>
          <a:xfrm>
            <a:off x="8129587" y="4011431"/>
            <a:ext cx="356235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FE007-71EE-2D4F-9C43-7160ECB26BE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08551" y="2380750"/>
            <a:ext cx="1051560" cy="832104"/>
          </a:xfr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t>Content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92D3070B-4574-2D46-919B-7C1552502676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421521" y="2380750"/>
            <a:ext cx="1051560" cy="832104"/>
          </a:xfr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t>Content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484E6720-3CF5-0F48-B188-D3C019E7BE66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238075" y="2380750"/>
            <a:ext cx="1051560" cy="832104"/>
          </a:xfr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409336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llustration with Facto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2F74907-9901-41D8-B02E-D5156ACAC59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D76F14-B7C1-4783-A9BB-4763BFA887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466A7-5C27-FB4B-A9B7-F2C26253EB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95799" y="2505670"/>
            <a:ext cx="5344954" cy="923330"/>
          </a:xfrm>
        </p:spPr>
        <p:txBody>
          <a:bodyPr wrap="square" lIns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000" b="0"/>
            </a:lvl1pPr>
          </a:lstStyle>
          <a:p>
            <a:pPr lvl="0"/>
            <a:r>
              <a:t>Click to edit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7CD0EF-8E5D-2D41-8F67-55AB7DD0D3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95800" y="3481736"/>
            <a:ext cx="5344954" cy="1100547"/>
          </a:xfrm>
        </p:spPr>
        <p:txBody>
          <a:bodyPr lIns="0"/>
          <a:lstStyle>
            <a:lvl1pPr algn="l">
              <a:lnSpc>
                <a:spcPct val="100000"/>
              </a:lnSpc>
              <a:spcBef>
                <a:spcPts val="0"/>
              </a:spcBef>
              <a:defRPr sz="1800" b="0">
                <a:latin typeface="+mn-lt"/>
              </a:defRPr>
            </a:lvl1pPr>
          </a:lstStyle>
          <a:p>
            <a:pPr lvl="0"/>
            <a:r>
              <a:t>Click to edit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3AED009-9A6B-3C46-8DBC-C47FFB4586AF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190297" y="2483443"/>
            <a:ext cx="3194536" cy="3058136"/>
          </a:xfr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81054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llustration with Factoi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0A5685-ADC9-4197-AAEB-665323328B34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75" cy="108013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Asurion_Internal_Use_Only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C23BE928-69FE-1A4A-815A-A8E605AA49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0063" y="1627612"/>
            <a:ext cx="5056675" cy="382161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5EE7C6A-85A2-5D4F-B0CF-D40F227A6F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43663" y="1627612"/>
            <a:ext cx="5095874" cy="923330"/>
          </a:xfrm>
        </p:spPr>
        <p:txBody>
          <a:bodyPr wrap="square" lIns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0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t>Click to edit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6F3E38C-204B-FB48-A789-CED878B5326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43664" y="2603678"/>
            <a:ext cx="5095874" cy="1445421"/>
          </a:xfrm>
        </p:spPr>
        <p:txBody>
          <a:bodyPr lIns="0"/>
          <a:lstStyle>
            <a:lvl1pPr algn="l">
              <a:lnSpc>
                <a:spcPct val="100000"/>
              </a:lnSpc>
              <a:spcBef>
                <a:spcPts val="0"/>
              </a:spcBef>
              <a:defRPr sz="18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6985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llustration with Factoi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0A5685-ADC9-4197-AAEB-665323328B34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75" cy="108013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Asurion_Internal_Use_Only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C23BE928-69FE-1A4A-815A-A8E605AA49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34615" y="1041400"/>
            <a:ext cx="5157323" cy="48498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5EE7C6A-85A2-5D4F-B0CF-D40F227A6F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0063" y="2412005"/>
            <a:ext cx="5095874" cy="923330"/>
          </a:xfrm>
        </p:spPr>
        <p:txBody>
          <a:bodyPr wrap="square" lIns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t>Click to edit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6F3E38C-204B-FB48-A789-CED878B5326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00064" y="3388071"/>
            <a:ext cx="5095874" cy="1445421"/>
          </a:xfrm>
        </p:spPr>
        <p:txBody>
          <a:bodyPr lIns="0"/>
          <a:lstStyle>
            <a:lvl1pPr algn="l">
              <a:lnSpc>
                <a:spcPct val="100000"/>
              </a:lnSpc>
              <a:spcBef>
                <a:spcPts val="0"/>
              </a:spcBef>
              <a:defRPr sz="1800" b="0">
                <a:latin typeface="+mn-lt"/>
              </a:defRPr>
            </a:lvl1pPr>
          </a:lstStyle>
          <a:p>
            <a:pPr lvl="0"/>
            <a:r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79892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oid Spli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3A7F6AC-2D36-EA4B-9F5B-00305F9EAB16}"/>
              </a:ext>
            </a:extLst>
          </p:cNvPr>
          <p:cNvSpPr/>
          <p:nvPr/>
        </p:nvSpPr>
        <p:spPr>
          <a:xfrm>
            <a:off x="6096000" y="3429000"/>
            <a:ext cx="6096000" cy="3429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2E75D1-50C8-A44B-85EE-80C0B5736536}"/>
              </a:ext>
            </a:extLst>
          </p:cNvPr>
          <p:cNvSpPr/>
          <p:nvPr/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32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F938D9-FDBF-4E2E-9864-B9A3DEB81A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Asurion_Internal_Use_Only</a:t>
            </a:r>
            <a:endParaRPr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F92F295-8332-4AF1-945C-EF34A8F3D0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1AA52CFB-7227-B94E-A04F-5E3794B0F8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0064" y="2350522"/>
            <a:ext cx="5095874" cy="2254135"/>
          </a:xfrm>
        </p:spPr>
        <p:txBody>
          <a:bodyPr lIns="0" anchor="ctr" anchorCtr="0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+mn-lt"/>
              </a:defRPr>
            </a:lvl1pPr>
          </a:lstStyle>
          <a:p>
            <a:pPr lvl="0"/>
            <a:r>
              <a:t>Click to edit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F5A3AB30-CF44-7248-A3D3-3F5409CF34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5700" y="1235904"/>
            <a:ext cx="2863693" cy="1231106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8000" b="0">
                <a:solidFill>
                  <a:schemeClr val="bg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703B6F5A-60F0-DC4B-A37F-01DBA21C5CB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33204" y="1415428"/>
            <a:ext cx="2458733" cy="837118"/>
          </a:xfrm>
        </p:spPr>
        <p:txBody>
          <a:bodyPr lIns="91440" anchor="ctr" anchorCtr="0"/>
          <a:lstStyle>
            <a:lvl1pPr algn="l">
              <a:lnSpc>
                <a:spcPct val="100000"/>
              </a:lnSpc>
              <a:spcBef>
                <a:spcPts val="0"/>
              </a:spcBef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t>Click to edit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956821E9-8772-804F-B6CD-FF23B856CA8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7667546" y="3801447"/>
            <a:ext cx="2937214" cy="2090868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26107989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Numbered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2F74907-9901-41D8-B02E-D5156ACAC59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D76F14-B7C1-4783-A9BB-4763BFA887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51866E3A-7DEB-5C4E-8324-44DAFB7110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9032" y="2645919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203A6C8-48F7-4D4E-AD85-EAA8F99930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9034" y="2009049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CF2CF0DB-CDB9-1C4A-8839-F41C532D5CB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403870" y="2009049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AE28C0EB-3AAE-0047-9B43-726D44D9703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64953" y="2645919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B085BC16-2098-9147-A6CA-B4CD22B9ED7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64955" y="2009049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9E61EAAA-A66E-D846-8EDA-9834B2616C3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69791" y="2009049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288D383F-E969-DA4F-BE90-F15614FF248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55954" y="2643295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A40412F6-ABC2-824C-A321-7EB4158892A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55956" y="2006425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F8D29A9A-8DF4-7141-834D-BD93C48F105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60792" y="2006425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843DE115-8C87-8344-8886-25A75BB8D95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87822" y="2645919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A7C507EF-6B56-8142-A1B5-703F7301FA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87824" y="2009049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047276DC-2172-434C-A123-1524D3E5DB8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92660" y="2009049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67" name="Text Placeholder 10">
            <a:extLst>
              <a:ext uri="{FF2B5EF4-FFF2-40B4-BE49-F238E27FC236}">
                <a16:creationId xmlns:a16="http://schemas.microsoft.com/office/drawing/2014/main" id="{CD273DAC-811D-1A48-B24F-1BEC6D6CAE3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9032" y="4578907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E22A3C03-E052-BE45-AB65-9153D3E5240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9034" y="3942037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6D80D084-8BE0-AA45-9990-239C8C7054E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03870" y="3942037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70" name="Text Placeholder 10">
            <a:extLst>
              <a:ext uri="{FF2B5EF4-FFF2-40B4-BE49-F238E27FC236}">
                <a16:creationId xmlns:a16="http://schemas.microsoft.com/office/drawing/2014/main" id="{3D6EC247-3707-CF41-9AFF-46DCFF35B9C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64953" y="4578907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F712BE49-08EC-9644-BA42-E079E6F4B0A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564955" y="3942037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72" name="Text Placeholder 10">
            <a:extLst>
              <a:ext uri="{FF2B5EF4-FFF2-40B4-BE49-F238E27FC236}">
                <a16:creationId xmlns:a16="http://schemas.microsoft.com/office/drawing/2014/main" id="{BB6BD5CF-5783-3C4F-BF8D-B06E51A0EC6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169791" y="3942037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73" name="Text Placeholder 10">
            <a:extLst>
              <a:ext uri="{FF2B5EF4-FFF2-40B4-BE49-F238E27FC236}">
                <a16:creationId xmlns:a16="http://schemas.microsoft.com/office/drawing/2014/main" id="{89364852-4B67-BE4C-B32D-D6F4629D287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55954" y="4576283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74" name="Text Placeholder 2">
            <a:extLst>
              <a:ext uri="{FF2B5EF4-FFF2-40B4-BE49-F238E27FC236}">
                <a16:creationId xmlns:a16="http://schemas.microsoft.com/office/drawing/2014/main" id="{EAB19194-3969-F64C-86BF-9B57D83CAF3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55956" y="3939413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75" name="Text Placeholder 10">
            <a:extLst>
              <a:ext uri="{FF2B5EF4-FFF2-40B4-BE49-F238E27FC236}">
                <a16:creationId xmlns:a16="http://schemas.microsoft.com/office/drawing/2014/main" id="{49080CC3-7630-F140-9CF8-8794360A547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960792" y="3939413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76" name="Text Placeholder 10">
            <a:extLst>
              <a:ext uri="{FF2B5EF4-FFF2-40B4-BE49-F238E27FC236}">
                <a16:creationId xmlns:a16="http://schemas.microsoft.com/office/drawing/2014/main" id="{56852BAC-70A5-1D4E-BC18-FBEFD6D03BB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087822" y="4578907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259A7000-3C5E-BB43-A5AE-594FB6186AE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087824" y="3942037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78" name="Text Placeholder 10">
            <a:extLst>
              <a:ext uri="{FF2B5EF4-FFF2-40B4-BE49-F238E27FC236}">
                <a16:creationId xmlns:a16="http://schemas.microsoft.com/office/drawing/2014/main" id="{771ABC88-66E2-FB42-807A-A13D16900BA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692660" y="3942037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3429898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Numbers Facts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2256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F938D9-FDBF-4E2E-9864-B9A3DEB81A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Asurion_Internal_Use_Only</a:t>
            </a:r>
            <a:endParaRPr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F92F295-8332-4AF1-945C-EF34A8F3D0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B9A0D239-81E9-6647-BF62-476D7D0AE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9032" y="2645919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7B3718C-D3BC-0A4A-AB24-8E0527BD0B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9034" y="2009049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EE3CF9FC-234B-B34A-AEED-DD9EA191F1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403870" y="2009049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1D09DAB-1589-E34E-A510-555E37F2B14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64953" y="2645919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0148C53-1352-2940-948D-748160CC579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64955" y="2009049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A9D11E-F868-C845-97E0-A54B829042E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69791" y="2009049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AB052B3-0DA4-6A48-B41E-0E11CF17D0B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55954" y="2643295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E77869-6ECC-DB4F-A3D0-18767E1BEBA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55956" y="2006425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D2A7BAE2-7988-A84E-8577-17742D7D868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60792" y="2006425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1F637BFE-09A3-5441-9BA3-60AADA8A56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87822" y="2645919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FD3EC017-1E80-954A-BD2B-A8224CCBFE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87824" y="2009049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4AD2563-C182-174B-A94A-E5EA2C0B974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92660" y="2009049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45AFD8F7-BBCE-974E-9799-7F97EABB126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9032" y="4578907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61049030-51FD-9B4C-9370-6D16E702C04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9034" y="3942037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10CB1AC8-5D47-6444-B4F6-244A3485DB9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03870" y="3942037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9E51DDB3-2697-2045-9C29-713A45B2EA1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64953" y="4578907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930A8F0C-8538-1A4C-9D42-4C76264FD4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564955" y="3942037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D281AB27-A235-4A44-B0D5-04A4A1D6662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169791" y="3942037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1D1191-6A82-3442-A392-EE6ED5417C2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55954" y="4576283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DA310A7C-745E-2C46-BF2C-CAE702280ED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55956" y="3939413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A529FFF3-211A-4649-B80F-7080F4EF342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960792" y="3939413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89F1FE9B-2E3B-7046-88A0-6C5E57B9097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087822" y="4578907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B03A7643-78B5-2B4D-AD2C-2D9A2B1E603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087824" y="3942037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204CA410-10E1-0146-87AE-21BDA4ACECB4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692660" y="3942037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2632752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EA01E96-DFCE-8A47-95E4-C17CB5B7677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C4D158-65DE-0842-BD47-216B25C04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440482"/>
            <a:ext cx="4636713" cy="2800259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02E6C-722C-7048-BD48-797E23EE61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Asurion_Internal_Use_Only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5BA52-1787-734E-AF70-5A45B09419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3ACAB3-CA36-4966-8A1D-076772D39D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4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535141" y="446743"/>
            <a:ext cx="3778097" cy="2690351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</a:t>
            </a:r>
            <a:br>
              <a:rPr lang="en-US"/>
            </a:br>
            <a:r>
              <a:t>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801ECF7-ED14-487E-B2E6-FB13DE50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91600" y="6477425"/>
            <a:ext cx="1952422" cy="180000"/>
          </a:xfrm>
        </p:spPr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0BC3CDB-7A13-465F-9F51-87CE695D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0A8629D5-1353-B143-9D56-3314F8FA1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624" y="3436642"/>
            <a:ext cx="3773609" cy="245271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049566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ED2350-036A-634E-B069-2EDD8FDBE1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535141" y="446743"/>
            <a:ext cx="3778097" cy="2690351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</a:t>
            </a:r>
            <a:br>
              <a:rPr lang="en-US"/>
            </a:br>
            <a:r>
              <a:t>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801ECF7-ED14-487E-B2E6-FB13DE50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91600" y="6477425"/>
            <a:ext cx="1952422" cy="180000"/>
          </a:xfrm>
        </p:spPr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0BC3CDB-7A13-465F-9F51-87CE695D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0A8629D5-1353-B143-9D56-3314F8FA1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624" y="3436642"/>
            <a:ext cx="3773609" cy="245271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030178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535141" y="446743"/>
            <a:ext cx="3778097" cy="2690351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</a:t>
            </a:r>
            <a:br>
              <a:rPr lang="en-US"/>
            </a:br>
            <a:r>
              <a:t>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801ECF7-ED14-487E-B2E6-FB13DE50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91600" y="6477425"/>
            <a:ext cx="1952422" cy="180000"/>
          </a:xfrm>
        </p:spPr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0BC3CDB-7A13-465F-9F51-87CE695D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0A8629D5-1353-B143-9D56-3314F8FA1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624" y="3436642"/>
            <a:ext cx="3773609" cy="245271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98408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535141" y="446743"/>
            <a:ext cx="3778097" cy="2690351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</a:t>
            </a:r>
            <a:br>
              <a:rPr/>
            </a:br>
            <a:r>
              <a:t>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801ECF7-ED14-487E-B2E6-FB13DE50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91600" y="6477425"/>
            <a:ext cx="1952422" cy="180000"/>
          </a:xfrm>
        </p:spPr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0BC3CDB-7A13-465F-9F51-87CE695D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825" y="6477425"/>
            <a:ext cx="519112" cy="180000"/>
          </a:xfrm>
        </p:spPr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468D2047-5D6F-7C41-984A-AC9DD6F37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624" y="3436642"/>
            <a:ext cx="3773609" cy="245271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459910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DFA8-C5FE-DB44-9BF9-1274EAD5637C}" type="slidenum">
              <a:rPr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sz="11500" b="0" i="0" spc="100">
                <a:solidFill>
                  <a:srgbClr val="FFFFFF"/>
                </a:solidFill>
                <a:latin typeface="+mj-lt"/>
              </a:rPr>
              <a:t>END SLIDES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C9D3A-9A1A-C140-B0F7-9A8C63C4D4BD}"/>
              </a:ext>
            </a:extLst>
          </p:cNvPr>
          <p:cNvSpPr txBox="1"/>
          <p:nvPr/>
        </p:nvSpPr>
        <p:spPr>
          <a:xfrm>
            <a:off x="2428504" y="6365140"/>
            <a:ext cx="733499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sz="1100" b="0" i="0" kern="1200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</a:rPr>
              <a:t>Layouts past this point have been inherited from other files and may not be a part of the approved Asurion template.</a:t>
            </a:r>
            <a:endParaRPr sz="110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95698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with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744DE2C-A424-4827-A247-97648814534C}"/>
              </a:ext>
            </a:extLst>
          </p:cNvPr>
          <p:cNvSpPr/>
          <p:nvPr/>
        </p:nvSpPr>
        <p:spPr>
          <a:xfrm>
            <a:off x="6095747" y="0"/>
            <a:ext cx="609625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D4F442-ECB4-4EA4-AE95-53D8E965A64C}"/>
              </a:ext>
            </a:extLst>
          </p:cNvPr>
          <p:cNvSpPr/>
          <p:nvPr/>
        </p:nvSpPr>
        <p:spPr>
          <a:xfrm>
            <a:off x="0" y="0"/>
            <a:ext cx="6096000" cy="55839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5939" y="1983105"/>
            <a:ext cx="5454650" cy="184023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Type text here</a:t>
            </a:r>
          </a:p>
        </p:txBody>
      </p:sp>
      <p:grpSp>
        <p:nvGrpSpPr>
          <p:cNvPr id="15" name="asurion logo">
            <a:extLst>
              <a:ext uri="{FF2B5EF4-FFF2-40B4-BE49-F238E27FC236}">
                <a16:creationId xmlns:a16="http://schemas.microsoft.com/office/drawing/2014/main" id="{742C3EE8-5E66-4064-AD77-262ED2AF10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4030" y="5995713"/>
            <a:ext cx="1527969" cy="354615"/>
            <a:chOff x="316" y="3952"/>
            <a:chExt cx="586" cy="136"/>
          </a:xfrm>
          <a:solidFill>
            <a:schemeClr val="tx1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EF3FF97-F9E4-4229-93B3-D336E320D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9D763D80-7D31-4C23-92B5-7AA5C7093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D0697A47-C99B-4053-ADFB-D711F85AE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B1BCB078-E3E2-4D42-8199-4874325579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61A3D60-6C30-4644-91DF-BEEC5109B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F348E325-407C-441C-B197-E60FC5A6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9F368039-5BAA-412B-A0CF-A7E83F9606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436434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5939" y="2245995"/>
            <a:ext cx="5454650" cy="184023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Type text here</a:t>
            </a:r>
          </a:p>
        </p:txBody>
      </p:sp>
      <p:grpSp>
        <p:nvGrpSpPr>
          <p:cNvPr id="15" name="asurion logo">
            <a:extLst>
              <a:ext uri="{FF2B5EF4-FFF2-40B4-BE49-F238E27FC236}">
                <a16:creationId xmlns:a16="http://schemas.microsoft.com/office/drawing/2014/main" id="{742C3EE8-5E66-4064-AD77-262ED2AF10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4030" y="5995713"/>
            <a:ext cx="1527969" cy="354615"/>
            <a:chOff x="316" y="3952"/>
            <a:chExt cx="586" cy="136"/>
          </a:xfrm>
          <a:solidFill>
            <a:schemeClr val="tx1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EF3FF97-F9E4-4229-93B3-D336E320D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9D763D80-7D31-4C23-92B5-7AA5C7093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D0697A47-C99B-4053-ADFB-D711F85AE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B1BCB078-E3E2-4D42-8199-4874325579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61A3D60-6C30-4644-91DF-BEEC5109B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F348E325-407C-441C-B197-E60FC5A6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9F368039-5BAA-412B-A0CF-A7E83F9606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7733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of Lay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Asurion_Internal_Use_Only</a:t>
            </a:r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DFA8-C5FE-DB44-9BF9-1274EAD5637C}" type="slidenum">
              <a:rPr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sz="11500" b="0" i="0" spc="100">
                <a:solidFill>
                  <a:srgbClr val="FFFFFF"/>
                </a:solidFill>
                <a:latin typeface="+mj-lt"/>
              </a:rPr>
              <a:t>DO NOT USE </a:t>
            </a:r>
            <a:br>
              <a:rPr sz="11500" b="0" i="0" spc="100">
                <a:solidFill>
                  <a:srgbClr val="FFFFFF"/>
                </a:solidFill>
                <a:latin typeface="+mj-lt"/>
              </a:rPr>
            </a:br>
            <a:r>
              <a:rPr sz="11500" b="0" i="0" spc="100">
                <a:solidFill>
                  <a:srgbClr val="FFFFFF"/>
                </a:solidFill>
                <a:latin typeface="+mj-lt"/>
              </a:rPr>
              <a:t>ANY</a:t>
            </a:r>
            <a:r>
              <a:rPr sz="11500" b="0" i="0" spc="100" baseline="0">
                <a:solidFill>
                  <a:srgbClr val="FFFFFF"/>
                </a:solidFill>
                <a:latin typeface="+mj-lt"/>
              </a:rPr>
              <a:t> LAYOUTS </a:t>
            </a:r>
            <a:br>
              <a:rPr sz="11500" b="0" i="0" spc="100" baseline="0">
                <a:solidFill>
                  <a:srgbClr val="FFFFFF"/>
                </a:solidFill>
                <a:latin typeface="+mj-lt"/>
              </a:rPr>
            </a:br>
            <a:r>
              <a:rPr sz="11500" b="0" i="0" spc="100" baseline="0">
                <a:solidFill>
                  <a:srgbClr val="FFFFFF"/>
                </a:solidFill>
                <a:latin typeface="+mj-lt"/>
              </a:rPr>
              <a:t>PAST THIS POINT</a:t>
            </a:r>
            <a:endParaRPr sz="11500" b="0" i="0" spc="1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C9D3A-9A1A-C140-B0F7-9A8C63C4D4BD}"/>
              </a:ext>
            </a:extLst>
          </p:cNvPr>
          <p:cNvSpPr txBox="1"/>
          <p:nvPr/>
        </p:nvSpPr>
        <p:spPr>
          <a:xfrm>
            <a:off x="2428504" y="6365140"/>
            <a:ext cx="733499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sz="1100" b="0" i="0" kern="1200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</a:rPr>
              <a:t>Layouts past this point have been inherited from other files and may not be a part of the approved Asurion template.</a:t>
            </a:r>
            <a:endParaRPr sz="110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049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Agenda, Section Lay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DFA8-C5FE-DB44-9BF9-1274EAD5637C}" type="slidenum">
              <a:rPr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sz="11500" b="0" i="0" spc="100">
                <a:solidFill>
                  <a:srgbClr val="FFFFFF"/>
                </a:solidFill>
                <a:latin typeface="+mj-lt"/>
              </a:rPr>
              <a:t>TITLE, AGENDA, &amp; SECTION LAYOUTS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C9D3A-9A1A-C140-B0F7-9A8C63C4D4BD}"/>
              </a:ext>
            </a:extLst>
          </p:cNvPr>
          <p:cNvSpPr txBox="1"/>
          <p:nvPr/>
        </p:nvSpPr>
        <p:spPr>
          <a:xfrm>
            <a:off x="2428504" y="6365140"/>
            <a:ext cx="733499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sz="1100" b="0" i="0" kern="1200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</a:rPr>
              <a:t>Layouts past this point have been inherited from other files and may not be a part of the approved Asurion template.</a:t>
            </a:r>
            <a:endParaRPr sz="110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2770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3F9B186-B379-43C9-BEFE-1C3220F80B34}"/>
              </a:ext>
            </a:extLst>
          </p:cNvPr>
          <p:cNvSpPr/>
          <p:nvPr/>
        </p:nvSpPr>
        <p:spPr>
          <a:xfrm>
            <a:off x="0" y="5598000"/>
            <a:ext cx="6096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D4F442-ECB4-4EA4-AE95-53D8E965A64C}"/>
              </a:ext>
            </a:extLst>
          </p:cNvPr>
          <p:cNvSpPr/>
          <p:nvPr/>
        </p:nvSpPr>
        <p:spPr>
          <a:xfrm>
            <a:off x="6096000" y="5598000"/>
            <a:ext cx="6096000" cy="126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9" y="140677"/>
            <a:ext cx="5454650" cy="2453661"/>
          </a:xfrm>
        </p:spPr>
        <p:txBody>
          <a:bodyPr anchor="b"/>
          <a:lstStyle>
            <a:lvl1pPr algn="l">
              <a:lnSpc>
                <a:spcPct val="90000"/>
              </a:lnSpc>
              <a:defRPr sz="5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3022209"/>
            <a:ext cx="4086542" cy="2010506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grpSp>
        <p:nvGrpSpPr>
          <p:cNvPr id="15" name="asurion logo">
            <a:extLst>
              <a:ext uri="{FF2B5EF4-FFF2-40B4-BE49-F238E27FC236}">
                <a16:creationId xmlns:a16="http://schemas.microsoft.com/office/drawing/2014/main" id="{742C3EE8-5E66-4064-AD77-262ED2AF10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4030" y="5995713"/>
            <a:ext cx="1527969" cy="354615"/>
            <a:chOff x="316" y="3952"/>
            <a:chExt cx="586" cy="136"/>
          </a:xfrm>
          <a:solidFill>
            <a:schemeClr val="bg1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EF3FF97-F9E4-4229-93B3-D336E320D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9D763D80-7D31-4C23-92B5-7AA5C7093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D0697A47-C99B-4053-ADFB-D711F85AE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B1BCB078-E3E2-4D42-8199-4874325579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61A3D60-6C30-4644-91DF-BEEC5109B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F348E325-407C-441C-B197-E60FC5A6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9F368039-5BAA-412B-A0CF-A7E83F9606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0975679-7E40-4963-9C83-A613C95AA4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99238" y="6012655"/>
            <a:ext cx="3435350" cy="531812"/>
          </a:xfrm>
        </p:spPr>
        <p:txBody>
          <a:bodyPr anchor="ctr" anchorCtr="0"/>
          <a:lstStyle>
            <a:lvl1pPr>
              <a:lnSpc>
                <a:spcPct val="100000"/>
              </a:lnSpc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400" b="0">
                <a:solidFill>
                  <a:schemeClr val="bg1"/>
                </a:solidFill>
                <a:latin typeface="+mn-lt"/>
              </a:defRPr>
            </a:lvl2pPr>
            <a:lvl3pPr>
              <a:defRPr sz="1400">
                <a:solidFill>
                  <a:schemeClr val="bg1"/>
                </a:solidFill>
                <a:latin typeface="+mn-lt"/>
              </a:defRPr>
            </a:lvl3pPr>
            <a:lvl4pPr>
              <a:defRPr sz="1400">
                <a:solidFill>
                  <a:schemeClr val="bg1"/>
                </a:solidFill>
                <a:latin typeface="+mn-lt"/>
              </a:defRPr>
            </a:lvl4pPr>
            <a:lvl5pPr>
              <a:defRPr sz="1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t>Presenter Name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D42A3C6-0F61-41F7-B4CB-28E14C8D71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60000" y="6012655"/>
            <a:ext cx="1534575" cy="531812"/>
          </a:xfrm>
        </p:spPr>
        <p:txBody>
          <a:bodyPr anchor="ctr" anchorCtr="0"/>
          <a:lstStyle>
            <a:lvl1pPr algn="r">
              <a:lnSpc>
                <a:spcPct val="100000"/>
              </a:lnSpc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400" b="0">
                <a:solidFill>
                  <a:schemeClr val="bg1"/>
                </a:solidFill>
                <a:latin typeface="+mn-lt"/>
              </a:defRPr>
            </a:lvl2pPr>
            <a:lvl3pPr>
              <a:defRPr sz="1400">
                <a:solidFill>
                  <a:schemeClr val="bg1"/>
                </a:solidFill>
                <a:latin typeface="+mn-lt"/>
              </a:defRPr>
            </a:lvl3pPr>
            <a:lvl4pPr>
              <a:defRPr sz="1400">
                <a:solidFill>
                  <a:schemeClr val="bg1"/>
                </a:solidFill>
                <a:latin typeface="+mn-lt"/>
              </a:defRPr>
            </a:lvl4pPr>
            <a:lvl5pPr>
              <a:defRPr sz="1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t>January 01, 2020</a:t>
            </a:r>
          </a:p>
        </p:txBody>
      </p:sp>
    </p:spTree>
    <p:extLst>
      <p:ext uri="{BB962C8B-B14F-4D97-AF65-F5344CB8AC3E}">
        <p14:creationId xmlns:p14="http://schemas.microsoft.com/office/powerpoint/2010/main" val="4033135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3F9B186-B379-43C9-BEFE-1C3220F80B34}"/>
              </a:ext>
            </a:extLst>
          </p:cNvPr>
          <p:cNvSpPr/>
          <p:nvPr/>
        </p:nvSpPr>
        <p:spPr>
          <a:xfrm>
            <a:off x="0" y="5598000"/>
            <a:ext cx="6096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9" y="140677"/>
            <a:ext cx="5454650" cy="2453661"/>
          </a:xfrm>
        </p:spPr>
        <p:txBody>
          <a:bodyPr anchor="b"/>
          <a:lstStyle>
            <a:lvl1pPr algn="l">
              <a:lnSpc>
                <a:spcPct val="90000"/>
              </a:lnSpc>
              <a:defRPr sz="5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3022209"/>
            <a:ext cx="4086542" cy="2010506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grpSp>
        <p:nvGrpSpPr>
          <p:cNvPr id="15" name="asurion logo">
            <a:extLst>
              <a:ext uri="{FF2B5EF4-FFF2-40B4-BE49-F238E27FC236}">
                <a16:creationId xmlns:a16="http://schemas.microsoft.com/office/drawing/2014/main" id="{742C3EE8-5E66-4064-AD77-262ED2AF10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4030" y="5995713"/>
            <a:ext cx="1527969" cy="354615"/>
            <a:chOff x="316" y="3952"/>
            <a:chExt cx="586" cy="136"/>
          </a:xfrm>
          <a:solidFill>
            <a:schemeClr val="bg1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EF3FF97-F9E4-4229-93B3-D336E320D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9D763D80-7D31-4C23-92B5-7AA5C7093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D0697A47-C99B-4053-ADFB-D711F85AE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B1BCB078-E3E2-4D42-8199-4874325579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61A3D60-6C30-4644-91DF-BEEC5109B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F348E325-407C-441C-B197-E60FC5A6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9F368039-5BAA-412B-A0CF-A7E83F9606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0975679-7E40-4963-9C83-A613C95AA4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99238" y="6012655"/>
            <a:ext cx="3435350" cy="531812"/>
          </a:xfrm>
        </p:spPr>
        <p:txBody>
          <a:bodyPr anchor="ctr" anchorCtr="0"/>
          <a:lstStyle>
            <a:lvl1pPr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400" b="0">
                <a:solidFill>
                  <a:schemeClr val="bg1"/>
                </a:solidFill>
                <a:latin typeface="+mn-lt"/>
              </a:defRPr>
            </a:lvl2pPr>
            <a:lvl3pPr>
              <a:defRPr sz="1400">
                <a:solidFill>
                  <a:schemeClr val="bg1"/>
                </a:solidFill>
                <a:latin typeface="+mn-lt"/>
              </a:defRPr>
            </a:lvl3pPr>
            <a:lvl4pPr>
              <a:defRPr sz="1400">
                <a:solidFill>
                  <a:schemeClr val="bg1"/>
                </a:solidFill>
                <a:latin typeface="+mn-lt"/>
              </a:defRPr>
            </a:lvl4pPr>
            <a:lvl5pPr>
              <a:defRPr sz="1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t>Presenter Name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D42A3C6-0F61-41F7-B4CB-28E14C8D71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60000" y="6012655"/>
            <a:ext cx="1534575" cy="531812"/>
          </a:xfrm>
        </p:spPr>
        <p:txBody>
          <a:bodyPr anchor="ctr" anchorCtr="0"/>
          <a:lstStyle>
            <a:lvl1pPr algn="r"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400" b="0">
                <a:solidFill>
                  <a:schemeClr val="bg1"/>
                </a:solidFill>
                <a:latin typeface="+mn-lt"/>
              </a:defRPr>
            </a:lvl2pPr>
            <a:lvl3pPr>
              <a:defRPr sz="1400">
                <a:solidFill>
                  <a:schemeClr val="bg1"/>
                </a:solidFill>
                <a:latin typeface="+mn-lt"/>
              </a:defRPr>
            </a:lvl3pPr>
            <a:lvl4pPr>
              <a:defRPr sz="1400">
                <a:solidFill>
                  <a:schemeClr val="bg1"/>
                </a:solidFill>
                <a:latin typeface="+mn-lt"/>
              </a:defRPr>
            </a:lvl4pPr>
            <a:lvl5pPr>
              <a:defRPr sz="1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t>January 01, 2020</a:t>
            </a:r>
          </a:p>
        </p:txBody>
      </p:sp>
      <p:sp>
        <p:nvSpPr>
          <p:cNvPr id="27" name="Picture Placeholder 7">
            <a:extLst>
              <a:ext uri="{FF2B5EF4-FFF2-40B4-BE49-F238E27FC236}">
                <a16:creationId xmlns:a16="http://schemas.microsoft.com/office/drawing/2014/main" id="{885787FB-3228-2D4E-9952-0595A3D50D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4095" y="0"/>
            <a:ext cx="6099048" cy="6858000"/>
          </a:xfrm>
          <a:noFill/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1906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744DE2C-A424-4827-A247-97648814534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D4F442-ECB4-4EA4-AE95-53D8E965A64C}"/>
              </a:ext>
            </a:extLst>
          </p:cNvPr>
          <p:cNvSpPr/>
          <p:nvPr/>
        </p:nvSpPr>
        <p:spPr>
          <a:xfrm>
            <a:off x="6096000" y="5598000"/>
            <a:ext cx="6096000" cy="126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9" y="140677"/>
            <a:ext cx="5454650" cy="2453661"/>
          </a:xfrm>
        </p:spPr>
        <p:txBody>
          <a:bodyPr anchor="b"/>
          <a:lstStyle>
            <a:lvl1pPr algn="l">
              <a:lnSpc>
                <a:spcPct val="90000"/>
              </a:lnSpc>
              <a:defRPr sz="5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3022209"/>
            <a:ext cx="4086542" cy="2010506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grpSp>
        <p:nvGrpSpPr>
          <p:cNvPr id="15" name="asurion logo">
            <a:extLst>
              <a:ext uri="{FF2B5EF4-FFF2-40B4-BE49-F238E27FC236}">
                <a16:creationId xmlns:a16="http://schemas.microsoft.com/office/drawing/2014/main" id="{742C3EE8-5E66-4064-AD77-262ED2AF10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4030" y="5995713"/>
            <a:ext cx="1527969" cy="354615"/>
            <a:chOff x="316" y="3952"/>
            <a:chExt cx="586" cy="136"/>
          </a:xfrm>
          <a:solidFill>
            <a:schemeClr val="tx1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EF3FF97-F9E4-4229-93B3-D336E320D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9D763D80-7D31-4C23-92B5-7AA5C7093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D0697A47-C99B-4053-ADFB-D711F85AE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B1BCB078-E3E2-4D42-8199-4874325579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61A3D60-6C30-4644-91DF-BEEC5109B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F348E325-407C-441C-B197-E60FC5A6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9F368039-5BAA-412B-A0CF-A7E83F9606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0975679-7E40-4963-9C83-A613C95AA4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99238" y="6012655"/>
            <a:ext cx="3435350" cy="531812"/>
          </a:xfrm>
        </p:spPr>
        <p:txBody>
          <a:bodyPr anchor="ctr" anchorCtr="0"/>
          <a:lstStyle>
            <a:lvl1pPr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400" b="0">
                <a:solidFill>
                  <a:schemeClr val="bg1"/>
                </a:solidFill>
                <a:latin typeface="+mn-lt"/>
              </a:defRPr>
            </a:lvl2pPr>
            <a:lvl3pPr>
              <a:defRPr sz="1400">
                <a:solidFill>
                  <a:schemeClr val="bg1"/>
                </a:solidFill>
                <a:latin typeface="+mn-lt"/>
              </a:defRPr>
            </a:lvl3pPr>
            <a:lvl4pPr>
              <a:defRPr sz="1400">
                <a:solidFill>
                  <a:schemeClr val="bg1"/>
                </a:solidFill>
                <a:latin typeface="+mn-lt"/>
              </a:defRPr>
            </a:lvl4pPr>
            <a:lvl5pPr>
              <a:defRPr sz="1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t>Presenter Name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D42A3C6-0F61-41F7-B4CB-28E14C8D71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60000" y="6012655"/>
            <a:ext cx="1534575" cy="531812"/>
          </a:xfrm>
        </p:spPr>
        <p:txBody>
          <a:bodyPr anchor="ctr" anchorCtr="0"/>
          <a:lstStyle>
            <a:lvl1pPr algn="r"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400" b="0">
                <a:solidFill>
                  <a:schemeClr val="bg1"/>
                </a:solidFill>
                <a:latin typeface="+mn-lt"/>
              </a:defRPr>
            </a:lvl2pPr>
            <a:lvl3pPr>
              <a:defRPr sz="1400">
                <a:solidFill>
                  <a:schemeClr val="bg1"/>
                </a:solidFill>
                <a:latin typeface="+mn-lt"/>
              </a:defRPr>
            </a:lvl3pPr>
            <a:lvl4pPr>
              <a:defRPr sz="1400">
                <a:solidFill>
                  <a:schemeClr val="bg1"/>
                </a:solidFill>
                <a:latin typeface="+mn-lt"/>
              </a:defRPr>
            </a:lvl4pPr>
            <a:lvl5pPr>
              <a:defRPr sz="1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t>January 01, 2020</a:t>
            </a:r>
          </a:p>
        </p:txBody>
      </p:sp>
    </p:spTree>
    <p:extLst>
      <p:ext uri="{BB962C8B-B14F-4D97-AF65-F5344CB8AC3E}">
        <p14:creationId xmlns:p14="http://schemas.microsoft.com/office/powerpoint/2010/main" val="999594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9FEFC07C-C691-5447-AEDC-FF4F067CF3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" y="0"/>
            <a:ext cx="12188952" cy="5598000"/>
          </a:xfrm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F9B186-B379-43C9-BEFE-1C3220F80B34}"/>
              </a:ext>
            </a:extLst>
          </p:cNvPr>
          <p:cNvSpPr/>
          <p:nvPr/>
        </p:nvSpPr>
        <p:spPr>
          <a:xfrm>
            <a:off x="0" y="5598000"/>
            <a:ext cx="6096000" cy="12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D4F442-ECB4-4EA4-AE95-53D8E965A64C}"/>
              </a:ext>
            </a:extLst>
          </p:cNvPr>
          <p:cNvSpPr/>
          <p:nvPr/>
        </p:nvSpPr>
        <p:spPr>
          <a:xfrm>
            <a:off x="6096000" y="5598000"/>
            <a:ext cx="6096000" cy="12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9" y="140677"/>
            <a:ext cx="5454650" cy="2453661"/>
          </a:xfrm>
        </p:spPr>
        <p:txBody>
          <a:bodyPr anchor="b"/>
          <a:lstStyle>
            <a:lvl1pPr algn="l">
              <a:lnSpc>
                <a:spcPct val="90000"/>
              </a:lnSpc>
              <a:defRPr sz="5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3022209"/>
            <a:ext cx="4086542" cy="2010506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grpSp>
        <p:nvGrpSpPr>
          <p:cNvPr id="15" name="asurion logo">
            <a:extLst>
              <a:ext uri="{FF2B5EF4-FFF2-40B4-BE49-F238E27FC236}">
                <a16:creationId xmlns:a16="http://schemas.microsoft.com/office/drawing/2014/main" id="{742C3EE8-5E66-4064-AD77-262ED2AF10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4030" y="5995713"/>
            <a:ext cx="1527969" cy="354615"/>
            <a:chOff x="316" y="3952"/>
            <a:chExt cx="586" cy="136"/>
          </a:xfrm>
          <a:solidFill>
            <a:schemeClr val="bg1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EF3FF97-F9E4-4229-93B3-D336E320D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9D763D80-7D31-4C23-92B5-7AA5C7093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D0697A47-C99B-4053-ADFB-D711F85AE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B1BCB078-E3E2-4D42-8199-4874325579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61A3D60-6C30-4644-91DF-BEEC5109B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F348E325-407C-441C-B197-E60FC5A6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9F368039-5BAA-412B-A0CF-A7E83F9606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0975679-7E40-4963-9C83-A613C95AA4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99238" y="6012655"/>
            <a:ext cx="3435350" cy="531812"/>
          </a:xfrm>
        </p:spPr>
        <p:txBody>
          <a:bodyPr anchor="ctr" anchorCtr="0"/>
          <a:lstStyle>
            <a:lvl1pPr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400" b="0">
                <a:solidFill>
                  <a:schemeClr val="bg1"/>
                </a:solidFill>
                <a:latin typeface="+mn-lt"/>
              </a:defRPr>
            </a:lvl2pPr>
            <a:lvl3pPr>
              <a:defRPr sz="1400">
                <a:solidFill>
                  <a:schemeClr val="bg1"/>
                </a:solidFill>
                <a:latin typeface="+mn-lt"/>
              </a:defRPr>
            </a:lvl3pPr>
            <a:lvl4pPr>
              <a:defRPr sz="1400">
                <a:solidFill>
                  <a:schemeClr val="bg1"/>
                </a:solidFill>
                <a:latin typeface="+mn-lt"/>
              </a:defRPr>
            </a:lvl4pPr>
            <a:lvl5pPr>
              <a:defRPr sz="1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t>Presenter Name</a:t>
            </a:r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7D42A3C6-0F61-41F7-B4CB-28E14C8D71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60000" y="6012655"/>
            <a:ext cx="1534575" cy="531812"/>
          </a:xfrm>
        </p:spPr>
        <p:txBody>
          <a:bodyPr anchor="ctr" anchorCtr="0"/>
          <a:lstStyle>
            <a:lvl1pPr algn="r">
              <a:defRPr sz="1400" b="0">
                <a:solidFill>
                  <a:schemeClr val="bg1"/>
                </a:solidFill>
                <a:latin typeface="+mn-lt"/>
              </a:defRPr>
            </a:lvl1pPr>
            <a:lvl2pPr>
              <a:defRPr sz="1400" b="0">
                <a:solidFill>
                  <a:schemeClr val="bg1"/>
                </a:solidFill>
                <a:latin typeface="+mn-lt"/>
              </a:defRPr>
            </a:lvl2pPr>
            <a:lvl3pPr>
              <a:defRPr sz="1400">
                <a:solidFill>
                  <a:schemeClr val="bg1"/>
                </a:solidFill>
                <a:latin typeface="+mn-lt"/>
              </a:defRPr>
            </a:lvl3pPr>
            <a:lvl4pPr>
              <a:defRPr sz="1400">
                <a:solidFill>
                  <a:schemeClr val="bg1"/>
                </a:solidFill>
                <a:latin typeface="+mn-lt"/>
              </a:defRPr>
            </a:lvl4pPr>
            <a:lvl5pPr>
              <a:defRPr sz="1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t>January 01, 2020</a:t>
            </a:r>
          </a:p>
        </p:txBody>
      </p:sp>
    </p:spTree>
    <p:extLst>
      <p:ext uri="{BB962C8B-B14F-4D97-AF65-F5344CB8AC3E}">
        <p14:creationId xmlns:p14="http://schemas.microsoft.com/office/powerpoint/2010/main" val="818706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595937" cy="1080135"/>
          </a:xfrm>
        </p:spPr>
        <p:txBody>
          <a:bodyPr/>
          <a:lstStyle>
            <a:lvl1pPr>
              <a:defRPr sz="32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9268" y="474663"/>
            <a:ext cx="4362670" cy="5378450"/>
          </a:xfrm>
        </p:spPr>
        <p:txBody>
          <a:bodyPr/>
          <a:lstStyle>
            <a:lvl1pPr marL="0" indent="0"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305300" algn="r"/>
              </a:tabLst>
              <a:defRPr sz="2000" b="0"/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305300" algn="r"/>
              </a:tabLst>
              <a:defRPr sz="1800" b="0"/>
            </a:lvl2pPr>
            <a:lvl3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tabLst>
                <a:tab pos="4305300" algn="r"/>
              </a:tabLst>
              <a:defRPr sz="1600" b="0"/>
            </a:lvl3pPr>
            <a:lvl4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tabLst>
                <a:tab pos="4305300" algn="r"/>
              </a:tabLst>
              <a:defRPr sz="1400" b="0"/>
            </a:lvl4pPr>
            <a:lvl5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tabLst>
                <a:tab pos="4305300" algn="r"/>
              </a:tabLst>
              <a:defRPr sz="1200" b="0"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8B7AA72-988A-4DB7-84B4-863A0BC65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689F5B-F6CF-4099-BCDE-974FCFCCF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1066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1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595937" cy="1080135"/>
          </a:xfrm>
        </p:spPr>
        <p:txBody>
          <a:bodyPr/>
          <a:lstStyle>
            <a:lvl1pPr>
              <a:defRPr sz="32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9268" y="474663"/>
            <a:ext cx="4362670" cy="5378450"/>
          </a:xfrm>
        </p:spPr>
        <p:txBody>
          <a:bodyPr/>
          <a:lstStyle>
            <a:lvl1pPr marL="0" indent="0"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305300" algn="r"/>
              </a:tabLst>
              <a:defRPr sz="2000" b="0"/>
            </a:lvl1pPr>
            <a:lvl2pPr marL="0" indent="0"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tabLst>
                <a:tab pos="4305300" algn="r"/>
              </a:tabLst>
              <a:defRPr sz="1800" b="0"/>
            </a:lvl2pPr>
            <a:lvl3pPr marL="0" indent="0">
              <a:spcBef>
                <a:spcPts val="900"/>
              </a:spcBef>
              <a:spcAft>
                <a:spcPts val="0"/>
              </a:spcAft>
              <a:buNone/>
              <a:tabLst>
                <a:tab pos="4305300" algn="r"/>
              </a:tabLst>
              <a:defRPr sz="1600" b="0"/>
            </a:lvl3pPr>
            <a:lvl4pPr marL="0" indent="0">
              <a:spcBef>
                <a:spcPts val="900"/>
              </a:spcBef>
              <a:spcAft>
                <a:spcPts val="0"/>
              </a:spcAft>
              <a:buNone/>
              <a:tabLst>
                <a:tab pos="4305300" algn="r"/>
              </a:tabLst>
              <a:defRPr sz="1400" b="0"/>
            </a:lvl4pPr>
            <a:lvl5pPr marL="0" indent="0">
              <a:spcBef>
                <a:spcPts val="900"/>
              </a:spcBef>
              <a:spcAft>
                <a:spcPts val="0"/>
              </a:spcAft>
              <a:buNone/>
              <a:tabLst>
                <a:tab pos="4305300" algn="r"/>
              </a:tabLst>
              <a:defRPr sz="1200" b="0"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9BD985-671E-4103-929F-7E66D95D9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8CF779-080B-4B64-A94C-CC1E40B57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233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007754"/>
            <a:ext cx="11191875" cy="3930114"/>
          </a:xfrm>
        </p:spPr>
        <p:txBody>
          <a:bodyPr/>
          <a:lstStyle>
            <a:lvl1pPr>
              <a:spcBef>
                <a:spcPts val="900"/>
              </a:spcBef>
              <a:defRPr sz="2400"/>
            </a:lvl1pPr>
            <a:lvl2pPr>
              <a:spcBef>
                <a:spcPts val="900"/>
              </a:spcBef>
              <a:defRPr sz="24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>
                <a:solidFill>
                  <a:srgbClr val="231F20"/>
                </a:solidFill>
              </a:rPr>
              <a:t>Asurion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>
                <a:solidFill>
                  <a:srgbClr val="231F20"/>
                </a:solidFill>
              </a:rPr>
              <a:pPr/>
              <a:t>‹#›</a:t>
            </a:fld>
            <a:endParaRPr>
              <a:solidFill>
                <a:srgbClr val="231F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476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2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007754"/>
            <a:ext cx="11191875" cy="3930114"/>
          </a:xfrm>
        </p:spPr>
        <p:txBody>
          <a:bodyPr/>
          <a:lstStyle>
            <a:lvl1pPr>
              <a:spcBef>
                <a:spcPts val="900"/>
              </a:spcBef>
              <a:defRPr sz="2400">
                <a:solidFill>
                  <a:schemeClr val="tx1"/>
                </a:solidFill>
              </a:defRPr>
            </a:lvl1pPr>
            <a:lvl2pPr>
              <a:spcBef>
                <a:spcPts val="900"/>
              </a:spcBef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t>Asurion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6712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747BD37-3BEA-40D2-8343-2CB995B91822}"/>
              </a:ext>
            </a:extLst>
          </p:cNvPr>
          <p:cNvSpPr/>
          <p:nvPr/>
        </p:nvSpPr>
        <p:spPr>
          <a:xfrm>
            <a:off x="0" y="0"/>
            <a:ext cx="2286000" cy="17811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4C88EA-B1EA-4FA0-8279-C122B539260B}"/>
              </a:ext>
            </a:extLst>
          </p:cNvPr>
          <p:cNvSpPr/>
          <p:nvPr/>
        </p:nvSpPr>
        <p:spPr>
          <a:xfrm>
            <a:off x="0" y="1781175"/>
            <a:ext cx="2286000" cy="50768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81574" y="446744"/>
            <a:ext cx="6298925" cy="2147594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</a:t>
            </a:r>
            <a:br>
              <a:rPr/>
            </a:br>
            <a:r>
              <a:t>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789057" y="2762591"/>
            <a:ext cx="6291442" cy="67405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801ECF7-ED14-487E-B2E6-FB13DE50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0BC3CDB-7A13-465F-9F51-87CE695D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D17E435-7649-47BA-B3A0-AA4F57BBB1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79" y="273607"/>
            <a:ext cx="1944810" cy="1428584"/>
          </a:xfrm>
        </p:spPr>
        <p:txBody>
          <a:bodyPr/>
          <a:lstStyle>
            <a:lvl1pPr algn="ctr">
              <a:spcBef>
                <a:spcPts val="0"/>
              </a:spcBef>
              <a:defRPr sz="8000" b="0">
                <a:solidFill>
                  <a:schemeClr val="bg1"/>
                </a:solidFill>
              </a:defRPr>
            </a:lvl1pPr>
          </a:lstStyle>
          <a:p>
            <a:pPr lvl="0"/>
            <a:r>
              <a:t>00</a:t>
            </a:r>
          </a:p>
        </p:txBody>
      </p:sp>
      <p:grpSp>
        <p:nvGrpSpPr>
          <p:cNvPr id="11" name="asurion logo">
            <a:extLst>
              <a:ext uri="{FF2B5EF4-FFF2-40B4-BE49-F238E27FC236}">
                <a16:creationId xmlns:a16="http://schemas.microsoft.com/office/drawing/2014/main" id="{A3635D92-5B65-2244-9F4A-197733B477F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04031" y="6390186"/>
            <a:ext cx="918000" cy="213052"/>
            <a:chOff x="316" y="3952"/>
            <a:chExt cx="586" cy="136"/>
          </a:xfrm>
          <a:solidFill>
            <a:schemeClr val="bg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B1F885A6-A84D-B844-8EE9-AD1C600D6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C9218EE1-3AC2-944C-A463-34EE6FAF2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9AAFFDFE-20B9-1A4C-BDD3-7E5C0F475D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D1C347CB-3AB6-2C40-9358-5826A5285D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CF999C3-DB3C-4440-80E6-A0A67F465D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6B7765C3-5894-2748-B451-75EC0494E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B723ACE3-78D1-A44F-9535-463CCF9DC8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26151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747BD37-3BEA-40D2-8343-2CB995B91822}"/>
              </a:ext>
            </a:extLst>
          </p:cNvPr>
          <p:cNvSpPr/>
          <p:nvPr/>
        </p:nvSpPr>
        <p:spPr>
          <a:xfrm>
            <a:off x="0" y="0"/>
            <a:ext cx="2286000" cy="17811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4C88EA-B1EA-4FA0-8279-C122B539260B}"/>
              </a:ext>
            </a:extLst>
          </p:cNvPr>
          <p:cNvSpPr/>
          <p:nvPr/>
        </p:nvSpPr>
        <p:spPr>
          <a:xfrm>
            <a:off x="0" y="1781175"/>
            <a:ext cx="2286000" cy="50768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81574" y="446744"/>
            <a:ext cx="6298925" cy="2147594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</a:t>
            </a:r>
            <a:br>
              <a:rPr/>
            </a:br>
            <a:r>
              <a:t>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789057" y="2762591"/>
            <a:ext cx="6291442" cy="67405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801ECF7-ED14-487E-B2E6-FB13DE50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0BC3CDB-7A13-465F-9F51-87CE695D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D17E435-7649-47BA-B3A0-AA4F57BBB1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79" y="273607"/>
            <a:ext cx="1944810" cy="1428584"/>
          </a:xfrm>
        </p:spPr>
        <p:txBody>
          <a:bodyPr/>
          <a:lstStyle>
            <a:lvl1pPr algn="ctr">
              <a:spcBef>
                <a:spcPts val="0"/>
              </a:spcBef>
              <a:defRPr sz="8000" b="0">
                <a:solidFill>
                  <a:schemeClr val="bg1"/>
                </a:solidFill>
              </a:defRPr>
            </a:lvl1pPr>
          </a:lstStyle>
          <a:p>
            <a:pPr lvl="0"/>
            <a:r>
              <a:t>00</a:t>
            </a:r>
          </a:p>
        </p:txBody>
      </p:sp>
      <p:grpSp>
        <p:nvGrpSpPr>
          <p:cNvPr id="11" name="asurion logo">
            <a:extLst>
              <a:ext uri="{FF2B5EF4-FFF2-40B4-BE49-F238E27FC236}">
                <a16:creationId xmlns:a16="http://schemas.microsoft.com/office/drawing/2014/main" id="{FEC17685-B133-C345-A89F-A29C5966C31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04031" y="6390186"/>
            <a:ext cx="918000" cy="213052"/>
            <a:chOff x="316" y="3952"/>
            <a:chExt cx="586" cy="136"/>
          </a:xfrm>
          <a:solidFill>
            <a:schemeClr val="bg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DA59301-3241-F348-BEBD-A6FFEADD1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239CCB2F-6595-5940-8A39-B3E30B1AB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86BD6342-63E8-6241-9895-40B3FD18F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FF5FEC08-0FA6-3D4F-A889-0BBFE49D90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F318E898-1C1D-3046-88C4-16F050D7F0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9315519C-656E-724D-86B0-E6FFBFDFD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81591244-1087-6E48-A901-C4FA89D203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196358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747BD37-3BEA-40D2-8343-2CB995B91822}"/>
              </a:ext>
            </a:extLst>
          </p:cNvPr>
          <p:cNvSpPr/>
          <p:nvPr/>
        </p:nvSpPr>
        <p:spPr>
          <a:xfrm>
            <a:off x="0" y="0"/>
            <a:ext cx="2286000" cy="17811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4C88EA-B1EA-4FA0-8279-C122B539260B}"/>
              </a:ext>
            </a:extLst>
          </p:cNvPr>
          <p:cNvSpPr/>
          <p:nvPr/>
        </p:nvSpPr>
        <p:spPr>
          <a:xfrm>
            <a:off x="0" y="1781175"/>
            <a:ext cx="2286000" cy="50768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81574" y="446744"/>
            <a:ext cx="6298925" cy="2147594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</a:t>
            </a:r>
            <a:br>
              <a:rPr/>
            </a:br>
            <a:r>
              <a:t>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2789057" y="2762591"/>
            <a:ext cx="6291442" cy="67405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801ECF7-ED14-487E-B2E6-FB13DE50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0BC3CDB-7A13-465F-9F51-87CE695D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D17E435-7649-47BA-B3A0-AA4F57BBB1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2879" y="273607"/>
            <a:ext cx="1944810" cy="1428584"/>
          </a:xfrm>
        </p:spPr>
        <p:txBody>
          <a:bodyPr/>
          <a:lstStyle>
            <a:lvl1pPr algn="ctr">
              <a:spcBef>
                <a:spcPts val="0"/>
              </a:spcBef>
              <a:defRPr sz="8000" b="0">
                <a:solidFill>
                  <a:schemeClr val="bg1"/>
                </a:solidFill>
              </a:defRPr>
            </a:lvl1pPr>
          </a:lstStyle>
          <a:p>
            <a:pPr lvl="0"/>
            <a:r>
              <a:t>00</a:t>
            </a:r>
          </a:p>
        </p:txBody>
      </p:sp>
      <p:grpSp>
        <p:nvGrpSpPr>
          <p:cNvPr id="11" name="asurion logo">
            <a:extLst>
              <a:ext uri="{FF2B5EF4-FFF2-40B4-BE49-F238E27FC236}">
                <a16:creationId xmlns:a16="http://schemas.microsoft.com/office/drawing/2014/main" id="{C7358717-6715-9E44-A068-A7FC60CA96D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04031" y="6390186"/>
            <a:ext cx="918000" cy="213052"/>
            <a:chOff x="316" y="3952"/>
            <a:chExt cx="586" cy="136"/>
          </a:xfrm>
          <a:solidFill>
            <a:schemeClr val="tx1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3603A01-45DA-5A47-AD42-93373378AD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AD2FF58D-2A25-9344-B27B-E66EF3E13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47B47A3D-A2AE-B44B-9805-F10DDF88ED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3ABE1799-2661-C346-88AD-D93AF4F49D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6DBBDC10-20A7-0643-A02A-86E0D5F830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1F1030EA-EEDA-3546-8BC7-FF764C45D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2CB39BA2-CCB4-7C49-8EBE-81D31532236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3886483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AA3B2CE-A3B3-4189-8B73-7FEBFEEA5D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6858000"/>
          </a:xfrm>
        </p:spPr>
        <p:txBody>
          <a:bodyPr/>
          <a:lstStyle/>
          <a:p>
            <a:endParaRPr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535141" y="446743"/>
            <a:ext cx="3778097" cy="2690351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</a:t>
            </a:r>
            <a:br>
              <a:rPr/>
            </a:br>
            <a:r>
              <a:t>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542624" y="3436643"/>
            <a:ext cx="3773609" cy="67405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801ECF7-ED14-487E-B2E6-FB13DE50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0BC3CDB-7A13-465F-9F51-87CE695D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grpSp>
        <p:nvGrpSpPr>
          <p:cNvPr id="11" name="asurion logo">
            <a:extLst>
              <a:ext uri="{FF2B5EF4-FFF2-40B4-BE49-F238E27FC236}">
                <a16:creationId xmlns:a16="http://schemas.microsoft.com/office/drawing/2014/main" id="{E1C5BE53-885F-4140-A2D0-795FBB7C123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04031" y="6390186"/>
            <a:ext cx="918000" cy="213052"/>
            <a:chOff x="316" y="3952"/>
            <a:chExt cx="586" cy="136"/>
          </a:xfrm>
          <a:solidFill>
            <a:schemeClr val="tx1"/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188848DB-B87D-B041-A849-970DFD53F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DCA25C55-1346-AA4E-B99A-B92DB24C9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624A4990-4E45-BE4E-8F5C-8D885585F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A0CCF30B-EF01-9241-89DE-6194C640FBA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69220C85-DAA7-BC4E-818D-2170A0678C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6C6BD5A-A22D-1140-84E9-1700B1F47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E4641BA2-7F1D-F94D-A723-FAF1B048BF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187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AA3B2CE-A3B3-4189-8B73-7FEBFEEA5D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7620000" cy="6858000"/>
          </a:xfrm>
        </p:spPr>
        <p:txBody>
          <a:bodyPr/>
          <a:lstStyle/>
          <a:p>
            <a:endParaRPr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535141" y="446743"/>
            <a:ext cx="3778097" cy="2690351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</a:t>
            </a:r>
            <a:br>
              <a:rPr/>
            </a:br>
            <a:r>
              <a:t>style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542624" y="3436643"/>
            <a:ext cx="3773609" cy="67405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801ECF7-ED14-487E-B2E6-FB13DE50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0BC3CDB-7A13-465F-9F51-87CE695D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grpSp>
        <p:nvGrpSpPr>
          <p:cNvPr id="13" name="asurion logo">
            <a:extLst>
              <a:ext uri="{FF2B5EF4-FFF2-40B4-BE49-F238E27FC236}">
                <a16:creationId xmlns:a16="http://schemas.microsoft.com/office/drawing/2014/main" id="{BE011928-E47D-2041-8C67-C22638984F3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04031" y="6390186"/>
            <a:ext cx="918000" cy="213052"/>
            <a:chOff x="316" y="3952"/>
            <a:chExt cx="586" cy="136"/>
          </a:xfrm>
          <a:solidFill>
            <a:schemeClr val="tx1"/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4CB7B69E-B273-0D48-BFDA-34E192F32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95280FB1-5A13-EF43-8314-29BF259AB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481AAD2C-29B4-EC49-9316-7FAF69725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27323948-8731-5143-A257-D33E8C0C08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D78202CB-9C9D-B64F-B9BB-DDB5A81A7D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F29FBD53-E2A2-3247-85DE-C8D45F947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98F56C5E-7A69-EC45-BF50-0515ECB63A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36701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ay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DFA8-C5FE-DB44-9BF9-1274EAD5637C}" type="slidenum">
              <a:rPr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sz="11500" b="0" i="0" spc="100">
                <a:solidFill>
                  <a:srgbClr val="FFFFFF"/>
                </a:solidFill>
                <a:latin typeface="+mj-lt"/>
              </a:rPr>
              <a:t>CONTENT</a:t>
            </a:r>
            <a:br>
              <a:rPr sz="11500" b="0" i="0" spc="100">
                <a:solidFill>
                  <a:srgbClr val="FFFFFF"/>
                </a:solidFill>
                <a:latin typeface="+mj-lt"/>
              </a:rPr>
            </a:br>
            <a:r>
              <a:rPr sz="11500" b="0" i="0" spc="100">
                <a:solidFill>
                  <a:srgbClr val="FFFFFF"/>
                </a:solidFill>
                <a:latin typeface="+mj-lt"/>
              </a:rPr>
              <a:t>LAYOUTS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C9D3A-9A1A-C140-B0F7-9A8C63C4D4BD}"/>
              </a:ext>
            </a:extLst>
          </p:cNvPr>
          <p:cNvSpPr txBox="1"/>
          <p:nvPr/>
        </p:nvSpPr>
        <p:spPr>
          <a:xfrm>
            <a:off x="2428504" y="6365140"/>
            <a:ext cx="733499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sz="1100" b="0" i="0" kern="1200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</a:rPr>
              <a:t>Layouts past this point have been inherited from other files and may not be a part of the approved Asurion template.</a:t>
            </a:r>
            <a:endParaRPr sz="110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4458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17775"/>
            <a:ext cx="11191875" cy="337343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B1C1BA4-C831-4BAE-8902-D8B44C11C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1BD78D5-7CB0-4BF0-A1E0-CDD845021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424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0951"/>
            <a:ext cx="11191875" cy="3370262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>
                <a:solidFill>
                  <a:srgbClr val="231F20"/>
                </a:solidFill>
              </a:rPr>
              <a:t>Asurion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>
                <a:solidFill>
                  <a:srgbClr val="231F20"/>
                </a:solidFill>
              </a:rPr>
              <a:pPr/>
              <a:t>‹#›</a:t>
            </a:fld>
            <a:endParaRPr>
              <a:solidFill>
                <a:srgbClr val="231F20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0639103-1054-48CB-9C4A-BC221A9D48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0063" y="1481655"/>
            <a:ext cx="11191874" cy="786765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125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1698625"/>
            <a:ext cx="11191875" cy="419258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>
                <a:solidFill>
                  <a:srgbClr val="231F20"/>
                </a:solidFill>
              </a:rPr>
              <a:t>Asurion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>
                <a:solidFill>
                  <a:srgbClr val="231F20"/>
                </a:solidFill>
              </a:rPr>
              <a:pPr/>
              <a:t>‹#›</a:t>
            </a:fld>
            <a:endParaRPr>
              <a:solidFill>
                <a:srgbClr val="231F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346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0000"/>
            <a:ext cx="55959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>
                <a:solidFill>
                  <a:srgbClr val="231F20"/>
                </a:solidFill>
              </a:rPr>
              <a:t>Asurion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>
                <a:solidFill>
                  <a:srgbClr val="231F20"/>
                </a:solidFill>
              </a:rPr>
              <a:pPr/>
              <a:t>‹#›</a:t>
            </a:fld>
            <a:endParaRPr>
              <a:solidFill>
                <a:srgbClr val="231F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52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500063" y="2517775"/>
            <a:ext cx="5324400" cy="337343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6367537" y="2517775"/>
            <a:ext cx="5324400" cy="337343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5FB212-C07C-47E4-B111-95662FEA043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383D8-C510-4C92-8A54-DA05FA7AFF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644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0000"/>
            <a:ext cx="35893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157396-66F3-4131-832E-DED0E7ABE71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01332" y="2520000"/>
            <a:ext cx="35893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226DC9-EE88-4C38-BFC7-8CF1082EDBD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02601" y="2520000"/>
            <a:ext cx="35893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F938D9-FDBF-4E2E-9864-B9A3DEB81A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F92F295-8332-4AF1-945C-EF34A8F3D0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116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0000"/>
            <a:ext cx="25860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157396-66F3-4131-832E-DED0E7ABE71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93269" y="2520000"/>
            <a:ext cx="25860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226DC9-EE88-4C38-BFC7-8CF1082EDBD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86475" y="2520000"/>
            <a:ext cx="25860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F938D9-FDBF-4E2E-9864-B9A3DEB81A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F92F295-8332-4AF1-945C-EF34A8F3D0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51B05AA-B42D-4FA0-948C-88C9B0D745D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879681" y="2520000"/>
            <a:ext cx="25860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404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0000"/>
            <a:ext cx="55959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BBB8B-648D-4197-97B9-AE71487D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24E6F-6328-463D-B419-65509C9F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880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500063" y="2517775"/>
            <a:ext cx="5324400" cy="337343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6367537" y="2517775"/>
            <a:ext cx="5324400" cy="337343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5FB212-C07C-47E4-B111-95662FEA043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383D8-C510-4C92-8A54-DA05FA7AFF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88433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hree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0000"/>
            <a:ext cx="35893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157396-66F3-4131-832E-DED0E7ABE71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01332" y="2520000"/>
            <a:ext cx="35893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226DC9-EE88-4C38-BFC7-8CF1082EDBD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02601" y="2520000"/>
            <a:ext cx="35893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DF5BAB-DC7D-4C2E-822E-C0828F8BD7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C5A2B2A-4207-4088-8306-70D21909D8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4408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our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0000"/>
            <a:ext cx="25860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157396-66F3-4131-832E-DED0E7ABE71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93269" y="2520000"/>
            <a:ext cx="25860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0226DC9-EE88-4C38-BFC7-8CF1082EDBD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086475" y="2520000"/>
            <a:ext cx="25860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F938D9-FDBF-4E2E-9864-B9A3DEB81A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F92F295-8332-4AF1-945C-EF34A8F3D0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51B05AA-B42D-4FA0-948C-88C9B0D745D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879681" y="2520000"/>
            <a:ext cx="2586037" cy="3365183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2712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0A5685-ADC9-4197-AAEB-665323328B34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3689"/>
            <a:ext cx="5056675" cy="3329423"/>
          </a:xfrm>
        </p:spPr>
        <p:txBody>
          <a:bodyPr spcCol="540000"/>
          <a:lstStyle>
            <a:lvl2pPr>
              <a:spcBef>
                <a:spcPts val="300"/>
              </a:spcBef>
              <a:defRPr/>
            </a:lvl2pPr>
            <a:lvl3pPr>
              <a:spcBef>
                <a:spcPts val="600"/>
              </a:spcBef>
              <a:defRPr/>
            </a:lvl3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>
                <a:solidFill>
                  <a:srgbClr val="231F20"/>
                </a:solidFill>
              </a:rPr>
              <a:t>Asurion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>
                <a:solidFill>
                  <a:srgbClr val="231F20"/>
                </a:solidFill>
              </a:rPr>
              <a:pPr/>
              <a:t>‹#›</a:t>
            </a:fld>
            <a:endParaRPr>
              <a:solidFill>
                <a:srgbClr val="231F20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0639103-1054-48CB-9C4A-BC221A9D48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0063" y="1481655"/>
            <a:ext cx="5056675" cy="786765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275A3245-01FF-42DD-A6D1-85D456773FF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99225" y="1041400"/>
            <a:ext cx="5192713" cy="4849813"/>
          </a:xfr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02630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and Char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0A5685-ADC9-4197-AAEB-665323328B34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3689"/>
            <a:ext cx="5056675" cy="3329423"/>
          </a:xfrm>
        </p:spPr>
        <p:txBody>
          <a:bodyPr numCol="1" spcCol="540000"/>
          <a:lstStyle>
            <a:lvl2pPr>
              <a:spcBef>
                <a:spcPts val="300"/>
              </a:spcBef>
              <a:defRPr/>
            </a:lvl2pPr>
            <a:lvl3pPr>
              <a:spcBef>
                <a:spcPts val="600"/>
              </a:spcBef>
              <a:defRPr/>
            </a:lvl3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Asurion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0639103-1054-48CB-9C4A-BC221A9D48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0063" y="1481655"/>
            <a:ext cx="5056675" cy="786765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275A3245-01FF-42DD-A6D1-85D456773FFD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99225" y="1041400"/>
            <a:ext cx="5192713" cy="48498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49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3800CAF-8C92-4417-9180-874FBE367E0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6096000" cy="6858000"/>
          </a:xfrm>
        </p:spPr>
        <p:txBody>
          <a:bodyPr anchor="ctr"/>
          <a:lstStyle/>
          <a:p>
            <a:r>
              <a:rPr lang="en-US"/>
              <a:t>Click to add image&gt;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75" cy="1080135"/>
          </a:xfrm>
        </p:spPr>
        <p:txBody>
          <a:bodyPr/>
          <a:lstStyle>
            <a:lvl1pPr>
              <a:defRPr sz="32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3689"/>
            <a:ext cx="5056675" cy="3329423"/>
          </a:xfrm>
        </p:spPr>
        <p:txBody>
          <a:bodyPr spcCol="540000"/>
          <a:lstStyle>
            <a:lvl2pPr>
              <a:spcBef>
                <a:spcPts val="300"/>
              </a:spcBef>
              <a:defRPr/>
            </a:lvl2pPr>
            <a:lvl3pPr>
              <a:spcBef>
                <a:spcPts val="600"/>
              </a:spcBef>
              <a:defRPr/>
            </a:lvl3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0639103-1054-48CB-9C4A-BC221A9D48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0063" y="1481655"/>
            <a:ext cx="5056675" cy="786765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06CD7DF-C4F2-B049-BE3C-8BD9236EDF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6B3E6E2-23A9-4B4F-A714-771A9FF980F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2893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53720D-9F4D-4684-9327-5523A748B8A3}"/>
              </a:ext>
            </a:extLst>
          </p:cNvPr>
          <p:cNvCxnSpPr/>
          <p:nvPr/>
        </p:nvCxnSpPr>
        <p:spPr>
          <a:xfrm>
            <a:off x="500062" y="4316231"/>
            <a:ext cx="54720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DE24C3-99CC-479E-BF50-328B4BB36E5D}"/>
              </a:ext>
            </a:extLst>
          </p:cNvPr>
          <p:cNvCxnSpPr/>
          <p:nvPr/>
        </p:nvCxnSpPr>
        <p:spPr>
          <a:xfrm>
            <a:off x="6223001" y="4316231"/>
            <a:ext cx="547200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7A20FC-53DE-40AE-9086-6CA177CE7A0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0062" y="1788962"/>
            <a:ext cx="5472000" cy="2340000"/>
          </a:xfrm>
        </p:spPr>
        <p:txBody>
          <a:bodyPr/>
          <a:lstStyle/>
          <a:p>
            <a:endParaRPr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4F5ED6C-5729-4BCA-B641-0DE3EA8059E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23001" y="1788962"/>
            <a:ext cx="5472000" cy="2340000"/>
          </a:xfrm>
        </p:spPr>
        <p:txBody>
          <a:bodyPr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D5707C-19B8-4344-919E-79F1D3BD71A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308FA-1900-4A15-B816-41EE190CD43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523BD6D-CC29-4E45-990E-0D516E8F9C2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0063" y="4419255"/>
            <a:ext cx="5471999" cy="1462432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61DABEC5-ADD1-4364-9B7B-AEB94D1E077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23001" y="4419255"/>
            <a:ext cx="5471999" cy="1462432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46088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53720D-9F4D-4684-9327-5523A748B8A3}"/>
              </a:ext>
            </a:extLst>
          </p:cNvPr>
          <p:cNvCxnSpPr/>
          <p:nvPr/>
        </p:nvCxnSpPr>
        <p:spPr>
          <a:xfrm>
            <a:off x="500063" y="4316231"/>
            <a:ext cx="356235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DE24C3-99CC-479E-BF50-328B4BB36E5D}"/>
              </a:ext>
            </a:extLst>
          </p:cNvPr>
          <p:cNvCxnSpPr/>
          <p:nvPr/>
        </p:nvCxnSpPr>
        <p:spPr>
          <a:xfrm>
            <a:off x="4314825" y="4316231"/>
            <a:ext cx="3562351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07E561-4A26-4F9F-8A63-FD201FA0C0FD}"/>
              </a:ext>
            </a:extLst>
          </p:cNvPr>
          <p:cNvCxnSpPr/>
          <p:nvPr/>
        </p:nvCxnSpPr>
        <p:spPr>
          <a:xfrm>
            <a:off x="8129587" y="4316231"/>
            <a:ext cx="356235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7A20FC-53DE-40AE-9086-6CA177CE7A0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0063" y="1788962"/>
            <a:ext cx="3562350" cy="2340000"/>
          </a:xfrm>
        </p:spPr>
        <p:txBody>
          <a:bodyPr/>
          <a:lstStyle/>
          <a:p>
            <a:endParaRPr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4F5ED6C-5729-4BCA-B641-0DE3EA8059E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14826" y="1788962"/>
            <a:ext cx="3562350" cy="2340000"/>
          </a:xfrm>
        </p:spPr>
        <p:txBody>
          <a:bodyPr/>
          <a:lstStyle/>
          <a:p>
            <a:endParaRPr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669F2190-4991-4ABB-B5C1-8535467AFA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9588" y="1788962"/>
            <a:ext cx="3562350" cy="2340000"/>
          </a:xfrm>
        </p:spPr>
        <p:txBody>
          <a:bodyPr/>
          <a:lstStyle/>
          <a:p>
            <a:endParaRPr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2F74907-9901-41D8-B02E-D5156ACAC59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D76F14-B7C1-4783-A9BB-4763BFA887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65ED8-5F56-41D5-B431-89361D00D6E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0064" y="4419255"/>
            <a:ext cx="3600000" cy="1462432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4799D4C9-22E1-4D31-B1A1-BDD184F710E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14826" y="4419255"/>
            <a:ext cx="3600000" cy="1462432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E8CE649-5034-45B6-93BA-28668391D8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29589" y="4419255"/>
            <a:ext cx="3600000" cy="1462432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4813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hart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2F74907-9901-41D8-B02E-D5156ACAC59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D76F14-B7C1-4783-A9BB-4763BFA887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86DF79B9-639E-4799-815D-476F130D30D5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500063" y="1481655"/>
            <a:ext cx="5056675" cy="786765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24C50ECB-AA26-4399-9645-112A108CA439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500063" y="2658741"/>
            <a:ext cx="2635250" cy="2127572"/>
          </a:xfrm>
        </p:spPr>
        <p:txBody>
          <a:bodyPr/>
          <a:lstStyle/>
          <a:p>
            <a:endParaRPr/>
          </a:p>
        </p:txBody>
      </p:sp>
      <p:sp>
        <p:nvSpPr>
          <p:cNvPr id="24" name="Chart Placeholder 4">
            <a:extLst>
              <a:ext uri="{FF2B5EF4-FFF2-40B4-BE49-F238E27FC236}">
                <a16:creationId xmlns:a16="http://schemas.microsoft.com/office/drawing/2014/main" id="{5F3EB2C3-AC8E-4242-A032-7D9830F6FEBA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3280586" y="2658741"/>
            <a:ext cx="2635250" cy="2127572"/>
          </a:xfrm>
        </p:spPr>
        <p:txBody>
          <a:bodyPr/>
          <a:lstStyle/>
          <a:p>
            <a:endParaRPr/>
          </a:p>
        </p:txBody>
      </p:sp>
      <p:sp>
        <p:nvSpPr>
          <p:cNvPr id="26" name="Chart Placeholder 4">
            <a:extLst>
              <a:ext uri="{FF2B5EF4-FFF2-40B4-BE49-F238E27FC236}">
                <a16:creationId xmlns:a16="http://schemas.microsoft.com/office/drawing/2014/main" id="{766F0A22-4D5D-4D16-9178-1D5760AEA8C0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>
          <a:xfrm>
            <a:off x="6089101" y="2658741"/>
            <a:ext cx="2635250" cy="2127572"/>
          </a:xfrm>
        </p:spPr>
        <p:txBody>
          <a:bodyPr/>
          <a:lstStyle/>
          <a:p>
            <a:endParaRPr/>
          </a:p>
        </p:txBody>
      </p:sp>
      <p:sp>
        <p:nvSpPr>
          <p:cNvPr id="28" name="Chart Placeholder 4">
            <a:extLst>
              <a:ext uri="{FF2B5EF4-FFF2-40B4-BE49-F238E27FC236}">
                <a16:creationId xmlns:a16="http://schemas.microsoft.com/office/drawing/2014/main" id="{398AB6F5-E5DE-4AB5-9469-650F5C7BC02F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>
          <a:xfrm>
            <a:off x="8897615" y="2658741"/>
            <a:ext cx="2635250" cy="2127572"/>
          </a:xfrm>
        </p:spPr>
        <p:txBody>
          <a:bodyPr/>
          <a:lstStyle/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20137-9C0C-4DA4-BD4C-2707DA74673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00064" y="4861249"/>
            <a:ext cx="2635021" cy="102043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0AFBC60B-11E0-4694-8DBF-0DD62EDB6B4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280587" y="4861249"/>
            <a:ext cx="2635021" cy="102043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FEF1E8D3-913B-4B30-9DFE-B66976F583F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089101" y="4861249"/>
            <a:ext cx="2635021" cy="102043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7643B64F-FD95-47DA-A080-4E4F73C9AFE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8897616" y="4861249"/>
            <a:ext cx="2635021" cy="102043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832158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500063" y="1483200"/>
            <a:ext cx="5470526" cy="786765"/>
          </a:xfrm>
        </p:spPr>
        <p:txBody>
          <a:bodyPr anchor="t" anchorCtr="0"/>
          <a:lstStyle>
            <a:lvl1pPr marL="0" indent="0"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12" name="Content Placeholder 8"/>
          <p:cNvSpPr>
            <a:spLocks noGrp="1"/>
          </p:cNvSpPr>
          <p:nvPr>
            <p:ph sz="quarter" idx="14"/>
          </p:nvPr>
        </p:nvSpPr>
        <p:spPr>
          <a:xfrm>
            <a:off x="500063" y="2520950"/>
            <a:ext cx="5470525" cy="3370263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3" name="Content Placeholder 8"/>
          <p:cNvSpPr>
            <a:spLocks noGrp="1"/>
          </p:cNvSpPr>
          <p:nvPr>
            <p:ph sz="quarter" idx="15"/>
          </p:nvPr>
        </p:nvSpPr>
        <p:spPr>
          <a:xfrm>
            <a:off x="6221414" y="2520950"/>
            <a:ext cx="5471476" cy="3370263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F1517A8-590F-479B-8350-B8C027A8A9C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221412" y="1483200"/>
            <a:ext cx="5471477" cy="786765"/>
          </a:xfrm>
        </p:spPr>
        <p:txBody>
          <a:bodyPr anchor="t" anchorCtr="0"/>
          <a:lstStyle>
            <a:lvl1pPr marL="0" indent="0"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6FA19B-A4D4-453E-A2F4-59F228B33EC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EE0A0-3F25-4EDE-BBFD-3C1C36E0BBA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0913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C235105-E2BB-B241-872E-8B764C2735C7}"/>
              </a:ext>
            </a:extLst>
          </p:cNvPr>
          <p:cNvSpPr/>
          <p:nvPr/>
        </p:nvSpPr>
        <p:spPr>
          <a:xfrm>
            <a:off x="6096000" y="0"/>
            <a:ext cx="3050607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EFCE1D-E624-4B47-B86B-57779E9F52FC}"/>
              </a:ext>
            </a:extLst>
          </p:cNvPr>
          <p:cNvSpPr/>
          <p:nvPr/>
        </p:nvSpPr>
        <p:spPr>
          <a:xfrm>
            <a:off x="9141393" y="0"/>
            <a:ext cx="3050607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400735-3BA6-1C44-B9F2-D8576A3F811D}"/>
              </a:ext>
            </a:extLst>
          </p:cNvPr>
          <p:cNvSpPr/>
          <p:nvPr/>
        </p:nvSpPr>
        <p:spPr>
          <a:xfrm>
            <a:off x="6096000" y="3429000"/>
            <a:ext cx="3050607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CAFAB7-8E16-754B-90EC-4F2AF27FB0CC}"/>
              </a:ext>
            </a:extLst>
          </p:cNvPr>
          <p:cNvSpPr/>
          <p:nvPr/>
        </p:nvSpPr>
        <p:spPr>
          <a:xfrm>
            <a:off x="9141393" y="3429000"/>
            <a:ext cx="3050607" cy="3429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3689"/>
            <a:ext cx="5056675" cy="3329423"/>
          </a:xfrm>
        </p:spPr>
        <p:txBody>
          <a:bodyPr spcCol="540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Asurion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046C3961-C530-D643-976B-752E6A3E6D3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443361" y="2144693"/>
            <a:ext cx="2355884" cy="59979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>
                <a:solidFill>
                  <a:schemeClr val="bg1"/>
                </a:solidFill>
              </a:defRPr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06E42E7-38E9-9445-A365-51FFE703735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43361" y="5395158"/>
            <a:ext cx="2355884" cy="59979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400">
                <a:solidFill>
                  <a:schemeClr val="tx1"/>
                </a:solidFill>
              </a:defRPr>
            </a:lvl1pPr>
            <a:lvl2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ECAB8C3D-C645-6B4F-8943-0C2FBE84B98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488754" y="2144693"/>
            <a:ext cx="2355884" cy="59979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>
                <a:solidFill>
                  <a:schemeClr val="bg1"/>
                </a:solidFill>
              </a:defRPr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3601AE7F-A10B-EB41-8F5A-F2B00DA6B65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488754" y="5395158"/>
            <a:ext cx="2355884" cy="599796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>
                <a:solidFill>
                  <a:schemeClr val="bg1"/>
                </a:solidFill>
              </a:defRPr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FD3E78BC-709E-E147-87C2-021736A7535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801042" y="466344"/>
            <a:ext cx="1640752" cy="1495306"/>
          </a:xfrm>
        </p:spPr>
        <p:txBody>
          <a:bodyPr/>
          <a:lstStyle>
            <a:lvl1pPr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t>Content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D8ABA53-CD5D-5D4A-8042-B0835E310760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9851649" y="466344"/>
            <a:ext cx="1640752" cy="1495306"/>
          </a:xfrm>
        </p:spPr>
        <p:txBody>
          <a:bodyPr/>
          <a:lstStyle>
            <a:lvl1pPr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t>Content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745E06A9-602E-0A44-84B6-62D407BE4F57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801042" y="3716809"/>
            <a:ext cx="1640752" cy="1495306"/>
          </a:xfrm>
        </p:spPr>
        <p:txBody>
          <a:bodyPr/>
          <a:lstStyle>
            <a:lvl1pPr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t>Content</a:t>
            </a:r>
          </a:p>
        </p:txBody>
      </p:sp>
      <p:sp>
        <p:nvSpPr>
          <p:cNvPr id="30" name="Content Placeholder 3">
            <a:extLst>
              <a:ext uri="{FF2B5EF4-FFF2-40B4-BE49-F238E27FC236}">
                <a16:creationId xmlns:a16="http://schemas.microsoft.com/office/drawing/2014/main" id="{D79F0669-4F9E-E646-A67C-2FCEBFA523D4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9851649" y="3716809"/>
            <a:ext cx="1640752" cy="1495306"/>
          </a:xfrm>
        </p:spPr>
        <p:txBody>
          <a:bodyPr/>
          <a:lstStyle>
            <a:lvl1pPr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388331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and 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3689"/>
            <a:ext cx="5056675" cy="3329423"/>
          </a:xfrm>
        </p:spPr>
        <p:txBody>
          <a:bodyPr spcCol="540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Asurion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4F72CA0-107F-4A4A-862E-98C88AC732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3044825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687F16B1-C282-434C-AD8F-D67D33B93E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7175" y="0"/>
            <a:ext cx="3044825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674F1A84-A715-1642-9A6D-724C0D4B3C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3429000"/>
            <a:ext cx="3044825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22454BBB-552C-1443-823A-2C496CBE51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7175" y="3429000"/>
            <a:ext cx="3044825" cy="3429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98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C8F12B-D471-4524-A21D-E2E0C4A3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203B0C-11E9-4FDC-A004-C78D9EB1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942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BBB8B-648D-4197-97B9-AE71487D2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924E6F-6328-463D-B419-65509C9F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2152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98678-86C0-48BA-A39A-FF8C08834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9215-17E8-49B1-A387-1E2239FB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4121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with iPh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monitor&#10;&#10;Description automatically generated">
            <a:extLst>
              <a:ext uri="{FF2B5EF4-FFF2-40B4-BE49-F238E27FC236}">
                <a16:creationId xmlns:a16="http://schemas.microsoft.com/office/drawing/2014/main" id="{7128FF66-3EA6-42D2-A583-39E18B57E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914" y="1095375"/>
            <a:ext cx="2962122" cy="4536000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500064" y="5288239"/>
            <a:ext cx="3600000" cy="783091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300"/>
              </a:spcBef>
              <a:defRPr/>
            </a:lvl3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endParaRPr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4314826" y="5288239"/>
            <a:ext cx="3600000" cy="783091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1ECDB9F2-27F4-42DB-89BF-A79294975B4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29588" y="5288239"/>
            <a:ext cx="3600000" cy="783091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179A366-3852-4680-B35F-C5CAF0ED315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65109" y="1810291"/>
            <a:ext cx="1452882" cy="3088800"/>
          </a:xfrm>
          <a:custGeom>
            <a:avLst/>
            <a:gdLst>
              <a:gd name="connsiteX0" fmla="*/ 202870 w 1452882"/>
              <a:gd name="connsiteY0" fmla="*/ 0 h 3088800"/>
              <a:gd name="connsiteX1" fmla="*/ 307352 w 1452882"/>
              <a:gd name="connsiteY1" fmla="*/ 0 h 3088800"/>
              <a:gd name="connsiteX2" fmla="*/ 321573 w 1452882"/>
              <a:gd name="connsiteY2" fmla="*/ 16508 h 3088800"/>
              <a:gd name="connsiteX3" fmla="*/ 363366 w 1452882"/>
              <a:gd name="connsiteY3" fmla="*/ 98181 h 3088800"/>
              <a:gd name="connsiteX4" fmla="*/ 416768 w 1452882"/>
              <a:gd name="connsiteY4" fmla="*/ 106580 h 3088800"/>
              <a:gd name="connsiteX5" fmla="*/ 1056431 w 1452882"/>
              <a:gd name="connsiteY5" fmla="*/ 106580 h 3088800"/>
              <a:gd name="connsiteX6" fmla="*/ 1095902 w 1452882"/>
              <a:gd name="connsiteY6" fmla="*/ 87755 h 3088800"/>
              <a:gd name="connsiteX7" fmla="*/ 1130439 w 1452882"/>
              <a:gd name="connsiteY7" fmla="*/ 9847 h 3088800"/>
              <a:gd name="connsiteX8" fmla="*/ 1147562 w 1452882"/>
              <a:gd name="connsiteY8" fmla="*/ 579 h 3088800"/>
              <a:gd name="connsiteX9" fmla="*/ 1262202 w 1452882"/>
              <a:gd name="connsiteY9" fmla="*/ 579 h 3088800"/>
              <a:gd name="connsiteX10" fmla="*/ 1389032 w 1452882"/>
              <a:gd name="connsiteY10" fmla="*/ 62558 h 3088800"/>
              <a:gd name="connsiteX11" fmla="*/ 1440112 w 1452882"/>
              <a:gd name="connsiteY11" fmla="*/ 140466 h 3088800"/>
              <a:gd name="connsiteX12" fmla="*/ 1452882 w 1452882"/>
              <a:gd name="connsiteY12" fmla="*/ 200128 h 3088800"/>
              <a:gd name="connsiteX13" fmla="*/ 1452882 w 1452882"/>
              <a:gd name="connsiteY13" fmla="*/ 2893886 h 3088800"/>
              <a:gd name="connsiteX14" fmla="*/ 1400061 w 1452882"/>
              <a:gd name="connsiteY14" fmla="*/ 3015816 h 3088800"/>
              <a:gd name="connsiteX15" fmla="*/ 1327794 w 1452882"/>
              <a:gd name="connsiteY15" fmla="*/ 3069396 h 3088800"/>
              <a:gd name="connsiteX16" fmla="*/ 1250013 w 1452882"/>
              <a:gd name="connsiteY16" fmla="*/ 3088800 h 3088800"/>
              <a:gd name="connsiteX17" fmla="*/ 195904 w 1452882"/>
              <a:gd name="connsiteY17" fmla="*/ 3088800 h 3088800"/>
              <a:gd name="connsiteX18" fmla="*/ 120445 w 1452882"/>
              <a:gd name="connsiteY18" fmla="*/ 3067368 h 3088800"/>
              <a:gd name="connsiteX19" fmla="*/ 48178 w 1452882"/>
              <a:gd name="connsiteY19" fmla="*/ 3008865 h 3088800"/>
              <a:gd name="connsiteX20" fmla="*/ 0 w 1452882"/>
              <a:gd name="connsiteY20" fmla="*/ 2877957 h 3088800"/>
              <a:gd name="connsiteX21" fmla="*/ 871 w 1452882"/>
              <a:gd name="connsiteY21" fmla="*/ 204472 h 3088800"/>
              <a:gd name="connsiteX22" fmla="*/ 17704 w 1452882"/>
              <a:gd name="connsiteY22" fmla="*/ 126854 h 3088800"/>
              <a:gd name="connsiteX23" fmla="*/ 68784 w 1452882"/>
              <a:gd name="connsiteY23" fmla="*/ 58503 h 3088800"/>
              <a:gd name="connsiteX24" fmla="*/ 202870 w 1452882"/>
              <a:gd name="connsiteY24" fmla="*/ 0 h 308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52882" h="3088800">
                <a:moveTo>
                  <a:pt x="202870" y="0"/>
                </a:moveTo>
                <a:cubicBezTo>
                  <a:pt x="307352" y="0"/>
                  <a:pt x="307352" y="0"/>
                  <a:pt x="307352" y="0"/>
                </a:cubicBezTo>
                <a:cubicBezTo>
                  <a:pt x="307352" y="0"/>
                  <a:pt x="317220" y="2896"/>
                  <a:pt x="321573" y="16508"/>
                </a:cubicBezTo>
                <a:cubicBezTo>
                  <a:pt x="325926" y="30121"/>
                  <a:pt x="339567" y="82542"/>
                  <a:pt x="363366" y="98181"/>
                </a:cubicBezTo>
                <a:cubicBezTo>
                  <a:pt x="382231" y="110345"/>
                  <a:pt x="416768" y="106580"/>
                  <a:pt x="416768" y="106580"/>
                </a:cubicBezTo>
                <a:cubicBezTo>
                  <a:pt x="1056431" y="106580"/>
                  <a:pt x="1056431" y="106580"/>
                  <a:pt x="1056431" y="106580"/>
                </a:cubicBezTo>
                <a:cubicBezTo>
                  <a:pt x="1056431" y="106580"/>
                  <a:pt x="1080229" y="107739"/>
                  <a:pt x="1095902" y="87755"/>
                </a:cubicBezTo>
                <a:cubicBezTo>
                  <a:pt x="1111574" y="68061"/>
                  <a:pt x="1130439" y="9847"/>
                  <a:pt x="1130439" y="9847"/>
                </a:cubicBezTo>
                <a:cubicBezTo>
                  <a:pt x="1130439" y="9847"/>
                  <a:pt x="1133051" y="579"/>
                  <a:pt x="1147562" y="579"/>
                </a:cubicBezTo>
                <a:cubicBezTo>
                  <a:pt x="1162364" y="579"/>
                  <a:pt x="1255237" y="579"/>
                  <a:pt x="1262202" y="579"/>
                </a:cubicBezTo>
                <a:cubicBezTo>
                  <a:pt x="1265395" y="579"/>
                  <a:pt x="1344337" y="15060"/>
                  <a:pt x="1389032" y="62558"/>
                </a:cubicBezTo>
                <a:cubicBezTo>
                  <a:pt x="1411089" y="86017"/>
                  <a:pt x="1431115" y="114400"/>
                  <a:pt x="1440112" y="140466"/>
                </a:cubicBezTo>
                <a:cubicBezTo>
                  <a:pt x="1451431" y="172324"/>
                  <a:pt x="1452882" y="200128"/>
                  <a:pt x="1452882" y="200128"/>
                </a:cubicBezTo>
                <a:cubicBezTo>
                  <a:pt x="1452882" y="2893886"/>
                  <a:pt x="1452882" y="2893886"/>
                  <a:pt x="1452882" y="2893886"/>
                </a:cubicBezTo>
                <a:cubicBezTo>
                  <a:pt x="1452882" y="2893886"/>
                  <a:pt x="1443305" y="2974690"/>
                  <a:pt x="1400061" y="3015816"/>
                </a:cubicBezTo>
                <a:cubicBezTo>
                  <a:pt x="1373360" y="3041302"/>
                  <a:pt x="1353334" y="3058100"/>
                  <a:pt x="1327794" y="3069396"/>
                </a:cubicBezTo>
                <a:cubicBezTo>
                  <a:pt x="1287742" y="3087352"/>
                  <a:pt x="1250013" y="3088800"/>
                  <a:pt x="1250013" y="3088800"/>
                </a:cubicBezTo>
                <a:cubicBezTo>
                  <a:pt x="195904" y="3088800"/>
                  <a:pt x="195904" y="3088800"/>
                  <a:pt x="195904" y="3088800"/>
                </a:cubicBezTo>
                <a:cubicBezTo>
                  <a:pt x="195904" y="3088800"/>
                  <a:pt x="157013" y="3084456"/>
                  <a:pt x="120445" y="3067368"/>
                </a:cubicBezTo>
                <a:cubicBezTo>
                  <a:pt x="85908" y="3051439"/>
                  <a:pt x="72267" y="3034641"/>
                  <a:pt x="48178" y="3008865"/>
                </a:cubicBezTo>
                <a:cubicBezTo>
                  <a:pt x="581" y="2957602"/>
                  <a:pt x="0" y="2877957"/>
                  <a:pt x="0" y="2877957"/>
                </a:cubicBezTo>
                <a:lnTo>
                  <a:pt x="871" y="204472"/>
                </a:lnTo>
                <a:cubicBezTo>
                  <a:pt x="871" y="204472"/>
                  <a:pt x="1161" y="167111"/>
                  <a:pt x="17704" y="126854"/>
                </a:cubicBezTo>
                <a:cubicBezTo>
                  <a:pt x="27572" y="102815"/>
                  <a:pt x="49049" y="78198"/>
                  <a:pt x="68784" y="58503"/>
                </a:cubicBezTo>
                <a:cubicBezTo>
                  <a:pt x="117252" y="9268"/>
                  <a:pt x="202870" y="0"/>
                  <a:pt x="20287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2F74907-9901-41D8-B02E-D5156ACAC59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D76F14-B7C1-4783-A9BB-4763BFA887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pic>
        <p:nvPicPr>
          <p:cNvPr id="27" name="Picture 26" descr="A picture containing monitor&#10;&#10;Description automatically generated">
            <a:extLst>
              <a:ext uri="{FF2B5EF4-FFF2-40B4-BE49-F238E27FC236}">
                <a16:creationId xmlns:a16="http://schemas.microsoft.com/office/drawing/2014/main" id="{154FF016-7F02-472C-B9A6-FD4F50DF3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824" y="1095375"/>
            <a:ext cx="2962122" cy="4536000"/>
          </a:xfrm>
          <a:prstGeom prst="rect">
            <a:avLst/>
          </a:prstGeom>
        </p:spPr>
      </p:pic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EEBB07D-0B9A-4E6E-8341-D43B950E589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17019" y="1810291"/>
            <a:ext cx="1452882" cy="3088800"/>
          </a:xfrm>
          <a:custGeom>
            <a:avLst/>
            <a:gdLst>
              <a:gd name="connsiteX0" fmla="*/ 202870 w 1452882"/>
              <a:gd name="connsiteY0" fmla="*/ 0 h 3088800"/>
              <a:gd name="connsiteX1" fmla="*/ 307352 w 1452882"/>
              <a:gd name="connsiteY1" fmla="*/ 0 h 3088800"/>
              <a:gd name="connsiteX2" fmla="*/ 321573 w 1452882"/>
              <a:gd name="connsiteY2" fmla="*/ 16508 h 3088800"/>
              <a:gd name="connsiteX3" fmla="*/ 363366 w 1452882"/>
              <a:gd name="connsiteY3" fmla="*/ 98181 h 3088800"/>
              <a:gd name="connsiteX4" fmla="*/ 416768 w 1452882"/>
              <a:gd name="connsiteY4" fmla="*/ 106580 h 3088800"/>
              <a:gd name="connsiteX5" fmla="*/ 1056431 w 1452882"/>
              <a:gd name="connsiteY5" fmla="*/ 106580 h 3088800"/>
              <a:gd name="connsiteX6" fmla="*/ 1095902 w 1452882"/>
              <a:gd name="connsiteY6" fmla="*/ 87755 h 3088800"/>
              <a:gd name="connsiteX7" fmla="*/ 1130439 w 1452882"/>
              <a:gd name="connsiteY7" fmla="*/ 9847 h 3088800"/>
              <a:gd name="connsiteX8" fmla="*/ 1147562 w 1452882"/>
              <a:gd name="connsiteY8" fmla="*/ 579 h 3088800"/>
              <a:gd name="connsiteX9" fmla="*/ 1262202 w 1452882"/>
              <a:gd name="connsiteY9" fmla="*/ 579 h 3088800"/>
              <a:gd name="connsiteX10" fmla="*/ 1389032 w 1452882"/>
              <a:gd name="connsiteY10" fmla="*/ 62558 h 3088800"/>
              <a:gd name="connsiteX11" fmla="*/ 1440112 w 1452882"/>
              <a:gd name="connsiteY11" fmla="*/ 140466 h 3088800"/>
              <a:gd name="connsiteX12" fmla="*/ 1452882 w 1452882"/>
              <a:gd name="connsiteY12" fmla="*/ 200128 h 3088800"/>
              <a:gd name="connsiteX13" fmla="*/ 1452882 w 1452882"/>
              <a:gd name="connsiteY13" fmla="*/ 2893886 h 3088800"/>
              <a:gd name="connsiteX14" fmla="*/ 1400061 w 1452882"/>
              <a:gd name="connsiteY14" fmla="*/ 3015816 h 3088800"/>
              <a:gd name="connsiteX15" fmla="*/ 1327794 w 1452882"/>
              <a:gd name="connsiteY15" fmla="*/ 3069396 h 3088800"/>
              <a:gd name="connsiteX16" fmla="*/ 1250013 w 1452882"/>
              <a:gd name="connsiteY16" fmla="*/ 3088800 h 3088800"/>
              <a:gd name="connsiteX17" fmla="*/ 195904 w 1452882"/>
              <a:gd name="connsiteY17" fmla="*/ 3088800 h 3088800"/>
              <a:gd name="connsiteX18" fmla="*/ 120445 w 1452882"/>
              <a:gd name="connsiteY18" fmla="*/ 3067368 h 3088800"/>
              <a:gd name="connsiteX19" fmla="*/ 48178 w 1452882"/>
              <a:gd name="connsiteY19" fmla="*/ 3008865 h 3088800"/>
              <a:gd name="connsiteX20" fmla="*/ 0 w 1452882"/>
              <a:gd name="connsiteY20" fmla="*/ 2877957 h 3088800"/>
              <a:gd name="connsiteX21" fmla="*/ 871 w 1452882"/>
              <a:gd name="connsiteY21" fmla="*/ 204472 h 3088800"/>
              <a:gd name="connsiteX22" fmla="*/ 17704 w 1452882"/>
              <a:gd name="connsiteY22" fmla="*/ 126854 h 3088800"/>
              <a:gd name="connsiteX23" fmla="*/ 68784 w 1452882"/>
              <a:gd name="connsiteY23" fmla="*/ 58503 h 3088800"/>
              <a:gd name="connsiteX24" fmla="*/ 202870 w 1452882"/>
              <a:gd name="connsiteY24" fmla="*/ 0 h 308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52882" h="3088800">
                <a:moveTo>
                  <a:pt x="202870" y="0"/>
                </a:moveTo>
                <a:cubicBezTo>
                  <a:pt x="307352" y="0"/>
                  <a:pt x="307352" y="0"/>
                  <a:pt x="307352" y="0"/>
                </a:cubicBezTo>
                <a:cubicBezTo>
                  <a:pt x="307352" y="0"/>
                  <a:pt x="317220" y="2896"/>
                  <a:pt x="321573" y="16508"/>
                </a:cubicBezTo>
                <a:cubicBezTo>
                  <a:pt x="325926" y="30121"/>
                  <a:pt x="339567" y="82542"/>
                  <a:pt x="363366" y="98181"/>
                </a:cubicBezTo>
                <a:cubicBezTo>
                  <a:pt x="382231" y="110345"/>
                  <a:pt x="416768" y="106580"/>
                  <a:pt x="416768" y="106580"/>
                </a:cubicBezTo>
                <a:cubicBezTo>
                  <a:pt x="1056431" y="106580"/>
                  <a:pt x="1056431" y="106580"/>
                  <a:pt x="1056431" y="106580"/>
                </a:cubicBezTo>
                <a:cubicBezTo>
                  <a:pt x="1056431" y="106580"/>
                  <a:pt x="1080229" y="107739"/>
                  <a:pt x="1095902" y="87755"/>
                </a:cubicBezTo>
                <a:cubicBezTo>
                  <a:pt x="1111574" y="68061"/>
                  <a:pt x="1130439" y="9847"/>
                  <a:pt x="1130439" y="9847"/>
                </a:cubicBezTo>
                <a:cubicBezTo>
                  <a:pt x="1130439" y="9847"/>
                  <a:pt x="1133051" y="579"/>
                  <a:pt x="1147562" y="579"/>
                </a:cubicBezTo>
                <a:cubicBezTo>
                  <a:pt x="1162364" y="579"/>
                  <a:pt x="1255237" y="579"/>
                  <a:pt x="1262202" y="579"/>
                </a:cubicBezTo>
                <a:cubicBezTo>
                  <a:pt x="1265395" y="579"/>
                  <a:pt x="1344337" y="15060"/>
                  <a:pt x="1389032" y="62558"/>
                </a:cubicBezTo>
                <a:cubicBezTo>
                  <a:pt x="1411089" y="86017"/>
                  <a:pt x="1431115" y="114400"/>
                  <a:pt x="1440112" y="140466"/>
                </a:cubicBezTo>
                <a:cubicBezTo>
                  <a:pt x="1451431" y="172324"/>
                  <a:pt x="1452882" y="200128"/>
                  <a:pt x="1452882" y="200128"/>
                </a:cubicBezTo>
                <a:cubicBezTo>
                  <a:pt x="1452882" y="2893886"/>
                  <a:pt x="1452882" y="2893886"/>
                  <a:pt x="1452882" y="2893886"/>
                </a:cubicBezTo>
                <a:cubicBezTo>
                  <a:pt x="1452882" y="2893886"/>
                  <a:pt x="1443305" y="2974690"/>
                  <a:pt x="1400061" y="3015816"/>
                </a:cubicBezTo>
                <a:cubicBezTo>
                  <a:pt x="1373360" y="3041302"/>
                  <a:pt x="1353334" y="3058100"/>
                  <a:pt x="1327794" y="3069396"/>
                </a:cubicBezTo>
                <a:cubicBezTo>
                  <a:pt x="1287742" y="3087352"/>
                  <a:pt x="1250013" y="3088800"/>
                  <a:pt x="1250013" y="3088800"/>
                </a:cubicBezTo>
                <a:cubicBezTo>
                  <a:pt x="195904" y="3088800"/>
                  <a:pt x="195904" y="3088800"/>
                  <a:pt x="195904" y="3088800"/>
                </a:cubicBezTo>
                <a:cubicBezTo>
                  <a:pt x="195904" y="3088800"/>
                  <a:pt x="157013" y="3084456"/>
                  <a:pt x="120445" y="3067368"/>
                </a:cubicBezTo>
                <a:cubicBezTo>
                  <a:pt x="85908" y="3051439"/>
                  <a:pt x="72267" y="3034641"/>
                  <a:pt x="48178" y="3008865"/>
                </a:cubicBezTo>
                <a:cubicBezTo>
                  <a:pt x="581" y="2957602"/>
                  <a:pt x="0" y="2877957"/>
                  <a:pt x="0" y="2877957"/>
                </a:cubicBezTo>
                <a:lnTo>
                  <a:pt x="871" y="204472"/>
                </a:lnTo>
                <a:cubicBezTo>
                  <a:pt x="871" y="204472"/>
                  <a:pt x="1161" y="167111"/>
                  <a:pt x="17704" y="126854"/>
                </a:cubicBezTo>
                <a:cubicBezTo>
                  <a:pt x="27572" y="102815"/>
                  <a:pt x="49049" y="78198"/>
                  <a:pt x="68784" y="58503"/>
                </a:cubicBezTo>
                <a:cubicBezTo>
                  <a:pt x="117252" y="9268"/>
                  <a:pt x="202870" y="0"/>
                  <a:pt x="20287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/>
          </a:p>
        </p:txBody>
      </p:sp>
      <p:pic>
        <p:nvPicPr>
          <p:cNvPr id="29" name="Picture 28" descr="A picture containing monitor&#10;&#10;Description automatically generated">
            <a:extLst>
              <a:ext uri="{FF2B5EF4-FFF2-40B4-BE49-F238E27FC236}">
                <a16:creationId xmlns:a16="http://schemas.microsoft.com/office/drawing/2014/main" id="{A70AE4C1-4526-4D22-9301-A6F93E38D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164" y="1095375"/>
            <a:ext cx="2962122" cy="4536000"/>
          </a:xfrm>
          <a:prstGeom prst="rect">
            <a:avLst/>
          </a:prstGeom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681D62F-4793-4C2E-8783-7DAF67F9AF3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80359" y="1810291"/>
            <a:ext cx="1452882" cy="3088800"/>
          </a:xfrm>
          <a:custGeom>
            <a:avLst/>
            <a:gdLst>
              <a:gd name="connsiteX0" fmla="*/ 202870 w 1452882"/>
              <a:gd name="connsiteY0" fmla="*/ 0 h 3088800"/>
              <a:gd name="connsiteX1" fmla="*/ 307352 w 1452882"/>
              <a:gd name="connsiteY1" fmla="*/ 0 h 3088800"/>
              <a:gd name="connsiteX2" fmla="*/ 321573 w 1452882"/>
              <a:gd name="connsiteY2" fmla="*/ 16508 h 3088800"/>
              <a:gd name="connsiteX3" fmla="*/ 363366 w 1452882"/>
              <a:gd name="connsiteY3" fmla="*/ 98181 h 3088800"/>
              <a:gd name="connsiteX4" fmla="*/ 416768 w 1452882"/>
              <a:gd name="connsiteY4" fmla="*/ 106580 h 3088800"/>
              <a:gd name="connsiteX5" fmla="*/ 1056431 w 1452882"/>
              <a:gd name="connsiteY5" fmla="*/ 106580 h 3088800"/>
              <a:gd name="connsiteX6" fmla="*/ 1095902 w 1452882"/>
              <a:gd name="connsiteY6" fmla="*/ 87755 h 3088800"/>
              <a:gd name="connsiteX7" fmla="*/ 1130439 w 1452882"/>
              <a:gd name="connsiteY7" fmla="*/ 9847 h 3088800"/>
              <a:gd name="connsiteX8" fmla="*/ 1147562 w 1452882"/>
              <a:gd name="connsiteY8" fmla="*/ 579 h 3088800"/>
              <a:gd name="connsiteX9" fmla="*/ 1262202 w 1452882"/>
              <a:gd name="connsiteY9" fmla="*/ 579 h 3088800"/>
              <a:gd name="connsiteX10" fmla="*/ 1389032 w 1452882"/>
              <a:gd name="connsiteY10" fmla="*/ 62558 h 3088800"/>
              <a:gd name="connsiteX11" fmla="*/ 1440112 w 1452882"/>
              <a:gd name="connsiteY11" fmla="*/ 140466 h 3088800"/>
              <a:gd name="connsiteX12" fmla="*/ 1452882 w 1452882"/>
              <a:gd name="connsiteY12" fmla="*/ 200128 h 3088800"/>
              <a:gd name="connsiteX13" fmla="*/ 1452882 w 1452882"/>
              <a:gd name="connsiteY13" fmla="*/ 2893886 h 3088800"/>
              <a:gd name="connsiteX14" fmla="*/ 1400061 w 1452882"/>
              <a:gd name="connsiteY14" fmla="*/ 3015816 h 3088800"/>
              <a:gd name="connsiteX15" fmla="*/ 1327794 w 1452882"/>
              <a:gd name="connsiteY15" fmla="*/ 3069396 h 3088800"/>
              <a:gd name="connsiteX16" fmla="*/ 1250013 w 1452882"/>
              <a:gd name="connsiteY16" fmla="*/ 3088800 h 3088800"/>
              <a:gd name="connsiteX17" fmla="*/ 195904 w 1452882"/>
              <a:gd name="connsiteY17" fmla="*/ 3088800 h 3088800"/>
              <a:gd name="connsiteX18" fmla="*/ 120445 w 1452882"/>
              <a:gd name="connsiteY18" fmla="*/ 3067368 h 3088800"/>
              <a:gd name="connsiteX19" fmla="*/ 48178 w 1452882"/>
              <a:gd name="connsiteY19" fmla="*/ 3008865 h 3088800"/>
              <a:gd name="connsiteX20" fmla="*/ 0 w 1452882"/>
              <a:gd name="connsiteY20" fmla="*/ 2877957 h 3088800"/>
              <a:gd name="connsiteX21" fmla="*/ 871 w 1452882"/>
              <a:gd name="connsiteY21" fmla="*/ 204472 h 3088800"/>
              <a:gd name="connsiteX22" fmla="*/ 17704 w 1452882"/>
              <a:gd name="connsiteY22" fmla="*/ 126854 h 3088800"/>
              <a:gd name="connsiteX23" fmla="*/ 68784 w 1452882"/>
              <a:gd name="connsiteY23" fmla="*/ 58503 h 3088800"/>
              <a:gd name="connsiteX24" fmla="*/ 202870 w 1452882"/>
              <a:gd name="connsiteY24" fmla="*/ 0 h 308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52882" h="3088800">
                <a:moveTo>
                  <a:pt x="202870" y="0"/>
                </a:moveTo>
                <a:cubicBezTo>
                  <a:pt x="307352" y="0"/>
                  <a:pt x="307352" y="0"/>
                  <a:pt x="307352" y="0"/>
                </a:cubicBezTo>
                <a:cubicBezTo>
                  <a:pt x="307352" y="0"/>
                  <a:pt x="317220" y="2896"/>
                  <a:pt x="321573" y="16508"/>
                </a:cubicBezTo>
                <a:cubicBezTo>
                  <a:pt x="325926" y="30121"/>
                  <a:pt x="339567" y="82542"/>
                  <a:pt x="363366" y="98181"/>
                </a:cubicBezTo>
                <a:cubicBezTo>
                  <a:pt x="382231" y="110345"/>
                  <a:pt x="416768" y="106580"/>
                  <a:pt x="416768" y="106580"/>
                </a:cubicBezTo>
                <a:cubicBezTo>
                  <a:pt x="1056431" y="106580"/>
                  <a:pt x="1056431" y="106580"/>
                  <a:pt x="1056431" y="106580"/>
                </a:cubicBezTo>
                <a:cubicBezTo>
                  <a:pt x="1056431" y="106580"/>
                  <a:pt x="1080229" y="107739"/>
                  <a:pt x="1095902" y="87755"/>
                </a:cubicBezTo>
                <a:cubicBezTo>
                  <a:pt x="1111574" y="68061"/>
                  <a:pt x="1130439" y="9847"/>
                  <a:pt x="1130439" y="9847"/>
                </a:cubicBezTo>
                <a:cubicBezTo>
                  <a:pt x="1130439" y="9847"/>
                  <a:pt x="1133051" y="579"/>
                  <a:pt x="1147562" y="579"/>
                </a:cubicBezTo>
                <a:cubicBezTo>
                  <a:pt x="1162364" y="579"/>
                  <a:pt x="1255237" y="579"/>
                  <a:pt x="1262202" y="579"/>
                </a:cubicBezTo>
                <a:cubicBezTo>
                  <a:pt x="1265395" y="579"/>
                  <a:pt x="1344337" y="15060"/>
                  <a:pt x="1389032" y="62558"/>
                </a:cubicBezTo>
                <a:cubicBezTo>
                  <a:pt x="1411089" y="86017"/>
                  <a:pt x="1431115" y="114400"/>
                  <a:pt x="1440112" y="140466"/>
                </a:cubicBezTo>
                <a:cubicBezTo>
                  <a:pt x="1451431" y="172324"/>
                  <a:pt x="1452882" y="200128"/>
                  <a:pt x="1452882" y="200128"/>
                </a:cubicBezTo>
                <a:cubicBezTo>
                  <a:pt x="1452882" y="2893886"/>
                  <a:pt x="1452882" y="2893886"/>
                  <a:pt x="1452882" y="2893886"/>
                </a:cubicBezTo>
                <a:cubicBezTo>
                  <a:pt x="1452882" y="2893886"/>
                  <a:pt x="1443305" y="2974690"/>
                  <a:pt x="1400061" y="3015816"/>
                </a:cubicBezTo>
                <a:cubicBezTo>
                  <a:pt x="1373360" y="3041302"/>
                  <a:pt x="1353334" y="3058100"/>
                  <a:pt x="1327794" y="3069396"/>
                </a:cubicBezTo>
                <a:cubicBezTo>
                  <a:pt x="1287742" y="3087352"/>
                  <a:pt x="1250013" y="3088800"/>
                  <a:pt x="1250013" y="3088800"/>
                </a:cubicBezTo>
                <a:cubicBezTo>
                  <a:pt x="195904" y="3088800"/>
                  <a:pt x="195904" y="3088800"/>
                  <a:pt x="195904" y="3088800"/>
                </a:cubicBezTo>
                <a:cubicBezTo>
                  <a:pt x="195904" y="3088800"/>
                  <a:pt x="157013" y="3084456"/>
                  <a:pt x="120445" y="3067368"/>
                </a:cubicBezTo>
                <a:cubicBezTo>
                  <a:pt x="85908" y="3051439"/>
                  <a:pt x="72267" y="3034641"/>
                  <a:pt x="48178" y="3008865"/>
                </a:cubicBezTo>
                <a:cubicBezTo>
                  <a:pt x="581" y="2957602"/>
                  <a:pt x="0" y="2877957"/>
                  <a:pt x="0" y="2877957"/>
                </a:cubicBezTo>
                <a:lnTo>
                  <a:pt x="871" y="204472"/>
                </a:lnTo>
                <a:cubicBezTo>
                  <a:pt x="871" y="204472"/>
                  <a:pt x="1161" y="167111"/>
                  <a:pt x="17704" y="126854"/>
                </a:cubicBezTo>
                <a:cubicBezTo>
                  <a:pt x="27572" y="102815"/>
                  <a:pt x="49049" y="78198"/>
                  <a:pt x="68784" y="58503"/>
                </a:cubicBezTo>
                <a:cubicBezTo>
                  <a:pt x="117252" y="9268"/>
                  <a:pt x="202870" y="0"/>
                  <a:pt x="20287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34847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ree Content with iPh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500064" y="5288239"/>
            <a:ext cx="3600000" cy="783091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300"/>
              </a:spcBef>
              <a:defRPr/>
            </a:lvl3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endParaRPr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4314826" y="5288239"/>
            <a:ext cx="3600000" cy="783091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1ECDB9F2-27F4-42DB-89BF-A79294975B4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29588" y="5288239"/>
            <a:ext cx="3600000" cy="783091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179A366-3852-4680-B35F-C5CAF0ED315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65109" y="1810291"/>
            <a:ext cx="1452882" cy="3088800"/>
          </a:xfrm>
          <a:custGeom>
            <a:avLst/>
            <a:gdLst>
              <a:gd name="connsiteX0" fmla="*/ 202870 w 1452882"/>
              <a:gd name="connsiteY0" fmla="*/ 0 h 3088800"/>
              <a:gd name="connsiteX1" fmla="*/ 307352 w 1452882"/>
              <a:gd name="connsiteY1" fmla="*/ 0 h 3088800"/>
              <a:gd name="connsiteX2" fmla="*/ 321573 w 1452882"/>
              <a:gd name="connsiteY2" fmla="*/ 16508 h 3088800"/>
              <a:gd name="connsiteX3" fmla="*/ 363366 w 1452882"/>
              <a:gd name="connsiteY3" fmla="*/ 98181 h 3088800"/>
              <a:gd name="connsiteX4" fmla="*/ 416768 w 1452882"/>
              <a:gd name="connsiteY4" fmla="*/ 106580 h 3088800"/>
              <a:gd name="connsiteX5" fmla="*/ 1056431 w 1452882"/>
              <a:gd name="connsiteY5" fmla="*/ 106580 h 3088800"/>
              <a:gd name="connsiteX6" fmla="*/ 1095902 w 1452882"/>
              <a:gd name="connsiteY6" fmla="*/ 87755 h 3088800"/>
              <a:gd name="connsiteX7" fmla="*/ 1130439 w 1452882"/>
              <a:gd name="connsiteY7" fmla="*/ 9847 h 3088800"/>
              <a:gd name="connsiteX8" fmla="*/ 1147562 w 1452882"/>
              <a:gd name="connsiteY8" fmla="*/ 579 h 3088800"/>
              <a:gd name="connsiteX9" fmla="*/ 1262202 w 1452882"/>
              <a:gd name="connsiteY9" fmla="*/ 579 h 3088800"/>
              <a:gd name="connsiteX10" fmla="*/ 1389032 w 1452882"/>
              <a:gd name="connsiteY10" fmla="*/ 62558 h 3088800"/>
              <a:gd name="connsiteX11" fmla="*/ 1440112 w 1452882"/>
              <a:gd name="connsiteY11" fmla="*/ 140466 h 3088800"/>
              <a:gd name="connsiteX12" fmla="*/ 1452882 w 1452882"/>
              <a:gd name="connsiteY12" fmla="*/ 200128 h 3088800"/>
              <a:gd name="connsiteX13" fmla="*/ 1452882 w 1452882"/>
              <a:gd name="connsiteY13" fmla="*/ 2893886 h 3088800"/>
              <a:gd name="connsiteX14" fmla="*/ 1400061 w 1452882"/>
              <a:gd name="connsiteY14" fmla="*/ 3015816 h 3088800"/>
              <a:gd name="connsiteX15" fmla="*/ 1327794 w 1452882"/>
              <a:gd name="connsiteY15" fmla="*/ 3069396 h 3088800"/>
              <a:gd name="connsiteX16" fmla="*/ 1250013 w 1452882"/>
              <a:gd name="connsiteY16" fmla="*/ 3088800 h 3088800"/>
              <a:gd name="connsiteX17" fmla="*/ 195904 w 1452882"/>
              <a:gd name="connsiteY17" fmla="*/ 3088800 h 3088800"/>
              <a:gd name="connsiteX18" fmla="*/ 120445 w 1452882"/>
              <a:gd name="connsiteY18" fmla="*/ 3067368 h 3088800"/>
              <a:gd name="connsiteX19" fmla="*/ 48178 w 1452882"/>
              <a:gd name="connsiteY19" fmla="*/ 3008865 h 3088800"/>
              <a:gd name="connsiteX20" fmla="*/ 0 w 1452882"/>
              <a:gd name="connsiteY20" fmla="*/ 2877957 h 3088800"/>
              <a:gd name="connsiteX21" fmla="*/ 871 w 1452882"/>
              <a:gd name="connsiteY21" fmla="*/ 204472 h 3088800"/>
              <a:gd name="connsiteX22" fmla="*/ 17704 w 1452882"/>
              <a:gd name="connsiteY22" fmla="*/ 126854 h 3088800"/>
              <a:gd name="connsiteX23" fmla="*/ 68784 w 1452882"/>
              <a:gd name="connsiteY23" fmla="*/ 58503 h 3088800"/>
              <a:gd name="connsiteX24" fmla="*/ 202870 w 1452882"/>
              <a:gd name="connsiteY24" fmla="*/ 0 h 308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52882" h="3088800">
                <a:moveTo>
                  <a:pt x="202870" y="0"/>
                </a:moveTo>
                <a:cubicBezTo>
                  <a:pt x="307352" y="0"/>
                  <a:pt x="307352" y="0"/>
                  <a:pt x="307352" y="0"/>
                </a:cubicBezTo>
                <a:cubicBezTo>
                  <a:pt x="307352" y="0"/>
                  <a:pt x="317220" y="2896"/>
                  <a:pt x="321573" y="16508"/>
                </a:cubicBezTo>
                <a:cubicBezTo>
                  <a:pt x="325926" y="30121"/>
                  <a:pt x="339567" y="82542"/>
                  <a:pt x="363366" y="98181"/>
                </a:cubicBezTo>
                <a:cubicBezTo>
                  <a:pt x="382231" y="110345"/>
                  <a:pt x="416768" y="106580"/>
                  <a:pt x="416768" y="106580"/>
                </a:cubicBezTo>
                <a:cubicBezTo>
                  <a:pt x="1056431" y="106580"/>
                  <a:pt x="1056431" y="106580"/>
                  <a:pt x="1056431" y="106580"/>
                </a:cubicBezTo>
                <a:cubicBezTo>
                  <a:pt x="1056431" y="106580"/>
                  <a:pt x="1080229" y="107739"/>
                  <a:pt x="1095902" y="87755"/>
                </a:cubicBezTo>
                <a:cubicBezTo>
                  <a:pt x="1111574" y="68061"/>
                  <a:pt x="1130439" y="9847"/>
                  <a:pt x="1130439" y="9847"/>
                </a:cubicBezTo>
                <a:cubicBezTo>
                  <a:pt x="1130439" y="9847"/>
                  <a:pt x="1133051" y="579"/>
                  <a:pt x="1147562" y="579"/>
                </a:cubicBezTo>
                <a:cubicBezTo>
                  <a:pt x="1162364" y="579"/>
                  <a:pt x="1255237" y="579"/>
                  <a:pt x="1262202" y="579"/>
                </a:cubicBezTo>
                <a:cubicBezTo>
                  <a:pt x="1265395" y="579"/>
                  <a:pt x="1344337" y="15060"/>
                  <a:pt x="1389032" y="62558"/>
                </a:cubicBezTo>
                <a:cubicBezTo>
                  <a:pt x="1411089" y="86017"/>
                  <a:pt x="1431115" y="114400"/>
                  <a:pt x="1440112" y="140466"/>
                </a:cubicBezTo>
                <a:cubicBezTo>
                  <a:pt x="1451431" y="172324"/>
                  <a:pt x="1452882" y="200128"/>
                  <a:pt x="1452882" y="200128"/>
                </a:cubicBezTo>
                <a:cubicBezTo>
                  <a:pt x="1452882" y="2893886"/>
                  <a:pt x="1452882" y="2893886"/>
                  <a:pt x="1452882" y="2893886"/>
                </a:cubicBezTo>
                <a:cubicBezTo>
                  <a:pt x="1452882" y="2893886"/>
                  <a:pt x="1443305" y="2974690"/>
                  <a:pt x="1400061" y="3015816"/>
                </a:cubicBezTo>
                <a:cubicBezTo>
                  <a:pt x="1373360" y="3041302"/>
                  <a:pt x="1353334" y="3058100"/>
                  <a:pt x="1327794" y="3069396"/>
                </a:cubicBezTo>
                <a:cubicBezTo>
                  <a:pt x="1287742" y="3087352"/>
                  <a:pt x="1250013" y="3088800"/>
                  <a:pt x="1250013" y="3088800"/>
                </a:cubicBezTo>
                <a:cubicBezTo>
                  <a:pt x="195904" y="3088800"/>
                  <a:pt x="195904" y="3088800"/>
                  <a:pt x="195904" y="3088800"/>
                </a:cubicBezTo>
                <a:cubicBezTo>
                  <a:pt x="195904" y="3088800"/>
                  <a:pt x="157013" y="3084456"/>
                  <a:pt x="120445" y="3067368"/>
                </a:cubicBezTo>
                <a:cubicBezTo>
                  <a:pt x="85908" y="3051439"/>
                  <a:pt x="72267" y="3034641"/>
                  <a:pt x="48178" y="3008865"/>
                </a:cubicBezTo>
                <a:cubicBezTo>
                  <a:pt x="581" y="2957602"/>
                  <a:pt x="0" y="2877957"/>
                  <a:pt x="0" y="2877957"/>
                </a:cubicBezTo>
                <a:lnTo>
                  <a:pt x="871" y="204472"/>
                </a:lnTo>
                <a:cubicBezTo>
                  <a:pt x="871" y="204472"/>
                  <a:pt x="1161" y="167111"/>
                  <a:pt x="17704" y="126854"/>
                </a:cubicBezTo>
                <a:cubicBezTo>
                  <a:pt x="27572" y="102815"/>
                  <a:pt x="49049" y="78198"/>
                  <a:pt x="68784" y="58503"/>
                </a:cubicBezTo>
                <a:cubicBezTo>
                  <a:pt x="117252" y="9268"/>
                  <a:pt x="202870" y="0"/>
                  <a:pt x="20287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2F74907-9901-41D8-B02E-D5156ACAC59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D76F14-B7C1-4783-A9BB-4763BFA887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EEBB07D-0B9A-4E6E-8341-D43B950E589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17019" y="1810291"/>
            <a:ext cx="1452882" cy="3088800"/>
          </a:xfrm>
          <a:custGeom>
            <a:avLst/>
            <a:gdLst>
              <a:gd name="connsiteX0" fmla="*/ 202870 w 1452882"/>
              <a:gd name="connsiteY0" fmla="*/ 0 h 3088800"/>
              <a:gd name="connsiteX1" fmla="*/ 307352 w 1452882"/>
              <a:gd name="connsiteY1" fmla="*/ 0 h 3088800"/>
              <a:gd name="connsiteX2" fmla="*/ 321573 w 1452882"/>
              <a:gd name="connsiteY2" fmla="*/ 16508 h 3088800"/>
              <a:gd name="connsiteX3" fmla="*/ 363366 w 1452882"/>
              <a:gd name="connsiteY3" fmla="*/ 98181 h 3088800"/>
              <a:gd name="connsiteX4" fmla="*/ 416768 w 1452882"/>
              <a:gd name="connsiteY4" fmla="*/ 106580 h 3088800"/>
              <a:gd name="connsiteX5" fmla="*/ 1056431 w 1452882"/>
              <a:gd name="connsiteY5" fmla="*/ 106580 h 3088800"/>
              <a:gd name="connsiteX6" fmla="*/ 1095902 w 1452882"/>
              <a:gd name="connsiteY6" fmla="*/ 87755 h 3088800"/>
              <a:gd name="connsiteX7" fmla="*/ 1130439 w 1452882"/>
              <a:gd name="connsiteY7" fmla="*/ 9847 h 3088800"/>
              <a:gd name="connsiteX8" fmla="*/ 1147562 w 1452882"/>
              <a:gd name="connsiteY8" fmla="*/ 579 h 3088800"/>
              <a:gd name="connsiteX9" fmla="*/ 1262202 w 1452882"/>
              <a:gd name="connsiteY9" fmla="*/ 579 h 3088800"/>
              <a:gd name="connsiteX10" fmla="*/ 1389032 w 1452882"/>
              <a:gd name="connsiteY10" fmla="*/ 62558 h 3088800"/>
              <a:gd name="connsiteX11" fmla="*/ 1440112 w 1452882"/>
              <a:gd name="connsiteY11" fmla="*/ 140466 h 3088800"/>
              <a:gd name="connsiteX12" fmla="*/ 1452882 w 1452882"/>
              <a:gd name="connsiteY12" fmla="*/ 200128 h 3088800"/>
              <a:gd name="connsiteX13" fmla="*/ 1452882 w 1452882"/>
              <a:gd name="connsiteY13" fmla="*/ 2893886 h 3088800"/>
              <a:gd name="connsiteX14" fmla="*/ 1400061 w 1452882"/>
              <a:gd name="connsiteY14" fmla="*/ 3015816 h 3088800"/>
              <a:gd name="connsiteX15" fmla="*/ 1327794 w 1452882"/>
              <a:gd name="connsiteY15" fmla="*/ 3069396 h 3088800"/>
              <a:gd name="connsiteX16" fmla="*/ 1250013 w 1452882"/>
              <a:gd name="connsiteY16" fmla="*/ 3088800 h 3088800"/>
              <a:gd name="connsiteX17" fmla="*/ 195904 w 1452882"/>
              <a:gd name="connsiteY17" fmla="*/ 3088800 h 3088800"/>
              <a:gd name="connsiteX18" fmla="*/ 120445 w 1452882"/>
              <a:gd name="connsiteY18" fmla="*/ 3067368 h 3088800"/>
              <a:gd name="connsiteX19" fmla="*/ 48178 w 1452882"/>
              <a:gd name="connsiteY19" fmla="*/ 3008865 h 3088800"/>
              <a:gd name="connsiteX20" fmla="*/ 0 w 1452882"/>
              <a:gd name="connsiteY20" fmla="*/ 2877957 h 3088800"/>
              <a:gd name="connsiteX21" fmla="*/ 871 w 1452882"/>
              <a:gd name="connsiteY21" fmla="*/ 204472 h 3088800"/>
              <a:gd name="connsiteX22" fmla="*/ 17704 w 1452882"/>
              <a:gd name="connsiteY22" fmla="*/ 126854 h 3088800"/>
              <a:gd name="connsiteX23" fmla="*/ 68784 w 1452882"/>
              <a:gd name="connsiteY23" fmla="*/ 58503 h 3088800"/>
              <a:gd name="connsiteX24" fmla="*/ 202870 w 1452882"/>
              <a:gd name="connsiteY24" fmla="*/ 0 h 308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52882" h="3088800">
                <a:moveTo>
                  <a:pt x="202870" y="0"/>
                </a:moveTo>
                <a:cubicBezTo>
                  <a:pt x="307352" y="0"/>
                  <a:pt x="307352" y="0"/>
                  <a:pt x="307352" y="0"/>
                </a:cubicBezTo>
                <a:cubicBezTo>
                  <a:pt x="307352" y="0"/>
                  <a:pt x="317220" y="2896"/>
                  <a:pt x="321573" y="16508"/>
                </a:cubicBezTo>
                <a:cubicBezTo>
                  <a:pt x="325926" y="30121"/>
                  <a:pt x="339567" y="82542"/>
                  <a:pt x="363366" y="98181"/>
                </a:cubicBezTo>
                <a:cubicBezTo>
                  <a:pt x="382231" y="110345"/>
                  <a:pt x="416768" y="106580"/>
                  <a:pt x="416768" y="106580"/>
                </a:cubicBezTo>
                <a:cubicBezTo>
                  <a:pt x="1056431" y="106580"/>
                  <a:pt x="1056431" y="106580"/>
                  <a:pt x="1056431" y="106580"/>
                </a:cubicBezTo>
                <a:cubicBezTo>
                  <a:pt x="1056431" y="106580"/>
                  <a:pt x="1080229" y="107739"/>
                  <a:pt x="1095902" y="87755"/>
                </a:cubicBezTo>
                <a:cubicBezTo>
                  <a:pt x="1111574" y="68061"/>
                  <a:pt x="1130439" y="9847"/>
                  <a:pt x="1130439" y="9847"/>
                </a:cubicBezTo>
                <a:cubicBezTo>
                  <a:pt x="1130439" y="9847"/>
                  <a:pt x="1133051" y="579"/>
                  <a:pt x="1147562" y="579"/>
                </a:cubicBezTo>
                <a:cubicBezTo>
                  <a:pt x="1162364" y="579"/>
                  <a:pt x="1255237" y="579"/>
                  <a:pt x="1262202" y="579"/>
                </a:cubicBezTo>
                <a:cubicBezTo>
                  <a:pt x="1265395" y="579"/>
                  <a:pt x="1344337" y="15060"/>
                  <a:pt x="1389032" y="62558"/>
                </a:cubicBezTo>
                <a:cubicBezTo>
                  <a:pt x="1411089" y="86017"/>
                  <a:pt x="1431115" y="114400"/>
                  <a:pt x="1440112" y="140466"/>
                </a:cubicBezTo>
                <a:cubicBezTo>
                  <a:pt x="1451431" y="172324"/>
                  <a:pt x="1452882" y="200128"/>
                  <a:pt x="1452882" y="200128"/>
                </a:cubicBezTo>
                <a:cubicBezTo>
                  <a:pt x="1452882" y="2893886"/>
                  <a:pt x="1452882" y="2893886"/>
                  <a:pt x="1452882" y="2893886"/>
                </a:cubicBezTo>
                <a:cubicBezTo>
                  <a:pt x="1452882" y="2893886"/>
                  <a:pt x="1443305" y="2974690"/>
                  <a:pt x="1400061" y="3015816"/>
                </a:cubicBezTo>
                <a:cubicBezTo>
                  <a:pt x="1373360" y="3041302"/>
                  <a:pt x="1353334" y="3058100"/>
                  <a:pt x="1327794" y="3069396"/>
                </a:cubicBezTo>
                <a:cubicBezTo>
                  <a:pt x="1287742" y="3087352"/>
                  <a:pt x="1250013" y="3088800"/>
                  <a:pt x="1250013" y="3088800"/>
                </a:cubicBezTo>
                <a:cubicBezTo>
                  <a:pt x="195904" y="3088800"/>
                  <a:pt x="195904" y="3088800"/>
                  <a:pt x="195904" y="3088800"/>
                </a:cubicBezTo>
                <a:cubicBezTo>
                  <a:pt x="195904" y="3088800"/>
                  <a:pt x="157013" y="3084456"/>
                  <a:pt x="120445" y="3067368"/>
                </a:cubicBezTo>
                <a:cubicBezTo>
                  <a:pt x="85908" y="3051439"/>
                  <a:pt x="72267" y="3034641"/>
                  <a:pt x="48178" y="3008865"/>
                </a:cubicBezTo>
                <a:cubicBezTo>
                  <a:pt x="581" y="2957602"/>
                  <a:pt x="0" y="2877957"/>
                  <a:pt x="0" y="2877957"/>
                </a:cubicBezTo>
                <a:lnTo>
                  <a:pt x="871" y="204472"/>
                </a:lnTo>
                <a:cubicBezTo>
                  <a:pt x="871" y="204472"/>
                  <a:pt x="1161" y="167111"/>
                  <a:pt x="17704" y="126854"/>
                </a:cubicBezTo>
                <a:cubicBezTo>
                  <a:pt x="27572" y="102815"/>
                  <a:pt x="49049" y="78198"/>
                  <a:pt x="68784" y="58503"/>
                </a:cubicBezTo>
                <a:cubicBezTo>
                  <a:pt x="117252" y="9268"/>
                  <a:pt x="202870" y="0"/>
                  <a:pt x="20287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681D62F-4793-4C2E-8783-7DAF67F9AF3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80359" y="1810291"/>
            <a:ext cx="1452882" cy="3088800"/>
          </a:xfrm>
          <a:custGeom>
            <a:avLst/>
            <a:gdLst>
              <a:gd name="connsiteX0" fmla="*/ 202870 w 1452882"/>
              <a:gd name="connsiteY0" fmla="*/ 0 h 3088800"/>
              <a:gd name="connsiteX1" fmla="*/ 307352 w 1452882"/>
              <a:gd name="connsiteY1" fmla="*/ 0 h 3088800"/>
              <a:gd name="connsiteX2" fmla="*/ 321573 w 1452882"/>
              <a:gd name="connsiteY2" fmla="*/ 16508 h 3088800"/>
              <a:gd name="connsiteX3" fmla="*/ 363366 w 1452882"/>
              <a:gd name="connsiteY3" fmla="*/ 98181 h 3088800"/>
              <a:gd name="connsiteX4" fmla="*/ 416768 w 1452882"/>
              <a:gd name="connsiteY4" fmla="*/ 106580 h 3088800"/>
              <a:gd name="connsiteX5" fmla="*/ 1056431 w 1452882"/>
              <a:gd name="connsiteY5" fmla="*/ 106580 h 3088800"/>
              <a:gd name="connsiteX6" fmla="*/ 1095902 w 1452882"/>
              <a:gd name="connsiteY6" fmla="*/ 87755 h 3088800"/>
              <a:gd name="connsiteX7" fmla="*/ 1130439 w 1452882"/>
              <a:gd name="connsiteY7" fmla="*/ 9847 h 3088800"/>
              <a:gd name="connsiteX8" fmla="*/ 1147562 w 1452882"/>
              <a:gd name="connsiteY8" fmla="*/ 579 h 3088800"/>
              <a:gd name="connsiteX9" fmla="*/ 1262202 w 1452882"/>
              <a:gd name="connsiteY9" fmla="*/ 579 h 3088800"/>
              <a:gd name="connsiteX10" fmla="*/ 1389032 w 1452882"/>
              <a:gd name="connsiteY10" fmla="*/ 62558 h 3088800"/>
              <a:gd name="connsiteX11" fmla="*/ 1440112 w 1452882"/>
              <a:gd name="connsiteY11" fmla="*/ 140466 h 3088800"/>
              <a:gd name="connsiteX12" fmla="*/ 1452882 w 1452882"/>
              <a:gd name="connsiteY12" fmla="*/ 200128 h 3088800"/>
              <a:gd name="connsiteX13" fmla="*/ 1452882 w 1452882"/>
              <a:gd name="connsiteY13" fmla="*/ 2893886 h 3088800"/>
              <a:gd name="connsiteX14" fmla="*/ 1400061 w 1452882"/>
              <a:gd name="connsiteY14" fmla="*/ 3015816 h 3088800"/>
              <a:gd name="connsiteX15" fmla="*/ 1327794 w 1452882"/>
              <a:gd name="connsiteY15" fmla="*/ 3069396 h 3088800"/>
              <a:gd name="connsiteX16" fmla="*/ 1250013 w 1452882"/>
              <a:gd name="connsiteY16" fmla="*/ 3088800 h 3088800"/>
              <a:gd name="connsiteX17" fmla="*/ 195904 w 1452882"/>
              <a:gd name="connsiteY17" fmla="*/ 3088800 h 3088800"/>
              <a:gd name="connsiteX18" fmla="*/ 120445 w 1452882"/>
              <a:gd name="connsiteY18" fmla="*/ 3067368 h 3088800"/>
              <a:gd name="connsiteX19" fmla="*/ 48178 w 1452882"/>
              <a:gd name="connsiteY19" fmla="*/ 3008865 h 3088800"/>
              <a:gd name="connsiteX20" fmla="*/ 0 w 1452882"/>
              <a:gd name="connsiteY20" fmla="*/ 2877957 h 3088800"/>
              <a:gd name="connsiteX21" fmla="*/ 871 w 1452882"/>
              <a:gd name="connsiteY21" fmla="*/ 204472 h 3088800"/>
              <a:gd name="connsiteX22" fmla="*/ 17704 w 1452882"/>
              <a:gd name="connsiteY22" fmla="*/ 126854 h 3088800"/>
              <a:gd name="connsiteX23" fmla="*/ 68784 w 1452882"/>
              <a:gd name="connsiteY23" fmla="*/ 58503 h 3088800"/>
              <a:gd name="connsiteX24" fmla="*/ 202870 w 1452882"/>
              <a:gd name="connsiteY24" fmla="*/ 0 h 308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52882" h="3088800">
                <a:moveTo>
                  <a:pt x="202870" y="0"/>
                </a:moveTo>
                <a:cubicBezTo>
                  <a:pt x="307352" y="0"/>
                  <a:pt x="307352" y="0"/>
                  <a:pt x="307352" y="0"/>
                </a:cubicBezTo>
                <a:cubicBezTo>
                  <a:pt x="307352" y="0"/>
                  <a:pt x="317220" y="2896"/>
                  <a:pt x="321573" y="16508"/>
                </a:cubicBezTo>
                <a:cubicBezTo>
                  <a:pt x="325926" y="30121"/>
                  <a:pt x="339567" y="82542"/>
                  <a:pt x="363366" y="98181"/>
                </a:cubicBezTo>
                <a:cubicBezTo>
                  <a:pt x="382231" y="110345"/>
                  <a:pt x="416768" y="106580"/>
                  <a:pt x="416768" y="106580"/>
                </a:cubicBezTo>
                <a:cubicBezTo>
                  <a:pt x="1056431" y="106580"/>
                  <a:pt x="1056431" y="106580"/>
                  <a:pt x="1056431" y="106580"/>
                </a:cubicBezTo>
                <a:cubicBezTo>
                  <a:pt x="1056431" y="106580"/>
                  <a:pt x="1080229" y="107739"/>
                  <a:pt x="1095902" y="87755"/>
                </a:cubicBezTo>
                <a:cubicBezTo>
                  <a:pt x="1111574" y="68061"/>
                  <a:pt x="1130439" y="9847"/>
                  <a:pt x="1130439" y="9847"/>
                </a:cubicBezTo>
                <a:cubicBezTo>
                  <a:pt x="1130439" y="9847"/>
                  <a:pt x="1133051" y="579"/>
                  <a:pt x="1147562" y="579"/>
                </a:cubicBezTo>
                <a:cubicBezTo>
                  <a:pt x="1162364" y="579"/>
                  <a:pt x="1255237" y="579"/>
                  <a:pt x="1262202" y="579"/>
                </a:cubicBezTo>
                <a:cubicBezTo>
                  <a:pt x="1265395" y="579"/>
                  <a:pt x="1344337" y="15060"/>
                  <a:pt x="1389032" y="62558"/>
                </a:cubicBezTo>
                <a:cubicBezTo>
                  <a:pt x="1411089" y="86017"/>
                  <a:pt x="1431115" y="114400"/>
                  <a:pt x="1440112" y="140466"/>
                </a:cubicBezTo>
                <a:cubicBezTo>
                  <a:pt x="1451431" y="172324"/>
                  <a:pt x="1452882" y="200128"/>
                  <a:pt x="1452882" y="200128"/>
                </a:cubicBezTo>
                <a:cubicBezTo>
                  <a:pt x="1452882" y="2893886"/>
                  <a:pt x="1452882" y="2893886"/>
                  <a:pt x="1452882" y="2893886"/>
                </a:cubicBezTo>
                <a:cubicBezTo>
                  <a:pt x="1452882" y="2893886"/>
                  <a:pt x="1443305" y="2974690"/>
                  <a:pt x="1400061" y="3015816"/>
                </a:cubicBezTo>
                <a:cubicBezTo>
                  <a:pt x="1373360" y="3041302"/>
                  <a:pt x="1353334" y="3058100"/>
                  <a:pt x="1327794" y="3069396"/>
                </a:cubicBezTo>
                <a:cubicBezTo>
                  <a:pt x="1287742" y="3087352"/>
                  <a:pt x="1250013" y="3088800"/>
                  <a:pt x="1250013" y="3088800"/>
                </a:cubicBezTo>
                <a:cubicBezTo>
                  <a:pt x="195904" y="3088800"/>
                  <a:pt x="195904" y="3088800"/>
                  <a:pt x="195904" y="3088800"/>
                </a:cubicBezTo>
                <a:cubicBezTo>
                  <a:pt x="195904" y="3088800"/>
                  <a:pt x="157013" y="3084456"/>
                  <a:pt x="120445" y="3067368"/>
                </a:cubicBezTo>
                <a:cubicBezTo>
                  <a:pt x="85908" y="3051439"/>
                  <a:pt x="72267" y="3034641"/>
                  <a:pt x="48178" y="3008865"/>
                </a:cubicBezTo>
                <a:cubicBezTo>
                  <a:pt x="581" y="2957602"/>
                  <a:pt x="0" y="2877957"/>
                  <a:pt x="0" y="2877957"/>
                </a:cubicBezTo>
                <a:lnTo>
                  <a:pt x="871" y="204472"/>
                </a:lnTo>
                <a:cubicBezTo>
                  <a:pt x="871" y="204472"/>
                  <a:pt x="1161" y="167111"/>
                  <a:pt x="17704" y="126854"/>
                </a:cubicBezTo>
                <a:cubicBezTo>
                  <a:pt x="27572" y="102815"/>
                  <a:pt x="49049" y="78198"/>
                  <a:pt x="68784" y="58503"/>
                </a:cubicBezTo>
                <a:cubicBezTo>
                  <a:pt x="117252" y="9268"/>
                  <a:pt x="202870" y="0"/>
                  <a:pt x="20287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427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and i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0A5685-ADC9-4197-AAEB-665323328B34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3689"/>
            <a:ext cx="5056675" cy="3329423"/>
          </a:xfrm>
        </p:spPr>
        <p:txBody>
          <a:bodyPr spcCol="540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>
                <a:solidFill>
                  <a:srgbClr val="231F20"/>
                </a:solidFill>
              </a:rPr>
              <a:t>Asurion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>
                <a:solidFill>
                  <a:srgbClr val="231F20"/>
                </a:solidFill>
              </a:rPr>
              <a:pPr/>
              <a:t>‹#›</a:t>
            </a:fld>
            <a:endParaRPr>
              <a:solidFill>
                <a:srgbClr val="231F20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0639103-1054-48CB-9C4A-BC221A9D48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0063" y="1481655"/>
            <a:ext cx="5056675" cy="786765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pic>
        <p:nvPicPr>
          <p:cNvPr id="11" name="Picture 10" descr="A picture containing monitor&#10;&#10;Description automatically generated">
            <a:extLst>
              <a:ext uri="{FF2B5EF4-FFF2-40B4-BE49-F238E27FC236}">
                <a16:creationId xmlns:a16="http://schemas.microsoft.com/office/drawing/2014/main" id="{56C82B6E-CB3C-472B-826E-0AF65C132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8825" y="-410658"/>
            <a:ext cx="5009044" cy="7670523"/>
          </a:xfrm>
          <a:prstGeom prst="rect">
            <a:avLst/>
          </a:prstGeom>
        </p:spPr>
      </p:pic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BB1AFEC-6A42-4E41-9AB3-8AA1E87ADC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07261" y="791536"/>
            <a:ext cx="2456870" cy="5227200"/>
          </a:xfrm>
          <a:custGeom>
            <a:avLst/>
            <a:gdLst>
              <a:gd name="connsiteX0" fmla="*/ 202870 w 1452882"/>
              <a:gd name="connsiteY0" fmla="*/ 0 h 3088800"/>
              <a:gd name="connsiteX1" fmla="*/ 307352 w 1452882"/>
              <a:gd name="connsiteY1" fmla="*/ 0 h 3088800"/>
              <a:gd name="connsiteX2" fmla="*/ 321573 w 1452882"/>
              <a:gd name="connsiteY2" fmla="*/ 16508 h 3088800"/>
              <a:gd name="connsiteX3" fmla="*/ 363366 w 1452882"/>
              <a:gd name="connsiteY3" fmla="*/ 98181 h 3088800"/>
              <a:gd name="connsiteX4" fmla="*/ 416768 w 1452882"/>
              <a:gd name="connsiteY4" fmla="*/ 106580 h 3088800"/>
              <a:gd name="connsiteX5" fmla="*/ 1056431 w 1452882"/>
              <a:gd name="connsiteY5" fmla="*/ 106580 h 3088800"/>
              <a:gd name="connsiteX6" fmla="*/ 1095902 w 1452882"/>
              <a:gd name="connsiteY6" fmla="*/ 87755 h 3088800"/>
              <a:gd name="connsiteX7" fmla="*/ 1130439 w 1452882"/>
              <a:gd name="connsiteY7" fmla="*/ 9847 h 3088800"/>
              <a:gd name="connsiteX8" fmla="*/ 1147562 w 1452882"/>
              <a:gd name="connsiteY8" fmla="*/ 579 h 3088800"/>
              <a:gd name="connsiteX9" fmla="*/ 1262202 w 1452882"/>
              <a:gd name="connsiteY9" fmla="*/ 579 h 3088800"/>
              <a:gd name="connsiteX10" fmla="*/ 1389032 w 1452882"/>
              <a:gd name="connsiteY10" fmla="*/ 62558 h 3088800"/>
              <a:gd name="connsiteX11" fmla="*/ 1440112 w 1452882"/>
              <a:gd name="connsiteY11" fmla="*/ 140466 h 3088800"/>
              <a:gd name="connsiteX12" fmla="*/ 1452882 w 1452882"/>
              <a:gd name="connsiteY12" fmla="*/ 200128 h 3088800"/>
              <a:gd name="connsiteX13" fmla="*/ 1452882 w 1452882"/>
              <a:gd name="connsiteY13" fmla="*/ 2893886 h 3088800"/>
              <a:gd name="connsiteX14" fmla="*/ 1400061 w 1452882"/>
              <a:gd name="connsiteY14" fmla="*/ 3015816 h 3088800"/>
              <a:gd name="connsiteX15" fmla="*/ 1327794 w 1452882"/>
              <a:gd name="connsiteY15" fmla="*/ 3069396 h 3088800"/>
              <a:gd name="connsiteX16" fmla="*/ 1250013 w 1452882"/>
              <a:gd name="connsiteY16" fmla="*/ 3088800 h 3088800"/>
              <a:gd name="connsiteX17" fmla="*/ 195904 w 1452882"/>
              <a:gd name="connsiteY17" fmla="*/ 3088800 h 3088800"/>
              <a:gd name="connsiteX18" fmla="*/ 120445 w 1452882"/>
              <a:gd name="connsiteY18" fmla="*/ 3067368 h 3088800"/>
              <a:gd name="connsiteX19" fmla="*/ 48178 w 1452882"/>
              <a:gd name="connsiteY19" fmla="*/ 3008865 h 3088800"/>
              <a:gd name="connsiteX20" fmla="*/ 0 w 1452882"/>
              <a:gd name="connsiteY20" fmla="*/ 2877957 h 3088800"/>
              <a:gd name="connsiteX21" fmla="*/ 871 w 1452882"/>
              <a:gd name="connsiteY21" fmla="*/ 204472 h 3088800"/>
              <a:gd name="connsiteX22" fmla="*/ 17704 w 1452882"/>
              <a:gd name="connsiteY22" fmla="*/ 126854 h 3088800"/>
              <a:gd name="connsiteX23" fmla="*/ 68784 w 1452882"/>
              <a:gd name="connsiteY23" fmla="*/ 58503 h 3088800"/>
              <a:gd name="connsiteX24" fmla="*/ 202870 w 1452882"/>
              <a:gd name="connsiteY24" fmla="*/ 0 h 308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52882" h="3088800">
                <a:moveTo>
                  <a:pt x="202870" y="0"/>
                </a:moveTo>
                <a:cubicBezTo>
                  <a:pt x="307352" y="0"/>
                  <a:pt x="307352" y="0"/>
                  <a:pt x="307352" y="0"/>
                </a:cubicBezTo>
                <a:cubicBezTo>
                  <a:pt x="307352" y="0"/>
                  <a:pt x="317220" y="2896"/>
                  <a:pt x="321573" y="16508"/>
                </a:cubicBezTo>
                <a:cubicBezTo>
                  <a:pt x="325926" y="30121"/>
                  <a:pt x="339567" y="82542"/>
                  <a:pt x="363366" y="98181"/>
                </a:cubicBezTo>
                <a:cubicBezTo>
                  <a:pt x="382231" y="110345"/>
                  <a:pt x="416768" y="106580"/>
                  <a:pt x="416768" y="106580"/>
                </a:cubicBezTo>
                <a:cubicBezTo>
                  <a:pt x="1056431" y="106580"/>
                  <a:pt x="1056431" y="106580"/>
                  <a:pt x="1056431" y="106580"/>
                </a:cubicBezTo>
                <a:cubicBezTo>
                  <a:pt x="1056431" y="106580"/>
                  <a:pt x="1080229" y="107739"/>
                  <a:pt x="1095902" y="87755"/>
                </a:cubicBezTo>
                <a:cubicBezTo>
                  <a:pt x="1111574" y="68061"/>
                  <a:pt x="1130439" y="9847"/>
                  <a:pt x="1130439" y="9847"/>
                </a:cubicBezTo>
                <a:cubicBezTo>
                  <a:pt x="1130439" y="9847"/>
                  <a:pt x="1133051" y="579"/>
                  <a:pt x="1147562" y="579"/>
                </a:cubicBezTo>
                <a:cubicBezTo>
                  <a:pt x="1162364" y="579"/>
                  <a:pt x="1255237" y="579"/>
                  <a:pt x="1262202" y="579"/>
                </a:cubicBezTo>
                <a:cubicBezTo>
                  <a:pt x="1265395" y="579"/>
                  <a:pt x="1344337" y="15060"/>
                  <a:pt x="1389032" y="62558"/>
                </a:cubicBezTo>
                <a:cubicBezTo>
                  <a:pt x="1411089" y="86017"/>
                  <a:pt x="1431115" y="114400"/>
                  <a:pt x="1440112" y="140466"/>
                </a:cubicBezTo>
                <a:cubicBezTo>
                  <a:pt x="1451431" y="172324"/>
                  <a:pt x="1452882" y="200128"/>
                  <a:pt x="1452882" y="200128"/>
                </a:cubicBezTo>
                <a:cubicBezTo>
                  <a:pt x="1452882" y="2893886"/>
                  <a:pt x="1452882" y="2893886"/>
                  <a:pt x="1452882" y="2893886"/>
                </a:cubicBezTo>
                <a:cubicBezTo>
                  <a:pt x="1452882" y="2893886"/>
                  <a:pt x="1443305" y="2974690"/>
                  <a:pt x="1400061" y="3015816"/>
                </a:cubicBezTo>
                <a:cubicBezTo>
                  <a:pt x="1373360" y="3041302"/>
                  <a:pt x="1353334" y="3058100"/>
                  <a:pt x="1327794" y="3069396"/>
                </a:cubicBezTo>
                <a:cubicBezTo>
                  <a:pt x="1287742" y="3087352"/>
                  <a:pt x="1250013" y="3088800"/>
                  <a:pt x="1250013" y="3088800"/>
                </a:cubicBezTo>
                <a:cubicBezTo>
                  <a:pt x="195904" y="3088800"/>
                  <a:pt x="195904" y="3088800"/>
                  <a:pt x="195904" y="3088800"/>
                </a:cubicBezTo>
                <a:cubicBezTo>
                  <a:pt x="195904" y="3088800"/>
                  <a:pt x="157013" y="3084456"/>
                  <a:pt x="120445" y="3067368"/>
                </a:cubicBezTo>
                <a:cubicBezTo>
                  <a:pt x="85908" y="3051439"/>
                  <a:pt x="72267" y="3034641"/>
                  <a:pt x="48178" y="3008865"/>
                </a:cubicBezTo>
                <a:cubicBezTo>
                  <a:pt x="581" y="2957602"/>
                  <a:pt x="0" y="2877957"/>
                  <a:pt x="0" y="2877957"/>
                </a:cubicBezTo>
                <a:lnTo>
                  <a:pt x="871" y="204472"/>
                </a:lnTo>
                <a:cubicBezTo>
                  <a:pt x="871" y="204472"/>
                  <a:pt x="1161" y="167111"/>
                  <a:pt x="17704" y="126854"/>
                </a:cubicBezTo>
                <a:cubicBezTo>
                  <a:pt x="27572" y="102815"/>
                  <a:pt x="49049" y="78198"/>
                  <a:pt x="68784" y="58503"/>
                </a:cubicBezTo>
                <a:cubicBezTo>
                  <a:pt x="117252" y="9268"/>
                  <a:pt x="202870" y="0"/>
                  <a:pt x="202870" y="0"/>
                </a:cubicBez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980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and i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0A5685-ADC9-4197-AAEB-665323328B34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5F4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B1E377C-23FC-445F-9057-22E1F95A48B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80"/>
          <a:stretch/>
        </p:blipFill>
        <p:spPr>
          <a:xfrm>
            <a:off x="5837153" y="18049"/>
            <a:ext cx="6528348" cy="68399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63" y="2523689"/>
            <a:ext cx="5056675" cy="3329423"/>
          </a:xfrm>
        </p:spPr>
        <p:txBody>
          <a:bodyPr spcCol="54000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>
                <a:solidFill>
                  <a:srgbClr val="231F20"/>
                </a:solidFill>
              </a:rPr>
              <a:t>Asurion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>
                <a:solidFill>
                  <a:srgbClr val="231F20"/>
                </a:solidFill>
              </a:rPr>
              <a:pPr/>
              <a:t>‹#›</a:t>
            </a:fld>
            <a:endParaRPr>
              <a:solidFill>
                <a:srgbClr val="231F20"/>
              </a:solidFill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0639103-1054-48CB-9C4A-BC221A9D4897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0063" y="1481655"/>
            <a:ext cx="5056675" cy="786765"/>
          </a:xfrm>
        </p:spPr>
        <p:txBody>
          <a:bodyPr anchor="t" anchorCtr="0"/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BB1AFEC-6A42-4E41-9AB3-8AA1E87ADC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05554" y="872975"/>
            <a:ext cx="2456870" cy="5220000"/>
          </a:xfrm>
          <a:custGeom>
            <a:avLst/>
            <a:gdLst>
              <a:gd name="connsiteX0" fmla="*/ 202870 w 1452882"/>
              <a:gd name="connsiteY0" fmla="*/ 0 h 3088800"/>
              <a:gd name="connsiteX1" fmla="*/ 307352 w 1452882"/>
              <a:gd name="connsiteY1" fmla="*/ 0 h 3088800"/>
              <a:gd name="connsiteX2" fmla="*/ 321573 w 1452882"/>
              <a:gd name="connsiteY2" fmla="*/ 16508 h 3088800"/>
              <a:gd name="connsiteX3" fmla="*/ 363366 w 1452882"/>
              <a:gd name="connsiteY3" fmla="*/ 98181 h 3088800"/>
              <a:gd name="connsiteX4" fmla="*/ 416768 w 1452882"/>
              <a:gd name="connsiteY4" fmla="*/ 106580 h 3088800"/>
              <a:gd name="connsiteX5" fmla="*/ 1056431 w 1452882"/>
              <a:gd name="connsiteY5" fmla="*/ 106580 h 3088800"/>
              <a:gd name="connsiteX6" fmla="*/ 1095902 w 1452882"/>
              <a:gd name="connsiteY6" fmla="*/ 87755 h 3088800"/>
              <a:gd name="connsiteX7" fmla="*/ 1130439 w 1452882"/>
              <a:gd name="connsiteY7" fmla="*/ 9847 h 3088800"/>
              <a:gd name="connsiteX8" fmla="*/ 1147562 w 1452882"/>
              <a:gd name="connsiteY8" fmla="*/ 579 h 3088800"/>
              <a:gd name="connsiteX9" fmla="*/ 1262202 w 1452882"/>
              <a:gd name="connsiteY9" fmla="*/ 579 h 3088800"/>
              <a:gd name="connsiteX10" fmla="*/ 1389032 w 1452882"/>
              <a:gd name="connsiteY10" fmla="*/ 62558 h 3088800"/>
              <a:gd name="connsiteX11" fmla="*/ 1440112 w 1452882"/>
              <a:gd name="connsiteY11" fmla="*/ 140466 h 3088800"/>
              <a:gd name="connsiteX12" fmla="*/ 1452882 w 1452882"/>
              <a:gd name="connsiteY12" fmla="*/ 200128 h 3088800"/>
              <a:gd name="connsiteX13" fmla="*/ 1452882 w 1452882"/>
              <a:gd name="connsiteY13" fmla="*/ 2893886 h 3088800"/>
              <a:gd name="connsiteX14" fmla="*/ 1400061 w 1452882"/>
              <a:gd name="connsiteY14" fmla="*/ 3015816 h 3088800"/>
              <a:gd name="connsiteX15" fmla="*/ 1327794 w 1452882"/>
              <a:gd name="connsiteY15" fmla="*/ 3069396 h 3088800"/>
              <a:gd name="connsiteX16" fmla="*/ 1250013 w 1452882"/>
              <a:gd name="connsiteY16" fmla="*/ 3088800 h 3088800"/>
              <a:gd name="connsiteX17" fmla="*/ 195904 w 1452882"/>
              <a:gd name="connsiteY17" fmla="*/ 3088800 h 3088800"/>
              <a:gd name="connsiteX18" fmla="*/ 120445 w 1452882"/>
              <a:gd name="connsiteY18" fmla="*/ 3067368 h 3088800"/>
              <a:gd name="connsiteX19" fmla="*/ 48178 w 1452882"/>
              <a:gd name="connsiteY19" fmla="*/ 3008865 h 3088800"/>
              <a:gd name="connsiteX20" fmla="*/ 0 w 1452882"/>
              <a:gd name="connsiteY20" fmla="*/ 2877957 h 3088800"/>
              <a:gd name="connsiteX21" fmla="*/ 871 w 1452882"/>
              <a:gd name="connsiteY21" fmla="*/ 204472 h 3088800"/>
              <a:gd name="connsiteX22" fmla="*/ 17704 w 1452882"/>
              <a:gd name="connsiteY22" fmla="*/ 126854 h 3088800"/>
              <a:gd name="connsiteX23" fmla="*/ 68784 w 1452882"/>
              <a:gd name="connsiteY23" fmla="*/ 58503 h 3088800"/>
              <a:gd name="connsiteX24" fmla="*/ 202870 w 1452882"/>
              <a:gd name="connsiteY24" fmla="*/ 0 h 308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452882" h="3088800">
                <a:moveTo>
                  <a:pt x="202870" y="0"/>
                </a:moveTo>
                <a:cubicBezTo>
                  <a:pt x="307352" y="0"/>
                  <a:pt x="307352" y="0"/>
                  <a:pt x="307352" y="0"/>
                </a:cubicBezTo>
                <a:cubicBezTo>
                  <a:pt x="307352" y="0"/>
                  <a:pt x="317220" y="2896"/>
                  <a:pt x="321573" y="16508"/>
                </a:cubicBezTo>
                <a:cubicBezTo>
                  <a:pt x="325926" y="30121"/>
                  <a:pt x="339567" y="82542"/>
                  <a:pt x="363366" y="98181"/>
                </a:cubicBezTo>
                <a:cubicBezTo>
                  <a:pt x="382231" y="110345"/>
                  <a:pt x="416768" y="106580"/>
                  <a:pt x="416768" y="106580"/>
                </a:cubicBezTo>
                <a:cubicBezTo>
                  <a:pt x="1056431" y="106580"/>
                  <a:pt x="1056431" y="106580"/>
                  <a:pt x="1056431" y="106580"/>
                </a:cubicBezTo>
                <a:cubicBezTo>
                  <a:pt x="1056431" y="106580"/>
                  <a:pt x="1080229" y="107739"/>
                  <a:pt x="1095902" y="87755"/>
                </a:cubicBezTo>
                <a:cubicBezTo>
                  <a:pt x="1111574" y="68061"/>
                  <a:pt x="1130439" y="9847"/>
                  <a:pt x="1130439" y="9847"/>
                </a:cubicBezTo>
                <a:cubicBezTo>
                  <a:pt x="1130439" y="9847"/>
                  <a:pt x="1133051" y="579"/>
                  <a:pt x="1147562" y="579"/>
                </a:cubicBezTo>
                <a:cubicBezTo>
                  <a:pt x="1162364" y="579"/>
                  <a:pt x="1255237" y="579"/>
                  <a:pt x="1262202" y="579"/>
                </a:cubicBezTo>
                <a:cubicBezTo>
                  <a:pt x="1265395" y="579"/>
                  <a:pt x="1344337" y="15060"/>
                  <a:pt x="1389032" y="62558"/>
                </a:cubicBezTo>
                <a:cubicBezTo>
                  <a:pt x="1411089" y="86017"/>
                  <a:pt x="1431115" y="114400"/>
                  <a:pt x="1440112" y="140466"/>
                </a:cubicBezTo>
                <a:cubicBezTo>
                  <a:pt x="1451431" y="172324"/>
                  <a:pt x="1452882" y="200128"/>
                  <a:pt x="1452882" y="200128"/>
                </a:cubicBezTo>
                <a:cubicBezTo>
                  <a:pt x="1452882" y="2893886"/>
                  <a:pt x="1452882" y="2893886"/>
                  <a:pt x="1452882" y="2893886"/>
                </a:cubicBezTo>
                <a:cubicBezTo>
                  <a:pt x="1452882" y="2893886"/>
                  <a:pt x="1443305" y="2974690"/>
                  <a:pt x="1400061" y="3015816"/>
                </a:cubicBezTo>
                <a:cubicBezTo>
                  <a:pt x="1373360" y="3041302"/>
                  <a:pt x="1353334" y="3058100"/>
                  <a:pt x="1327794" y="3069396"/>
                </a:cubicBezTo>
                <a:cubicBezTo>
                  <a:pt x="1287742" y="3087352"/>
                  <a:pt x="1250013" y="3088800"/>
                  <a:pt x="1250013" y="3088800"/>
                </a:cubicBezTo>
                <a:cubicBezTo>
                  <a:pt x="195904" y="3088800"/>
                  <a:pt x="195904" y="3088800"/>
                  <a:pt x="195904" y="3088800"/>
                </a:cubicBezTo>
                <a:cubicBezTo>
                  <a:pt x="195904" y="3088800"/>
                  <a:pt x="157013" y="3084456"/>
                  <a:pt x="120445" y="3067368"/>
                </a:cubicBezTo>
                <a:cubicBezTo>
                  <a:pt x="85908" y="3051439"/>
                  <a:pt x="72267" y="3034641"/>
                  <a:pt x="48178" y="3008865"/>
                </a:cubicBezTo>
                <a:cubicBezTo>
                  <a:pt x="581" y="2957602"/>
                  <a:pt x="0" y="2877957"/>
                  <a:pt x="0" y="2877957"/>
                </a:cubicBezTo>
                <a:lnTo>
                  <a:pt x="871" y="204472"/>
                </a:lnTo>
                <a:cubicBezTo>
                  <a:pt x="871" y="204472"/>
                  <a:pt x="1161" y="167111"/>
                  <a:pt x="17704" y="126854"/>
                </a:cubicBezTo>
                <a:cubicBezTo>
                  <a:pt x="27572" y="102815"/>
                  <a:pt x="49049" y="78198"/>
                  <a:pt x="68784" y="58503"/>
                </a:cubicBezTo>
                <a:cubicBezTo>
                  <a:pt x="117252" y="9268"/>
                  <a:pt x="202870" y="0"/>
                  <a:pt x="202870" y="0"/>
                </a:cubicBez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8534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rge Quote with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4D66C40-4190-451C-BFBE-6482F5E51F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algn="r">
              <a:defRPr/>
            </a:lvl1pPr>
          </a:lstStyle>
          <a:p>
            <a:r>
              <a:rPr lang="en-US"/>
              <a:t>&lt;Click Icon to add image </a:t>
            </a:r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9EB59-5BB5-46C4-96FD-D1649C3B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2A4FB-3DFD-41EC-92CF-1DD710408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89870444-DC05-4334-BFD6-251E58C00D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912" y="502920"/>
            <a:ext cx="5592445" cy="5378450"/>
          </a:xfrm>
        </p:spPr>
        <p:txBody>
          <a:bodyPr/>
          <a:lstStyle>
            <a:lvl1pPr marL="180975" indent="-169863">
              <a:lnSpc>
                <a:spcPct val="100000"/>
              </a:lnSpc>
              <a:tabLst/>
              <a:defRPr sz="3200" b="0"/>
            </a:lvl1pPr>
            <a:lvl2pPr marL="447675" indent="-279400">
              <a:lnSpc>
                <a:spcPct val="100000"/>
              </a:lnSpc>
              <a:spcBef>
                <a:spcPts val="4200"/>
              </a:spcBef>
              <a:buClr>
                <a:schemeClr val="tx1"/>
              </a:buClr>
              <a:buFont typeface="Arial" panose="020B0604020202020204" pitchFamily="34" charset="0"/>
              <a:buChar char="―"/>
              <a:tabLst/>
              <a:defRPr/>
            </a:lvl2pPr>
            <a:lvl3pPr marL="628650" indent="-176213">
              <a:defRPr/>
            </a:lvl3pPr>
            <a:lvl4pPr marL="804863" indent="-180975">
              <a:defRPr/>
            </a:lvl4pPr>
            <a:lvl5pPr marL="985838" indent="-180975">
              <a:defRPr/>
            </a:lvl5pPr>
          </a:lstStyle>
          <a:p>
            <a:pPr lvl="0"/>
            <a:r>
              <a:t>“Click to edit Master text style</a:t>
            </a:r>
          </a:p>
          <a:p>
            <a:pPr lvl="1"/>
            <a:r>
              <a:t>Second level</a:t>
            </a:r>
          </a:p>
        </p:txBody>
      </p:sp>
      <p:grpSp>
        <p:nvGrpSpPr>
          <p:cNvPr id="21" name="asurion logo">
            <a:extLst>
              <a:ext uri="{FF2B5EF4-FFF2-40B4-BE49-F238E27FC236}">
                <a16:creationId xmlns:a16="http://schemas.microsoft.com/office/drawing/2014/main" id="{E55B49D8-5EEE-AD48-9EBD-B5AFB6C0983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04031" y="6390186"/>
            <a:ext cx="918000" cy="213052"/>
            <a:chOff x="316" y="3952"/>
            <a:chExt cx="586" cy="136"/>
          </a:xfrm>
          <a:solidFill>
            <a:schemeClr val="tx1"/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6B58FAA7-A5CD-834E-B388-106BCA70F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19992F17-3371-C547-8892-9B61328C1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13444910-E83A-454A-8F5F-98B05F75D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7891E522-2F07-4E42-BB54-F095120429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A7914F86-14E6-F24C-93D3-9E74D4CDC2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586A02BD-5E6F-9A43-924A-4527C76B0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C3848A2A-2BA2-C445-8994-F35C259D7A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708137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Quote with Illust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D8020A8B-C6C0-D446-B3B4-3B71BF4A54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3650" y="0"/>
            <a:ext cx="5848350" cy="6858000"/>
          </a:xfrm>
        </p:spPr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t>Asurion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2C061E27-6E5D-0F45-87C9-E8095C3CAE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912" y="502920"/>
            <a:ext cx="5592445" cy="5378450"/>
          </a:xfrm>
        </p:spPr>
        <p:txBody>
          <a:bodyPr/>
          <a:lstStyle>
            <a:lvl1pPr marL="182880" indent="-173736">
              <a:lnSpc>
                <a:spcPct val="100000"/>
              </a:lnSpc>
              <a:tabLst/>
              <a:defRPr sz="3200" b="0"/>
            </a:lvl1pPr>
            <a:lvl2pPr marL="447675" indent="-279400">
              <a:lnSpc>
                <a:spcPct val="100000"/>
              </a:lnSpc>
              <a:spcBef>
                <a:spcPts val="4200"/>
              </a:spcBef>
              <a:buClr>
                <a:schemeClr val="tx1"/>
              </a:buClr>
              <a:buFont typeface="Arial" panose="020B0604020202020204" pitchFamily="34" charset="0"/>
              <a:buChar char="―"/>
              <a:tabLst/>
              <a:defRPr/>
            </a:lvl2pPr>
            <a:lvl3pPr marL="628650" indent="-176213">
              <a:defRPr/>
            </a:lvl3pPr>
            <a:lvl4pPr marL="804863" indent="-180975">
              <a:defRPr/>
            </a:lvl4pPr>
            <a:lvl5pPr marL="985838" indent="-180975">
              <a:defRPr/>
            </a:lvl5pPr>
          </a:lstStyle>
          <a:p>
            <a:pPr lvl="0"/>
            <a:r>
              <a:t>“Click to edit Master text style</a:t>
            </a:r>
          </a:p>
          <a:p>
            <a:pPr lvl="1"/>
            <a:r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1879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ext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8DB64F27-9AE8-0B46-A470-371BD746B7B5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32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2F74907-9901-41D8-B02E-D5156ACAC59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Asurion Internal Use Only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D76F14-B7C1-4783-A9BB-4763BFA887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05" name="Text Placeholder 2">
            <a:extLst>
              <a:ext uri="{FF2B5EF4-FFF2-40B4-BE49-F238E27FC236}">
                <a16:creationId xmlns:a16="http://schemas.microsoft.com/office/drawing/2014/main" id="{523840A8-30E6-8342-B7EF-D226048008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0063" y="2281373"/>
            <a:ext cx="5095874" cy="923330"/>
          </a:xfrm>
        </p:spPr>
        <p:txBody>
          <a:bodyPr wrap="square" lIns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000" b="0"/>
            </a:lvl1pPr>
          </a:lstStyle>
          <a:p>
            <a:pPr lvl="0"/>
            <a:r>
              <a:t>Click to edit</a:t>
            </a:r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69BB6328-9600-6B44-B410-6228CDEF901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00064" y="3257439"/>
            <a:ext cx="5095874" cy="1445421"/>
          </a:xfrm>
        </p:spPr>
        <p:txBody>
          <a:bodyPr lIns="0"/>
          <a:lstStyle>
            <a:lvl1pPr algn="l">
              <a:lnSpc>
                <a:spcPct val="100000"/>
              </a:lnSpc>
              <a:spcBef>
                <a:spcPts val="300"/>
              </a:spcBef>
              <a:defRPr sz="1800" b="0"/>
            </a:lvl1pPr>
          </a:lstStyle>
          <a:p>
            <a:pPr lvl="0"/>
            <a:r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63827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Text No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462A87A-469A-A743-8042-DB4369DE1B20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804864"/>
            <a:ext cx="5056632" cy="4822214"/>
          </a:xfrm>
        </p:spPr>
        <p:txBody>
          <a:bodyPr anchor="ctr" anchorCtr="0"/>
          <a:lstStyle>
            <a:lvl1pPr>
              <a:lnSpc>
                <a:spcPct val="90000"/>
              </a:lnSpc>
              <a:defRPr sz="8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F938D9-FDBF-4E2E-9864-B9A3DEB81A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t>Asurion Internal Use Only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F92F295-8332-4AF1-945C-EF34A8F3D0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EEF77736-11B3-FD47-8D1A-0948642A926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97748" y="1387172"/>
            <a:ext cx="5094189" cy="3657599"/>
          </a:xfrm>
        </p:spPr>
        <p:txBody>
          <a:bodyPr lIns="0" anchor="ctr" anchorCtr="0"/>
          <a:lstStyle>
            <a:lvl1pPr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defRPr sz="1800" b="0"/>
            </a:lvl1pPr>
          </a:lstStyle>
          <a:p>
            <a:pPr lvl="0"/>
            <a:r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46900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Team Lay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DFA8-C5FE-DB44-9BF9-1274EAD5637C}" type="slidenum">
              <a:rPr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sz="11500" b="0" i="0" spc="100">
                <a:solidFill>
                  <a:srgbClr val="FFFFFF"/>
                </a:solidFill>
                <a:latin typeface="+mj-lt"/>
              </a:rPr>
              <a:t>MORE</a:t>
            </a:r>
            <a:br>
              <a:rPr sz="11500" b="0" i="0" spc="100">
                <a:solidFill>
                  <a:srgbClr val="FFFFFF"/>
                </a:solidFill>
                <a:latin typeface="+mj-lt"/>
              </a:rPr>
            </a:br>
            <a:r>
              <a:rPr sz="11500" b="0" i="0" spc="100">
                <a:solidFill>
                  <a:srgbClr val="FFFFFF"/>
                </a:solidFill>
                <a:latin typeface="+mj-lt"/>
              </a:rPr>
              <a:t>LAYOUTS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C9D3A-9A1A-C140-B0F7-9A8C63C4D4BD}"/>
              </a:ext>
            </a:extLst>
          </p:cNvPr>
          <p:cNvSpPr txBox="1"/>
          <p:nvPr/>
        </p:nvSpPr>
        <p:spPr>
          <a:xfrm>
            <a:off x="2428504" y="6365140"/>
            <a:ext cx="733499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sz="1100" b="0" i="0" kern="1200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</a:rPr>
              <a:t>Layouts past this point have been inherited from other files and may not be a part of the approved Asurion template.</a:t>
            </a:r>
            <a:endParaRPr sz="110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3465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Team - He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17A85A9E-2A2D-433F-BD91-82053E5A19D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343650" y="0"/>
            <a:ext cx="5848350" cy="6858000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/>
              <a:t>Click icon to add image&gt;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272087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C8F12B-D471-4524-A21D-E2E0C4A3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203B0C-11E9-4FDC-A004-C78D9EB1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97D1946-A27B-43F9-B00A-FC4DE83AD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3091180"/>
            <a:ext cx="5272087" cy="2755582"/>
          </a:xfrm>
        </p:spPr>
        <p:txBody>
          <a:bodyPr spcCol="540000"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0678756-BBF3-439F-ADEE-A76D2E9A137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0063" y="2019945"/>
            <a:ext cx="5272087" cy="786765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50058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Team -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C8F12B-D471-4524-A21D-E2E0C4A3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203B0C-11E9-4FDC-A004-C78D9EB1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2ACEDA4-5C2A-4931-AC44-4B272EE3D5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00062" y="2539729"/>
            <a:ext cx="2547937" cy="2671005"/>
          </a:xfrm>
        </p:spPr>
        <p:txBody>
          <a:bodyPr/>
          <a:lstStyle/>
          <a:p>
            <a:endParaRPr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F760FFA7-619E-40DF-AC66-F5C11B33A9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0063" y="5312999"/>
            <a:ext cx="2547936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D369C5-DA54-4EC8-A861-59B2E550C75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00063" y="1459594"/>
            <a:ext cx="5799137" cy="844899"/>
          </a:xfrm>
        </p:spPr>
        <p:txBody>
          <a:bodyPr/>
          <a:lstStyle>
            <a:lvl1pPr>
              <a:spcBef>
                <a:spcPts val="300"/>
              </a:spcBef>
              <a:defRPr/>
            </a:lvl1pPr>
            <a:lvl2pPr>
              <a:spcBef>
                <a:spcPts val="300"/>
              </a:spcBef>
              <a:defRPr/>
            </a:lvl2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5446C24-2D9C-42B4-901E-1052A1C6C28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81374" y="2539729"/>
            <a:ext cx="2547937" cy="2671005"/>
          </a:xfrm>
        </p:spPr>
        <p:txBody>
          <a:bodyPr/>
          <a:lstStyle/>
          <a:p>
            <a:endParaRPr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7CB72C08-8293-4857-B537-E62B2714B7F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81375" y="5312999"/>
            <a:ext cx="2547936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33" name="Picture Placeholder 8">
            <a:extLst>
              <a:ext uri="{FF2B5EF4-FFF2-40B4-BE49-F238E27FC236}">
                <a16:creationId xmlns:a16="http://schemas.microsoft.com/office/drawing/2014/main" id="{2A475AAB-A6A9-4D28-90C7-B96351B827E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62686" y="2539729"/>
            <a:ext cx="2547937" cy="2671005"/>
          </a:xfrm>
        </p:spPr>
        <p:txBody>
          <a:bodyPr/>
          <a:lstStyle/>
          <a:p>
            <a:endParaRPr/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2C717BB1-0365-4267-8343-54A47BB3B84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62687" y="5312999"/>
            <a:ext cx="2547936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35" name="Picture Placeholder 8">
            <a:extLst>
              <a:ext uri="{FF2B5EF4-FFF2-40B4-BE49-F238E27FC236}">
                <a16:creationId xmlns:a16="http://schemas.microsoft.com/office/drawing/2014/main" id="{52CFDD9E-D8C9-4A66-B0BF-B1F5FECE10A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43999" y="2539729"/>
            <a:ext cx="2547937" cy="2671005"/>
          </a:xfrm>
        </p:spPr>
        <p:txBody>
          <a:bodyPr/>
          <a:lstStyle/>
          <a:p>
            <a:endParaRPr/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7291B81A-9C50-4F49-A41B-441287B3D49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144000" y="5312999"/>
            <a:ext cx="2547936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51265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Team - 10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C8F12B-D471-4524-A21D-E2E0C4A3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203B0C-11E9-4FDC-A004-C78D9EB1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96F96D-5B2A-4821-929C-693CE24507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063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2C5BA96-5869-4596-91D0-7DD77C3EB1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4063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973D2E0-934B-41D5-82A0-62209386DE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0658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A25A260C-231A-4C7D-AC21-2F7C4413A8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40658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C66A25ED-9F96-4CE8-9724-8845BA58AF4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27253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2BC4897-BC53-48EB-A869-983B961BAE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27253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7F9493D9-27E8-4C58-8C9A-BD758C433DA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13848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B1B0EC22-7FA4-4FEC-84D2-F2823D45EF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13848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044B693C-2ED8-48BA-B28D-0F6D5403062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900444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374A221F-25BC-4324-A8A9-E1AE12AF1C7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00444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2ACEDA4-5C2A-4931-AC44-4B272EE3D5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54063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F760FFA7-619E-40DF-AC66-F5C11B33A9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4063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2CE14DD0-BB0E-4446-ABC6-6CFED7CDCB1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040658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1592548-EBE0-45EC-8256-9C52CC8304E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040658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EE677E7A-20A3-4078-9426-D487E58A945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327253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E565FACF-CA40-43FE-A69B-85DF95209E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27253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29F613E7-EBD7-4FE9-B4BD-EC08FA1677F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613848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73B69718-9FDD-4EF4-BF7F-2D4BFA41DEA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13848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F9657D82-B2B7-42EE-A283-C05595EE506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900444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8492975-1781-40CF-AD27-B854895CB94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900444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778202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Team Dark - Her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17A85A9E-2A2D-433F-BD91-82053E5A19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3650" y="0"/>
            <a:ext cx="5848350" cy="6858000"/>
          </a:xfrm>
        </p:spPr>
        <p:txBody>
          <a:bodyPr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272087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C8F12B-D471-4524-A21D-E2E0C4A3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203B0C-11E9-4FDC-A004-C78D9EB1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A97D1946-A27B-43F9-B00A-FC4DE83AD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3091180"/>
            <a:ext cx="5272087" cy="2755582"/>
          </a:xfrm>
        </p:spPr>
        <p:txBody>
          <a:bodyPr spcCol="540000"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0678756-BBF3-439F-ADEE-A76D2E9A137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0063" y="2019945"/>
            <a:ext cx="5272087" cy="786765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5588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Team Dark -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C8F12B-D471-4524-A21D-E2E0C4A3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203B0C-11E9-4FDC-A004-C78D9EB1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2ACEDA4-5C2A-4931-AC44-4B272EE3D5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00062" y="2539729"/>
            <a:ext cx="2547937" cy="2671005"/>
          </a:xfrm>
        </p:spPr>
        <p:txBody>
          <a:bodyPr/>
          <a:lstStyle/>
          <a:p>
            <a:endParaRPr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F760FFA7-619E-40DF-AC66-F5C11B33A9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00063" y="5312999"/>
            <a:ext cx="2547936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D369C5-DA54-4EC8-A861-59B2E550C75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00063" y="1459594"/>
            <a:ext cx="5799137" cy="844899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5446C24-2D9C-42B4-901E-1052A1C6C28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81374" y="2539729"/>
            <a:ext cx="2547937" cy="2671005"/>
          </a:xfrm>
        </p:spPr>
        <p:txBody>
          <a:bodyPr/>
          <a:lstStyle/>
          <a:p>
            <a:endParaRPr/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7CB72C08-8293-4857-B537-E62B2714B7F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381375" y="5312999"/>
            <a:ext cx="2547936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33" name="Picture Placeholder 8">
            <a:extLst>
              <a:ext uri="{FF2B5EF4-FFF2-40B4-BE49-F238E27FC236}">
                <a16:creationId xmlns:a16="http://schemas.microsoft.com/office/drawing/2014/main" id="{2A475AAB-A6A9-4D28-90C7-B96351B827E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62686" y="2539729"/>
            <a:ext cx="2547937" cy="2671005"/>
          </a:xfrm>
        </p:spPr>
        <p:txBody>
          <a:bodyPr/>
          <a:lstStyle/>
          <a:p>
            <a:endParaRPr/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2C717BB1-0365-4267-8343-54A47BB3B84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62687" y="5312999"/>
            <a:ext cx="2547936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35" name="Picture Placeholder 8">
            <a:extLst>
              <a:ext uri="{FF2B5EF4-FFF2-40B4-BE49-F238E27FC236}">
                <a16:creationId xmlns:a16="http://schemas.microsoft.com/office/drawing/2014/main" id="{52CFDD9E-D8C9-4A66-B0BF-B1F5FECE10A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43999" y="2539729"/>
            <a:ext cx="2547937" cy="2671005"/>
          </a:xfrm>
        </p:spPr>
        <p:txBody>
          <a:bodyPr/>
          <a:lstStyle/>
          <a:p>
            <a:endParaRPr/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7291B81A-9C50-4F49-A41B-441287B3D49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144000" y="5312999"/>
            <a:ext cx="2547936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706149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r Team Dark - 10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C8F12B-D471-4524-A21D-E2E0C4A3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203B0C-11E9-4FDC-A004-C78D9EB1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A96F96D-5B2A-4821-929C-693CE24507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063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2C5BA96-5869-4596-91D0-7DD77C3EB1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4063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5973D2E0-934B-41D5-82A0-62209386DE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0658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A25A260C-231A-4C7D-AC21-2F7C4413A8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40658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C66A25ED-9F96-4CE8-9724-8845BA58AF4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27253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2BC4897-BC53-48EB-A869-983B961BAE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27253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7F9493D9-27E8-4C58-8C9A-BD758C433DA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13848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B1B0EC22-7FA4-4FEC-84D2-F2823D45EF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13848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044B693C-2ED8-48BA-B28D-0F6D5403062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900444" y="1520826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374A221F-25BC-4324-A8A9-E1AE12AF1C7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900444" y="3122612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2ACEDA4-5C2A-4931-AC44-4B272EE3D5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54063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F760FFA7-619E-40DF-AC66-F5C11B33A9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54063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2CE14DD0-BB0E-4446-ABC6-6CFED7CDCB1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040658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71592548-EBE0-45EC-8256-9C52CC8304E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040658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EE677E7A-20A3-4078-9426-D487E58A945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327253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E565FACF-CA40-43FE-A69B-85DF95209ED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27253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29F613E7-EBD7-4FE9-B4BD-EC08FA1677F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613848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73B69718-9FDD-4EF4-BF7F-2D4BFA41DEA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13848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F9657D82-B2B7-42EE-A283-C05595EE506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900444" y="3814083"/>
            <a:ext cx="1529556" cy="1530000"/>
          </a:xfrm>
        </p:spPr>
        <p:txBody>
          <a:bodyPr/>
          <a:lstStyle/>
          <a:p>
            <a:endParaRPr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8492975-1781-40CF-AD27-B854895CB94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900444" y="5415869"/>
            <a:ext cx="1530000" cy="612000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 </a:t>
            </a:r>
          </a:p>
          <a:p>
            <a:pPr lvl="1"/>
            <a:r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968728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oid lay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DFA8-C5FE-DB44-9BF9-1274EAD5637C}" type="slidenum">
              <a:rPr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sz="11500" b="0" i="0" spc="100">
                <a:solidFill>
                  <a:srgbClr val="FFFFFF"/>
                </a:solidFill>
                <a:latin typeface="+mj-lt"/>
              </a:rPr>
              <a:t>FACTOID</a:t>
            </a:r>
            <a:br>
              <a:rPr sz="11500" b="0" i="0" spc="100">
                <a:solidFill>
                  <a:srgbClr val="FFFFFF"/>
                </a:solidFill>
                <a:latin typeface="+mj-lt"/>
              </a:rPr>
            </a:br>
            <a:r>
              <a:rPr sz="11500" b="0" i="0" spc="100">
                <a:solidFill>
                  <a:srgbClr val="FFFFFF"/>
                </a:solidFill>
                <a:latin typeface="+mj-lt"/>
              </a:rPr>
              <a:t>LAYOUTS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C9D3A-9A1A-C140-B0F7-9A8C63C4D4BD}"/>
              </a:ext>
            </a:extLst>
          </p:cNvPr>
          <p:cNvSpPr txBox="1"/>
          <p:nvPr/>
        </p:nvSpPr>
        <p:spPr>
          <a:xfrm>
            <a:off x="2428504" y="6365140"/>
            <a:ext cx="733499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sz="1100" b="0" i="0" kern="1200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</a:rPr>
              <a:t>Layouts past this point have been inherited from other files and may not be a part of the approved Asurion template.</a:t>
            </a:r>
            <a:endParaRPr sz="110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206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ree Content Factoi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500063" y="4114455"/>
            <a:ext cx="3600000" cy="1462432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4"/>
          </p:nvPr>
        </p:nvSpPr>
        <p:spPr>
          <a:xfrm>
            <a:off x="4314825" y="4114455"/>
            <a:ext cx="3600000" cy="1462432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1ECDB9F2-27F4-42DB-89BF-A79294975B4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29587" y="4114455"/>
            <a:ext cx="3600000" cy="1462432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defRPr/>
            </a:lvl1pPr>
            <a:lvl2pPr>
              <a:lnSpc>
                <a:spcPct val="100000"/>
              </a:lnSpc>
              <a:spcBef>
                <a:spcPts val="300"/>
              </a:spcBef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2F74907-9901-41D8-B02E-D5156ACAC59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D76F14-B7C1-4783-A9BB-4763BFA887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466A7-5C27-FB4B-A9B7-F2C26253EB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6807" y="2297705"/>
            <a:ext cx="2333257" cy="1015663"/>
          </a:xfrm>
        </p:spPr>
        <p:txBody>
          <a:bodyPr wrap="square" lIns="9144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b="0"/>
            </a:lvl1pPr>
          </a:lstStyle>
          <a:p>
            <a:pPr lvl="0"/>
            <a:r>
              <a:t>%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9ED17EED-3308-4541-A822-15FAE18955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81569" y="2297705"/>
            <a:ext cx="2333257" cy="1015663"/>
          </a:xfrm>
        </p:spPr>
        <p:txBody>
          <a:bodyPr wrap="square" lIns="9144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b="0"/>
            </a:lvl1pPr>
          </a:lstStyle>
          <a:p>
            <a:pPr lvl="0"/>
            <a:r>
              <a:t>%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4A96E43C-B7E0-154D-928D-2D6554629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96331" y="2297705"/>
            <a:ext cx="2333257" cy="1015663"/>
          </a:xfrm>
        </p:spPr>
        <p:txBody>
          <a:bodyPr wrap="square" lIns="9144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b="0"/>
            </a:lvl1pPr>
          </a:lstStyle>
          <a:p>
            <a:pPr lvl="0"/>
            <a:r>
              <a:t>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7CD0EF-8E5D-2D41-8F67-55AB7DD0D3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0063" y="3442718"/>
            <a:ext cx="3600001" cy="437707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>
                <a:latin typeface="+mn-lt"/>
              </a:defRPr>
            </a:lvl1pPr>
          </a:lstStyle>
          <a:p>
            <a:pPr lvl="0"/>
            <a:r>
              <a:t>Click to edit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4E232DE-FB30-7A4D-8EFE-C85FE3966F8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4825" y="3442718"/>
            <a:ext cx="3600001" cy="437707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>
                <a:latin typeface="+mn-lt"/>
              </a:defRPr>
            </a:lvl1pPr>
          </a:lstStyle>
          <a:p>
            <a:pPr lvl="0"/>
            <a:r>
              <a:t>Click to edit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246C962-1982-D940-AA37-FB42992581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29587" y="3442718"/>
            <a:ext cx="3600001" cy="437707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0"/>
              </a:spcBef>
              <a:defRPr>
                <a:latin typeface="+mn-lt"/>
              </a:defRPr>
            </a:lvl1pPr>
          </a:lstStyle>
          <a:p>
            <a:pPr lvl="0"/>
            <a:r>
              <a:t>Click to edit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7EA9A68-3FBC-3F4C-AE89-71FF266DFE0F}"/>
              </a:ext>
            </a:extLst>
          </p:cNvPr>
          <p:cNvCxnSpPr/>
          <p:nvPr/>
        </p:nvCxnSpPr>
        <p:spPr>
          <a:xfrm>
            <a:off x="500063" y="4011431"/>
            <a:ext cx="356235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F8F4C37-1564-3B49-963B-D00CE6E6D3C3}"/>
              </a:ext>
            </a:extLst>
          </p:cNvPr>
          <p:cNvCxnSpPr/>
          <p:nvPr/>
        </p:nvCxnSpPr>
        <p:spPr>
          <a:xfrm>
            <a:off x="4314825" y="4011431"/>
            <a:ext cx="3562351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32FBDEC-DE67-C947-9CA4-9221B88C13AF}"/>
              </a:ext>
            </a:extLst>
          </p:cNvPr>
          <p:cNvCxnSpPr/>
          <p:nvPr/>
        </p:nvCxnSpPr>
        <p:spPr>
          <a:xfrm>
            <a:off x="8129587" y="4011431"/>
            <a:ext cx="3562351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FE007-71EE-2D4F-9C43-7160ECB26BE3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08551" y="2380750"/>
            <a:ext cx="1051560" cy="832104"/>
          </a:xfr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t>Content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92D3070B-4574-2D46-919B-7C1552502676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4421521" y="2380750"/>
            <a:ext cx="1051560" cy="832104"/>
          </a:xfr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t>Content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484E6720-3CF5-0F48-B188-D3C019E7BE66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8238075" y="2380750"/>
            <a:ext cx="1051560" cy="832104"/>
          </a:xfr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92922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llustration with Facto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2F74907-9901-41D8-B02E-D5156ACAC59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D76F14-B7C1-4783-A9BB-4763BFA887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466A7-5C27-FB4B-A9B7-F2C26253EB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95799" y="2661861"/>
            <a:ext cx="5344954" cy="923330"/>
          </a:xfrm>
        </p:spPr>
        <p:txBody>
          <a:bodyPr wrap="square" lIns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000" b="0"/>
            </a:lvl1pPr>
          </a:lstStyle>
          <a:p>
            <a:pPr lvl="0"/>
            <a:r>
              <a:t>Click to edit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7CD0EF-8E5D-2D41-8F67-55AB7DD0D3B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95800" y="3637927"/>
            <a:ext cx="5344954" cy="1100547"/>
          </a:xfrm>
        </p:spPr>
        <p:txBody>
          <a:bodyPr lIns="0"/>
          <a:lstStyle>
            <a:lvl1pPr algn="l">
              <a:lnSpc>
                <a:spcPct val="100000"/>
              </a:lnSpc>
              <a:spcBef>
                <a:spcPts val="0"/>
              </a:spcBef>
              <a:defRPr sz="1800" b="0">
                <a:latin typeface="+mn-lt"/>
              </a:defRPr>
            </a:lvl1pPr>
          </a:lstStyle>
          <a:p>
            <a:pPr lvl="0"/>
            <a:r>
              <a:t>Click to edit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3AED009-9A6B-3C46-8DBC-C47FFB4586AF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174489" y="2483443"/>
            <a:ext cx="2210344" cy="2354581"/>
          </a:xfrm>
        </p:spPr>
        <p:txBody>
          <a:bodyPr/>
          <a:lstStyle>
            <a:lvl1pPr>
              <a:defRPr sz="1200" b="0"/>
            </a:lvl1pPr>
          </a:lstStyle>
          <a:p>
            <a:pPr lvl="0"/>
            <a: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3803092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llustration with Factoi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0A5685-ADC9-4197-AAEB-665323328B34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75" cy="108013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Asurion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C23BE928-69FE-1A4A-815A-A8E605AA498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34615" y="1041400"/>
            <a:ext cx="5157323" cy="48498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5EE7C6A-85A2-5D4F-B0CF-D40F227A6F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0063" y="2412005"/>
            <a:ext cx="5095874" cy="923330"/>
          </a:xfrm>
        </p:spPr>
        <p:txBody>
          <a:bodyPr wrap="square" lIns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0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pPr lvl="0"/>
            <a:r>
              <a:t>Click to edit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46F3E38C-204B-FB48-A789-CED878B5326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00064" y="3388071"/>
            <a:ext cx="5095874" cy="1445421"/>
          </a:xfrm>
        </p:spPr>
        <p:txBody>
          <a:bodyPr lIns="0"/>
          <a:lstStyle>
            <a:lvl1pPr algn="l">
              <a:lnSpc>
                <a:spcPct val="100000"/>
              </a:lnSpc>
              <a:spcBef>
                <a:spcPts val="0"/>
              </a:spcBef>
              <a:defRPr sz="1800" b="0">
                <a:latin typeface="+mn-lt"/>
              </a:defRPr>
            </a:lvl1pPr>
          </a:lstStyle>
          <a:p>
            <a:pPr lvl="0"/>
            <a:r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38558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ctoid Spli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3A7F6AC-2D36-EA4B-9F5B-00305F9EAB16}"/>
              </a:ext>
            </a:extLst>
          </p:cNvPr>
          <p:cNvSpPr/>
          <p:nvPr/>
        </p:nvSpPr>
        <p:spPr>
          <a:xfrm>
            <a:off x="6096000" y="3429000"/>
            <a:ext cx="6096000" cy="342900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2E75D1-50C8-A44B-85EE-80C0B5736536}"/>
              </a:ext>
            </a:extLst>
          </p:cNvPr>
          <p:cNvSpPr/>
          <p:nvPr/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5056632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F938D9-FDBF-4E2E-9864-B9A3DEB81A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t>Asurion Internal Use Only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F92F295-8332-4AF1-945C-EF34A8F3D0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1AA52CFB-7227-B94E-A04F-5E3794B0F8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0064" y="2350522"/>
            <a:ext cx="5095874" cy="2254135"/>
          </a:xfrm>
        </p:spPr>
        <p:txBody>
          <a:bodyPr lIns="0" anchor="ctr" anchorCtr="0"/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+mn-lt"/>
              </a:defRPr>
            </a:lvl1pPr>
          </a:lstStyle>
          <a:p>
            <a:pPr lvl="0"/>
            <a:r>
              <a:t>Click to edit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F5A3AB30-CF44-7248-A3D3-3F5409CF34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35700" y="1235904"/>
            <a:ext cx="2863693" cy="1231106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8000" b="0">
                <a:solidFill>
                  <a:schemeClr val="bg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703B6F5A-60F0-DC4B-A37F-01DBA21C5CB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33204" y="1415428"/>
            <a:ext cx="2458733" cy="837118"/>
          </a:xfrm>
        </p:spPr>
        <p:txBody>
          <a:bodyPr lIns="91440" anchor="ctr" anchorCtr="0"/>
          <a:lstStyle>
            <a:lvl1pPr algn="l">
              <a:lnSpc>
                <a:spcPct val="100000"/>
              </a:lnSpc>
              <a:spcBef>
                <a:spcPts val="0"/>
              </a:spcBef>
              <a:defRPr sz="14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t>Click to edit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956821E9-8772-804F-B6CD-FF23B856CA8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7667546" y="3801447"/>
            <a:ext cx="2937214" cy="2090868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517844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Numbered F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2F74907-9901-41D8-B02E-D5156ACAC596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t>Asurion Internal Use Only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CD76F14-B7C1-4783-A9BB-4763BFA8875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51866E3A-7DEB-5C4E-8324-44DAFB7110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9032" y="2645919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203A6C8-48F7-4D4E-AD85-EAA8F99930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9034" y="2009049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CF2CF0DB-CDB9-1C4A-8839-F41C532D5CB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403870" y="2009049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AE28C0EB-3AAE-0047-9B43-726D44D9703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64953" y="2645919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B085BC16-2098-9147-A6CA-B4CD22B9ED7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64955" y="2009049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9E61EAAA-A66E-D846-8EDA-9834B2616C3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69791" y="2009049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288D383F-E969-DA4F-BE90-F15614FF248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55954" y="2643295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A40412F6-ABC2-824C-A321-7EB4158892A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55956" y="2006425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F8D29A9A-8DF4-7141-834D-BD93C48F105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60792" y="2006425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843DE115-8C87-8344-8886-25A75BB8D95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87822" y="2645919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A7C507EF-6B56-8142-A1B5-703F7301FA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87824" y="2009049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047276DC-2172-434C-A123-1524D3E5DB8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92660" y="2009049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67" name="Text Placeholder 10">
            <a:extLst>
              <a:ext uri="{FF2B5EF4-FFF2-40B4-BE49-F238E27FC236}">
                <a16:creationId xmlns:a16="http://schemas.microsoft.com/office/drawing/2014/main" id="{CD273DAC-811D-1A48-B24F-1BEC6D6CAE3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9032" y="4578907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E22A3C03-E052-BE45-AB65-9153D3E5240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9034" y="3942037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6D80D084-8BE0-AA45-9990-239C8C7054E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03870" y="3942037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70" name="Text Placeholder 10">
            <a:extLst>
              <a:ext uri="{FF2B5EF4-FFF2-40B4-BE49-F238E27FC236}">
                <a16:creationId xmlns:a16="http://schemas.microsoft.com/office/drawing/2014/main" id="{3D6EC247-3707-CF41-9AFF-46DCFF35B9C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64953" y="4578907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F712BE49-08EC-9644-BA42-E079E6F4B0A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564955" y="3942037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72" name="Text Placeholder 10">
            <a:extLst>
              <a:ext uri="{FF2B5EF4-FFF2-40B4-BE49-F238E27FC236}">
                <a16:creationId xmlns:a16="http://schemas.microsoft.com/office/drawing/2014/main" id="{BB6BD5CF-5783-3C4F-BF8D-B06E51A0EC6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169791" y="3942037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73" name="Text Placeholder 10">
            <a:extLst>
              <a:ext uri="{FF2B5EF4-FFF2-40B4-BE49-F238E27FC236}">
                <a16:creationId xmlns:a16="http://schemas.microsoft.com/office/drawing/2014/main" id="{89364852-4B67-BE4C-B32D-D6F4629D287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55954" y="4576283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74" name="Text Placeholder 2">
            <a:extLst>
              <a:ext uri="{FF2B5EF4-FFF2-40B4-BE49-F238E27FC236}">
                <a16:creationId xmlns:a16="http://schemas.microsoft.com/office/drawing/2014/main" id="{EAB19194-3969-F64C-86BF-9B57D83CAF3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55956" y="3939413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75" name="Text Placeholder 10">
            <a:extLst>
              <a:ext uri="{FF2B5EF4-FFF2-40B4-BE49-F238E27FC236}">
                <a16:creationId xmlns:a16="http://schemas.microsoft.com/office/drawing/2014/main" id="{49080CC3-7630-F140-9CF8-8794360A547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960792" y="3939413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76" name="Text Placeholder 10">
            <a:extLst>
              <a:ext uri="{FF2B5EF4-FFF2-40B4-BE49-F238E27FC236}">
                <a16:creationId xmlns:a16="http://schemas.microsoft.com/office/drawing/2014/main" id="{56852BAC-70A5-1D4E-BC18-FBEFD6D03BB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087822" y="4578907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259A7000-3C5E-BB43-A5AE-594FB6186AE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087824" y="3942037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78" name="Text Placeholder 10">
            <a:extLst>
              <a:ext uri="{FF2B5EF4-FFF2-40B4-BE49-F238E27FC236}">
                <a16:creationId xmlns:a16="http://schemas.microsoft.com/office/drawing/2014/main" id="{771ABC88-66E2-FB42-807A-A13D16900BA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692660" y="3942037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25725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ght Numbers Facts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2256" cy="1080135"/>
          </a:xfrm>
        </p:spPr>
        <p:txBody>
          <a:bodyPr/>
          <a:lstStyle>
            <a:lvl1pPr>
              <a:defRPr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F938D9-FDBF-4E2E-9864-B9A3DEB81AA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t>Asurion Internal Use Only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F92F295-8332-4AF1-945C-EF34A8F3D0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B9A0D239-81E9-6647-BF62-476D7D0AEF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9032" y="2645919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7B3718C-D3BC-0A4A-AB24-8E0527BD0B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9034" y="2009049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EE3CF9FC-234B-B34A-AEED-DD9EA191F1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403870" y="2009049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1D09DAB-1589-E34E-A510-555E37F2B14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564953" y="2645919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0148C53-1352-2940-948D-748160CC579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64955" y="2009049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EBA9D11E-F868-C845-97E0-A54B829042E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69791" y="2009049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AB052B3-0DA4-6A48-B41E-0E11CF17D0B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55954" y="2643295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FE77869-6ECC-DB4F-A3D0-18767E1BEBA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355956" y="2006425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D2A7BAE2-7988-A84E-8577-17742D7D868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60792" y="2006425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1F637BFE-09A3-5441-9BA3-60AADA8A56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87822" y="2645919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FD3EC017-1E80-954A-BD2B-A8224CCBFE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87824" y="2009049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4AD2563-C182-174B-A94A-E5EA2C0B974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92660" y="2009049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45AFD8F7-BBCE-974E-9799-7F97EABB126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9032" y="4578907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61049030-51FD-9B4C-9370-6D16E702C04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99034" y="3942037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10CB1AC8-5D47-6444-B4F6-244A3485DB9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03870" y="3942037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9E51DDB3-2697-2045-9C29-713A45B2EA1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64953" y="4578907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930A8F0C-8538-1A4C-9D42-4C76264FD4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564955" y="3942037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D281AB27-A235-4A44-B0D5-04A4A1D6662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169791" y="3942037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1D1191-6A82-3442-A392-EE6ED5417C2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355954" y="4576283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DA310A7C-745E-2C46-BF2C-CAE702280ED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55956" y="3939413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A529FFF3-211A-4649-B80F-7080F4EF342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960792" y="3939413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89F1FE9B-2E3B-7046-88A0-6C5E57B9097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087822" y="4578907"/>
            <a:ext cx="2286595" cy="10175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B03A7643-78B5-2B4D-AD2C-2D9A2B1E603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087824" y="3942037"/>
            <a:ext cx="604836" cy="615553"/>
          </a:xfrm>
        </p:spPr>
        <p:txBody>
          <a:bodyPr wrap="square" lIns="0">
            <a:sp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4000" b="0">
                <a:solidFill>
                  <a:schemeClr val="tx1"/>
                </a:solidFill>
              </a:defRPr>
            </a:lvl1pPr>
          </a:lstStyle>
          <a:p>
            <a:pPr lvl="0"/>
            <a:r>
              <a:t>#</a:t>
            </a:r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204CA410-10E1-0146-87AE-21BDA4ACECB4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692660" y="3942037"/>
            <a:ext cx="1681759" cy="603504"/>
          </a:xfrm>
        </p:spPr>
        <p:txBody>
          <a:bodyPr lIns="91440" tIns="0" bIns="91440" anchor="b" anchorCtr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latin typeface="+mn-lt"/>
              </a:defRPr>
            </a:lvl1pPr>
            <a:lvl2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/>
            </a:lvl2pPr>
          </a:lstStyle>
          <a:p>
            <a:pPr lvl="0"/>
            <a:r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6822911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EA01E96-DFCE-8A47-95E4-C17CB5B7677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C4D158-65DE-0842-BD47-216B25C04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440482"/>
            <a:ext cx="4636713" cy="2800259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02E6C-722C-7048-BD48-797E23EE61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Asurion Internal Use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5BA52-1787-734E-AF70-5A45B09419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3ACAB3-CA36-4966-8A1D-076772D39D8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2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535141" y="446743"/>
            <a:ext cx="3778097" cy="2690351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</a:t>
            </a:r>
            <a:br>
              <a:rPr lang="en-US"/>
            </a:br>
            <a:r>
              <a:t>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801ECF7-ED14-487E-B2E6-FB13DE50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91600" y="6477425"/>
            <a:ext cx="1952422" cy="180000"/>
          </a:xfrm>
        </p:spPr>
        <p:txBody>
          <a:bodyPr/>
          <a:lstStyle/>
          <a:p>
            <a:r>
              <a:t>Asurion Internal Use Only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0BC3CDB-7A13-465F-9F51-87CE695D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0A8629D5-1353-B143-9D56-3314F8FA1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624" y="3436642"/>
            <a:ext cx="3773609" cy="245271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065711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535141" y="446743"/>
            <a:ext cx="3778097" cy="2690351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</a:t>
            </a:r>
            <a:br>
              <a:rPr lang="en-US"/>
            </a:br>
            <a:r>
              <a:t>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801ECF7-ED14-487E-B2E6-FB13DE50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91600" y="6477425"/>
            <a:ext cx="1952422" cy="180000"/>
          </a:xfrm>
        </p:spPr>
        <p:txBody>
          <a:bodyPr/>
          <a:lstStyle/>
          <a:p>
            <a:r>
              <a:t>Asurion Internal Use Only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0BC3CDB-7A13-465F-9F51-87CE695D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0A8629D5-1353-B143-9D56-3314F8FA1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624" y="3436642"/>
            <a:ext cx="3773609" cy="245271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87351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535141" y="446743"/>
            <a:ext cx="3778097" cy="2690351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4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Click to edit Master title </a:t>
            </a:r>
            <a:br>
              <a:rPr/>
            </a:br>
            <a:r>
              <a:t>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801ECF7-ED14-487E-B2E6-FB13DE50C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91600" y="6477425"/>
            <a:ext cx="1952422" cy="180000"/>
          </a:xfrm>
        </p:spPr>
        <p:txBody>
          <a:bodyPr/>
          <a:lstStyle/>
          <a:p>
            <a:r>
              <a:t>Asurion Internal Use Only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0BC3CDB-7A13-465F-9F51-87CE695D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72825" y="6477425"/>
            <a:ext cx="519112" cy="180000"/>
          </a:xfrm>
        </p:spPr>
        <p:txBody>
          <a:bodyPr/>
          <a:lstStyle/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468D2047-5D6F-7C41-984A-AC9DD6F37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624" y="3436642"/>
            <a:ext cx="3773609" cy="2452713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5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399228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DFA8-C5FE-DB44-9BF9-1274EAD5637C}" type="slidenum">
              <a:rPr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sz="11500" b="0" i="0" spc="100">
                <a:solidFill>
                  <a:srgbClr val="FFFFFF"/>
                </a:solidFill>
                <a:latin typeface="+mj-lt"/>
              </a:rPr>
              <a:t>END SLIDES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C9D3A-9A1A-C140-B0F7-9A8C63C4D4BD}"/>
              </a:ext>
            </a:extLst>
          </p:cNvPr>
          <p:cNvSpPr txBox="1"/>
          <p:nvPr/>
        </p:nvSpPr>
        <p:spPr>
          <a:xfrm>
            <a:off x="2428504" y="6365140"/>
            <a:ext cx="733499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sz="1100" b="0" i="0" kern="1200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</a:rPr>
              <a:t>Layouts past this point have been inherited from other files and may not be a part of the approved Asurion template.</a:t>
            </a:r>
            <a:endParaRPr sz="110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511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with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744DE2C-A424-4827-A247-97648814534C}"/>
              </a:ext>
            </a:extLst>
          </p:cNvPr>
          <p:cNvSpPr/>
          <p:nvPr/>
        </p:nvSpPr>
        <p:spPr>
          <a:xfrm>
            <a:off x="6095747" y="0"/>
            <a:ext cx="6096253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D4F442-ECB4-4EA4-AE95-53D8E965A64C}"/>
              </a:ext>
            </a:extLst>
          </p:cNvPr>
          <p:cNvSpPr/>
          <p:nvPr/>
        </p:nvSpPr>
        <p:spPr>
          <a:xfrm>
            <a:off x="0" y="0"/>
            <a:ext cx="6096000" cy="55839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5939" y="1983105"/>
            <a:ext cx="5454650" cy="184023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Type text here</a:t>
            </a:r>
          </a:p>
        </p:txBody>
      </p:sp>
      <p:grpSp>
        <p:nvGrpSpPr>
          <p:cNvPr id="15" name="asurion logo">
            <a:extLst>
              <a:ext uri="{FF2B5EF4-FFF2-40B4-BE49-F238E27FC236}">
                <a16:creationId xmlns:a16="http://schemas.microsoft.com/office/drawing/2014/main" id="{742C3EE8-5E66-4064-AD77-262ED2AF10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4030" y="5995713"/>
            <a:ext cx="1527969" cy="354615"/>
            <a:chOff x="316" y="3952"/>
            <a:chExt cx="586" cy="136"/>
          </a:xfrm>
          <a:solidFill>
            <a:schemeClr val="tx1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EF3FF97-F9E4-4229-93B3-D336E320D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9D763D80-7D31-4C23-92B5-7AA5C7093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D0697A47-C99B-4053-ADFB-D711F85AE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B1BCB078-E3E2-4D42-8199-4874325579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61A3D60-6C30-4644-91DF-BEEC5109B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F348E325-407C-441C-B197-E60FC5A6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9F368039-5BAA-412B-A0CF-A7E83F9606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13DAD560-03AB-9E4E-8F93-C72CEA1F8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791" y="1048609"/>
            <a:ext cx="4957148" cy="501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994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15939" y="2245995"/>
            <a:ext cx="5454650" cy="184023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t>Type text here</a:t>
            </a:r>
          </a:p>
        </p:txBody>
      </p:sp>
      <p:grpSp>
        <p:nvGrpSpPr>
          <p:cNvPr id="15" name="asurion logo">
            <a:extLst>
              <a:ext uri="{FF2B5EF4-FFF2-40B4-BE49-F238E27FC236}">
                <a16:creationId xmlns:a16="http://schemas.microsoft.com/office/drawing/2014/main" id="{742C3EE8-5E66-4064-AD77-262ED2AF105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04030" y="5995713"/>
            <a:ext cx="1527969" cy="354615"/>
            <a:chOff x="316" y="3952"/>
            <a:chExt cx="586" cy="136"/>
          </a:xfrm>
          <a:solidFill>
            <a:schemeClr val="tx1"/>
          </a:soli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9EF3FF97-F9E4-4229-93B3-D336E320D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9D763D80-7D31-4C23-92B5-7AA5C7093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D0697A47-C99B-4053-ADFB-D711F85AE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B1BCB078-E3E2-4D42-8199-4874325579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961A3D60-6C30-4644-91DF-BEEC5109B1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1" name="Freeform 10">
              <a:extLst>
                <a:ext uri="{FF2B5EF4-FFF2-40B4-BE49-F238E27FC236}">
                  <a16:creationId xmlns:a16="http://schemas.microsoft.com/office/drawing/2014/main" id="{F348E325-407C-441C-B197-E60FC5A6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2" name="Freeform 11">
              <a:extLst>
                <a:ext uri="{FF2B5EF4-FFF2-40B4-BE49-F238E27FC236}">
                  <a16:creationId xmlns:a16="http://schemas.microsoft.com/office/drawing/2014/main" id="{9F368039-5BAA-412B-A0CF-A7E83F9606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32874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of Layou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0DFA8-C5FE-DB44-9BF9-1274EAD5637C}" type="slidenum">
              <a:rPr/>
              <a:t>‹#›</a:t>
            </a:fld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sz="11500" b="0" i="0" spc="100">
                <a:solidFill>
                  <a:srgbClr val="FFFFFF"/>
                </a:solidFill>
                <a:latin typeface="+mj-lt"/>
              </a:rPr>
              <a:t>DO NOT USE </a:t>
            </a:r>
            <a:br>
              <a:rPr sz="11500" b="0" i="0" spc="100">
                <a:solidFill>
                  <a:srgbClr val="FFFFFF"/>
                </a:solidFill>
                <a:latin typeface="+mj-lt"/>
              </a:rPr>
            </a:br>
            <a:r>
              <a:rPr sz="11500" b="0" i="0" spc="100">
                <a:solidFill>
                  <a:srgbClr val="FFFFFF"/>
                </a:solidFill>
                <a:latin typeface="+mj-lt"/>
              </a:rPr>
              <a:t>ANY</a:t>
            </a:r>
            <a:r>
              <a:rPr sz="11500" b="0" i="0" spc="100" baseline="0">
                <a:solidFill>
                  <a:srgbClr val="FFFFFF"/>
                </a:solidFill>
                <a:latin typeface="+mj-lt"/>
              </a:rPr>
              <a:t> LAYOUTS </a:t>
            </a:r>
            <a:br>
              <a:rPr sz="11500" b="0" i="0" spc="100" baseline="0">
                <a:solidFill>
                  <a:srgbClr val="FFFFFF"/>
                </a:solidFill>
                <a:latin typeface="+mj-lt"/>
              </a:rPr>
            </a:br>
            <a:r>
              <a:rPr sz="11500" b="0" i="0" spc="100" baseline="0">
                <a:solidFill>
                  <a:srgbClr val="FFFFFF"/>
                </a:solidFill>
                <a:latin typeface="+mj-lt"/>
              </a:rPr>
              <a:t>PAST THIS POINT</a:t>
            </a:r>
            <a:endParaRPr sz="11500" b="0" i="0" spc="1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0C9D3A-9A1A-C140-B0F7-9A8C63C4D4BD}"/>
              </a:ext>
            </a:extLst>
          </p:cNvPr>
          <p:cNvSpPr txBox="1"/>
          <p:nvPr/>
        </p:nvSpPr>
        <p:spPr>
          <a:xfrm>
            <a:off x="2428504" y="6365140"/>
            <a:ext cx="733499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sz="1100" b="0" i="0" kern="1200">
                <a:solidFill>
                  <a:schemeClr val="bg1">
                    <a:lumMod val="85000"/>
                  </a:schemeClr>
                </a:solidFill>
                <a:effectLst/>
                <a:latin typeface="+mn-lt"/>
                <a:ea typeface="+mn-ea"/>
                <a:cs typeface="+mn-cs"/>
              </a:rPr>
              <a:t>Layouts past this point have been inherited from other files and may not be a part of the approved Asurion template.</a:t>
            </a:r>
            <a:endParaRPr sz="110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1344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97.xml"/><Relationship Id="rId21" Type="http://schemas.openxmlformats.org/officeDocument/2006/relationships/slideLayout" Target="../slideLayouts/slideLayout92.xml"/><Relationship Id="rId42" Type="http://schemas.openxmlformats.org/officeDocument/2006/relationships/slideLayout" Target="../slideLayouts/slideLayout113.xml"/><Relationship Id="rId47" Type="http://schemas.openxmlformats.org/officeDocument/2006/relationships/slideLayout" Target="../slideLayouts/slideLayout118.xml"/><Relationship Id="rId63" Type="http://schemas.openxmlformats.org/officeDocument/2006/relationships/slideLayout" Target="../slideLayouts/slideLayout134.xml"/><Relationship Id="rId68" Type="http://schemas.openxmlformats.org/officeDocument/2006/relationships/slideLayout" Target="../slideLayouts/slideLayout139.xml"/><Relationship Id="rId7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87.xml"/><Relationship Id="rId29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82.xml"/><Relationship Id="rId24" Type="http://schemas.openxmlformats.org/officeDocument/2006/relationships/slideLayout" Target="../slideLayouts/slideLayout95.xml"/><Relationship Id="rId32" Type="http://schemas.openxmlformats.org/officeDocument/2006/relationships/slideLayout" Target="../slideLayouts/slideLayout103.xml"/><Relationship Id="rId37" Type="http://schemas.openxmlformats.org/officeDocument/2006/relationships/slideLayout" Target="../slideLayouts/slideLayout108.xml"/><Relationship Id="rId40" Type="http://schemas.openxmlformats.org/officeDocument/2006/relationships/slideLayout" Target="../slideLayouts/slideLayout111.xml"/><Relationship Id="rId45" Type="http://schemas.openxmlformats.org/officeDocument/2006/relationships/slideLayout" Target="../slideLayouts/slideLayout116.xml"/><Relationship Id="rId53" Type="http://schemas.openxmlformats.org/officeDocument/2006/relationships/slideLayout" Target="../slideLayouts/slideLayout124.xml"/><Relationship Id="rId58" Type="http://schemas.openxmlformats.org/officeDocument/2006/relationships/slideLayout" Target="../slideLayouts/slideLayout129.xml"/><Relationship Id="rId66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76.xml"/><Relationship Id="rId61" Type="http://schemas.openxmlformats.org/officeDocument/2006/relationships/slideLayout" Target="../slideLayouts/slideLayout132.xml"/><Relationship Id="rId19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85.xml"/><Relationship Id="rId22" Type="http://schemas.openxmlformats.org/officeDocument/2006/relationships/slideLayout" Target="../slideLayouts/slideLayout93.xml"/><Relationship Id="rId27" Type="http://schemas.openxmlformats.org/officeDocument/2006/relationships/slideLayout" Target="../slideLayouts/slideLayout98.xml"/><Relationship Id="rId30" Type="http://schemas.openxmlformats.org/officeDocument/2006/relationships/slideLayout" Target="../slideLayouts/slideLayout101.xml"/><Relationship Id="rId35" Type="http://schemas.openxmlformats.org/officeDocument/2006/relationships/slideLayout" Target="../slideLayouts/slideLayout106.xml"/><Relationship Id="rId43" Type="http://schemas.openxmlformats.org/officeDocument/2006/relationships/slideLayout" Target="../slideLayouts/slideLayout114.xml"/><Relationship Id="rId48" Type="http://schemas.openxmlformats.org/officeDocument/2006/relationships/slideLayout" Target="../slideLayouts/slideLayout119.xml"/><Relationship Id="rId56" Type="http://schemas.openxmlformats.org/officeDocument/2006/relationships/slideLayout" Target="../slideLayouts/slideLayout127.xml"/><Relationship Id="rId64" Type="http://schemas.openxmlformats.org/officeDocument/2006/relationships/slideLayout" Target="../slideLayouts/slideLayout135.xml"/><Relationship Id="rId69" Type="http://schemas.openxmlformats.org/officeDocument/2006/relationships/theme" Target="../theme/theme2.xml"/><Relationship Id="rId8" Type="http://schemas.openxmlformats.org/officeDocument/2006/relationships/slideLayout" Target="../slideLayouts/slideLayout79.xml"/><Relationship Id="rId51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8.xml"/><Relationship Id="rId25" Type="http://schemas.openxmlformats.org/officeDocument/2006/relationships/slideLayout" Target="../slideLayouts/slideLayout96.xml"/><Relationship Id="rId33" Type="http://schemas.openxmlformats.org/officeDocument/2006/relationships/slideLayout" Target="../slideLayouts/slideLayout104.xml"/><Relationship Id="rId38" Type="http://schemas.openxmlformats.org/officeDocument/2006/relationships/slideLayout" Target="../slideLayouts/slideLayout109.xml"/><Relationship Id="rId46" Type="http://schemas.openxmlformats.org/officeDocument/2006/relationships/slideLayout" Target="../slideLayouts/slideLayout117.xml"/><Relationship Id="rId59" Type="http://schemas.openxmlformats.org/officeDocument/2006/relationships/slideLayout" Target="../slideLayouts/slideLayout130.xml"/><Relationship Id="rId67" Type="http://schemas.openxmlformats.org/officeDocument/2006/relationships/slideLayout" Target="../slideLayouts/slideLayout138.xml"/><Relationship Id="rId20" Type="http://schemas.openxmlformats.org/officeDocument/2006/relationships/slideLayout" Target="../slideLayouts/slideLayout91.xml"/><Relationship Id="rId41" Type="http://schemas.openxmlformats.org/officeDocument/2006/relationships/slideLayout" Target="../slideLayouts/slideLayout112.xml"/><Relationship Id="rId54" Type="http://schemas.openxmlformats.org/officeDocument/2006/relationships/slideLayout" Target="../slideLayouts/slideLayout125.xml"/><Relationship Id="rId62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6.xml"/><Relationship Id="rId23" Type="http://schemas.openxmlformats.org/officeDocument/2006/relationships/slideLayout" Target="../slideLayouts/slideLayout94.xml"/><Relationship Id="rId28" Type="http://schemas.openxmlformats.org/officeDocument/2006/relationships/slideLayout" Target="../slideLayouts/slideLayout99.xml"/><Relationship Id="rId36" Type="http://schemas.openxmlformats.org/officeDocument/2006/relationships/slideLayout" Target="../slideLayouts/slideLayout107.xml"/><Relationship Id="rId49" Type="http://schemas.openxmlformats.org/officeDocument/2006/relationships/slideLayout" Target="../slideLayouts/slideLayout120.xml"/><Relationship Id="rId57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81.xml"/><Relationship Id="rId31" Type="http://schemas.openxmlformats.org/officeDocument/2006/relationships/slideLayout" Target="../slideLayouts/slideLayout102.xml"/><Relationship Id="rId44" Type="http://schemas.openxmlformats.org/officeDocument/2006/relationships/slideLayout" Target="../slideLayouts/slideLayout115.xml"/><Relationship Id="rId52" Type="http://schemas.openxmlformats.org/officeDocument/2006/relationships/slideLayout" Target="../slideLayouts/slideLayout123.xml"/><Relationship Id="rId60" Type="http://schemas.openxmlformats.org/officeDocument/2006/relationships/slideLayout" Target="../slideLayouts/slideLayout131.xml"/><Relationship Id="rId65" Type="http://schemas.openxmlformats.org/officeDocument/2006/relationships/slideLayout" Target="../slideLayouts/slideLayout136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9.xml"/><Relationship Id="rId39" Type="http://schemas.openxmlformats.org/officeDocument/2006/relationships/slideLayout" Target="../slideLayouts/slideLayout110.xml"/><Relationship Id="rId34" Type="http://schemas.openxmlformats.org/officeDocument/2006/relationships/slideLayout" Target="../slideLayouts/slideLayout105.xml"/><Relationship Id="rId50" Type="http://schemas.openxmlformats.org/officeDocument/2006/relationships/slideLayout" Target="../slideLayouts/slideLayout121.xml"/><Relationship Id="rId55" Type="http://schemas.openxmlformats.org/officeDocument/2006/relationships/slideLayout" Target="../slideLayouts/slideLayout1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id" hidden="1">
            <a:extLst>
              <a:ext uri="{FF2B5EF4-FFF2-40B4-BE49-F238E27FC236}">
                <a16:creationId xmlns:a16="http://schemas.microsoft.com/office/drawing/2014/main" id="{CB62F4A8-D16F-4ED4-8FB1-033DD30013A9}"/>
              </a:ext>
            </a:extLst>
          </p:cNvPr>
          <p:cNvGrpSpPr/>
          <p:nvPr/>
        </p:nvGrpSpPr>
        <p:grpSpPr>
          <a:xfrm>
            <a:off x="496953" y="-460390"/>
            <a:ext cx="11194985" cy="298579"/>
            <a:chOff x="496953" y="-460390"/>
            <a:chExt cx="11194985" cy="29857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1894BAE-7B52-43F3-AD46-8957D93FF5AB}"/>
                </a:ext>
              </a:extLst>
            </p:cNvPr>
            <p:cNvGrpSpPr/>
            <p:nvPr/>
          </p:nvGrpSpPr>
          <p:grpSpPr>
            <a:xfrm>
              <a:off x="4061925" y="-460390"/>
              <a:ext cx="250032" cy="298579"/>
              <a:chOff x="4064744" y="4163251"/>
              <a:chExt cx="250032" cy="298579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69FFFF0-32A9-46BC-A379-334A55789281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F5309365-DA95-40B6-BE77-1DE527E38447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B2BADEC-78DB-464B-937A-8F5A0553FC53}"/>
                </a:ext>
              </a:extLst>
            </p:cNvPr>
            <p:cNvGrpSpPr/>
            <p:nvPr/>
          </p:nvGrpSpPr>
          <p:grpSpPr>
            <a:xfrm>
              <a:off x="7876929" y="-460390"/>
              <a:ext cx="250032" cy="298579"/>
              <a:chOff x="4064744" y="4163251"/>
              <a:chExt cx="250032" cy="298579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3359999C-DB9A-40C8-A213-DE83FF39D2FF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0BC82D5E-5908-416C-A039-B3C5E9E76A20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BD3A864-9244-44A2-BC6D-E12531C98F2B}"/>
                </a:ext>
              </a:extLst>
            </p:cNvPr>
            <p:cNvCxnSpPr/>
            <p:nvPr/>
          </p:nvCxnSpPr>
          <p:spPr>
            <a:xfrm flipV="1">
              <a:off x="11691938" y="-460390"/>
              <a:ext cx="0" cy="298579"/>
            </a:xfrm>
            <a:prstGeom prst="line">
              <a:avLst/>
            </a:prstGeom>
            <a:ln w="127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1B0B773-2456-421E-88AD-5BDE6AE70DD6}"/>
                </a:ext>
              </a:extLst>
            </p:cNvPr>
            <p:cNvCxnSpPr/>
            <p:nvPr/>
          </p:nvCxnSpPr>
          <p:spPr>
            <a:xfrm flipV="1">
              <a:off x="496953" y="-460390"/>
              <a:ext cx="0" cy="298579"/>
            </a:xfrm>
            <a:prstGeom prst="line">
              <a:avLst/>
            </a:prstGeom>
            <a:ln w="127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0A68A3A-0635-4F43-BA2C-5851E81FB4E5}"/>
                </a:ext>
              </a:extLst>
            </p:cNvPr>
            <p:cNvGrpSpPr/>
            <p:nvPr/>
          </p:nvGrpSpPr>
          <p:grpSpPr>
            <a:xfrm>
              <a:off x="5015676" y="-460390"/>
              <a:ext cx="250032" cy="298579"/>
              <a:chOff x="4064744" y="4163251"/>
              <a:chExt cx="250032" cy="298579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A1510E22-07F2-431C-9AE0-9C324064EE1B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EB28B4D-AA6D-43C7-88A2-BCC85F19B05F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CF7E8B5-622F-4BF0-84FB-6FF1209E1B37}"/>
                </a:ext>
              </a:extLst>
            </p:cNvPr>
            <p:cNvGrpSpPr/>
            <p:nvPr/>
          </p:nvGrpSpPr>
          <p:grpSpPr>
            <a:xfrm>
              <a:off x="8830680" y="-460390"/>
              <a:ext cx="250032" cy="298579"/>
              <a:chOff x="4064744" y="4163251"/>
              <a:chExt cx="250032" cy="298579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2E0374FC-F58E-4D64-A360-B31F7E507689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FEBD2373-920F-4A20-8101-EBE313602255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95344890-0CBB-4202-9B84-6E7E05C9758C}"/>
                </a:ext>
              </a:extLst>
            </p:cNvPr>
            <p:cNvGrpSpPr/>
            <p:nvPr/>
          </p:nvGrpSpPr>
          <p:grpSpPr>
            <a:xfrm>
              <a:off x="2154423" y="-460390"/>
              <a:ext cx="250032" cy="298579"/>
              <a:chOff x="4064744" y="4163251"/>
              <a:chExt cx="250032" cy="298579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7F042FB1-165C-440E-B77F-E292AFA64B0E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50BBFE8B-221F-4C1F-A5A4-2E939142690E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7C07F7F-02BB-48E5-BF4C-B6EE445706A8}"/>
                </a:ext>
              </a:extLst>
            </p:cNvPr>
            <p:cNvGrpSpPr/>
            <p:nvPr/>
          </p:nvGrpSpPr>
          <p:grpSpPr>
            <a:xfrm>
              <a:off x="5969427" y="-460390"/>
              <a:ext cx="250032" cy="298579"/>
              <a:chOff x="4064744" y="4163251"/>
              <a:chExt cx="250032" cy="298579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F88119E8-458B-487E-831B-9D94F51C7B9F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0E5D1344-D8EC-4227-B4BB-677DC19F6240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707EE5FF-2576-4FCB-9182-2554FB3F1F11}"/>
                </a:ext>
              </a:extLst>
            </p:cNvPr>
            <p:cNvGrpSpPr/>
            <p:nvPr/>
          </p:nvGrpSpPr>
          <p:grpSpPr>
            <a:xfrm>
              <a:off x="3108174" y="-460390"/>
              <a:ext cx="250032" cy="298579"/>
              <a:chOff x="4064744" y="4163251"/>
              <a:chExt cx="250032" cy="298579"/>
            </a:xfrm>
          </p:grpSpPr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E3537DD2-AF3A-4C5B-A26B-3A0AE4C0726E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512949BF-3BF1-4F97-887B-0EF07678E5A8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B0FE3B8D-DE34-413B-8685-B3267BF30B0A}"/>
                </a:ext>
              </a:extLst>
            </p:cNvPr>
            <p:cNvGrpSpPr/>
            <p:nvPr/>
          </p:nvGrpSpPr>
          <p:grpSpPr>
            <a:xfrm>
              <a:off x="6923178" y="-460390"/>
              <a:ext cx="250032" cy="298579"/>
              <a:chOff x="4064744" y="4163251"/>
              <a:chExt cx="250032" cy="298579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E0AB49DE-9843-42AE-A181-B8AA532C1F1A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50396B43-ED23-4636-B0EC-6600AC751ECE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96A4C146-789C-46C9-9990-98BA8700B6B2}"/>
                </a:ext>
              </a:extLst>
            </p:cNvPr>
            <p:cNvGrpSpPr/>
            <p:nvPr/>
          </p:nvGrpSpPr>
          <p:grpSpPr>
            <a:xfrm>
              <a:off x="9784431" y="-460390"/>
              <a:ext cx="250032" cy="298579"/>
              <a:chOff x="4064744" y="4163251"/>
              <a:chExt cx="250032" cy="298579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BC805BC-769A-4780-92F9-387732D73767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8AD4B2AC-1438-4828-BA67-23B1E4959E53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AE3CDB29-21B3-426F-8811-CDFF7BA0BB9D}"/>
                </a:ext>
              </a:extLst>
            </p:cNvPr>
            <p:cNvGrpSpPr/>
            <p:nvPr/>
          </p:nvGrpSpPr>
          <p:grpSpPr>
            <a:xfrm>
              <a:off x="10738182" y="-460390"/>
              <a:ext cx="250032" cy="298579"/>
              <a:chOff x="4064744" y="4163251"/>
              <a:chExt cx="250032" cy="298579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3608AFE2-D125-4BAF-8B88-9FFD54F13482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5185F5C1-E2E4-44B0-AC93-E84867931145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F990C8D8-4DBC-48EB-A8BE-D38B8ADE5756}"/>
                </a:ext>
              </a:extLst>
            </p:cNvPr>
            <p:cNvGrpSpPr/>
            <p:nvPr/>
          </p:nvGrpSpPr>
          <p:grpSpPr>
            <a:xfrm>
              <a:off x="1200672" y="-460390"/>
              <a:ext cx="250032" cy="298579"/>
              <a:chOff x="4064744" y="4163251"/>
              <a:chExt cx="250032" cy="298579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7D95FD34-2539-4FDB-909A-4C1FC7A8A9DA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0F99285D-83CD-4C92-B5B0-2242E55F5A96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063" y="2520000"/>
            <a:ext cx="11191875" cy="336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991600" y="6477425"/>
            <a:ext cx="1952422" cy="1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err="1"/>
              <a:t>Asurion</a:t>
            </a:r>
            <a:r>
              <a:rPr lang="en-US" err="1"/>
              <a:t>_</a:t>
            </a:r>
            <a:r>
              <a:rPr err="1"/>
              <a:t>Internal</a:t>
            </a:r>
            <a:r>
              <a:rPr lang="en-US" err="1"/>
              <a:t>_</a:t>
            </a:r>
            <a:r>
              <a:rPr err="1"/>
              <a:t>Use</a:t>
            </a:r>
            <a:r>
              <a:rPr lang="en-US" err="1"/>
              <a:t>_</a:t>
            </a:r>
            <a:r>
              <a:rPr err="1"/>
              <a:t>Only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72825" y="6477425"/>
            <a:ext cx="519112" cy="1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grpSp>
        <p:nvGrpSpPr>
          <p:cNvPr id="53" name="asurion logo">
            <a:extLst>
              <a:ext uri="{FF2B5EF4-FFF2-40B4-BE49-F238E27FC236}">
                <a16:creationId xmlns:a16="http://schemas.microsoft.com/office/drawing/2014/main" id="{0054DC85-FB4E-AF4F-A304-F50E7E8C3AB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04031" y="6390186"/>
            <a:ext cx="918000" cy="213052"/>
            <a:chOff x="316" y="3952"/>
            <a:chExt cx="586" cy="136"/>
          </a:xfrm>
          <a:solidFill>
            <a:schemeClr val="tx1"/>
          </a:solidFill>
        </p:grpSpPr>
        <p:sp>
          <p:nvSpPr>
            <p:cNvPr id="56" name="Freeform 5">
              <a:extLst>
                <a:ext uri="{FF2B5EF4-FFF2-40B4-BE49-F238E27FC236}">
                  <a16:creationId xmlns:a16="http://schemas.microsoft.com/office/drawing/2014/main" id="{27514E15-DE5A-834F-9CD6-45C4817C6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8" name="Freeform 6">
              <a:extLst>
                <a:ext uri="{FF2B5EF4-FFF2-40B4-BE49-F238E27FC236}">
                  <a16:creationId xmlns:a16="http://schemas.microsoft.com/office/drawing/2014/main" id="{8CFA00F3-584A-D44A-ACED-67911C8C4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9" name="Freeform 7">
              <a:extLst>
                <a:ext uri="{FF2B5EF4-FFF2-40B4-BE49-F238E27FC236}">
                  <a16:creationId xmlns:a16="http://schemas.microsoft.com/office/drawing/2014/main" id="{4300FCF8-0ADE-F347-837A-0EF8F48B3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0" name="Freeform 8">
              <a:extLst>
                <a:ext uri="{FF2B5EF4-FFF2-40B4-BE49-F238E27FC236}">
                  <a16:creationId xmlns:a16="http://schemas.microsoft.com/office/drawing/2014/main" id="{4E9D92D8-69D2-5849-9754-890FBBC038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9" name="Freeform 9">
              <a:extLst>
                <a:ext uri="{FF2B5EF4-FFF2-40B4-BE49-F238E27FC236}">
                  <a16:creationId xmlns:a16="http://schemas.microsoft.com/office/drawing/2014/main" id="{E6273E3A-A4E9-FA4E-9427-5903B8CC90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0" name="Freeform 10">
              <a:extLst>
                <a:ext uri="{FF2B5EF4-FFF2-40B4-BE49-F238E27FC236}">
                  <a16:creationId xmlns:a16="http://schemas.microsoft.com/office/drawing/2014/main" id="{5281E602-33CA-D04A-ABF4-6EE04B721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1" name="Freeform 11">
              <a:extLst>
                <a:ext uri="{FF2B5EF4-FFF2-40B4-BE49-F238E27FC236}">
                  <a16:creationId xmlns:a16="http://schemas.microsoft.com/office/drawing/2014/main" id="{987BEF18-299F-F349-831D-8F73AD2D8A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50EAF76-A7A0-4BB0-90AE-99102764120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32425" y="6736080"/>
            <a:ext cx="11652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ctr"/>
            <a:r>
              <a:rPr lang="en-US" sz="800">
                <a:solidFill>
                  <a:srgbClr val="73737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Asurion_Internal_Use_Only</a:t>
            </a:r>
          </a:p>
        </p:txBody>
      </p:sp>
    </p:spTree>
    <p:extLst>
      <p:ext uri="{BB962C8B-B14F-4D97-AF65-F5344CB8AC3E}">
        <p14:creationId xmlns:p14="http://schemas.microsoft.com/office/powerpoint/2010/main" val="2714984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  <p:sldLayoutId id="2147483713" r:id="rId52"/>
    <p:sldLayoutId id="2147483714" r:id="rId53"/>
    <p:sldLayoutId id="2147483715" r:id="rId54"/>
    <p:sldLayoutId id="2147483716" r:id="rId55"/>
    <p:sldLayoutId id="2147483717" r:id="rId56"/>
    <p:sldLayoutId id="2147483718" r:id="rId57"/>
    <p:sldLayoutId id="2147483719" r:id="rId58"/>
    <p:sldLayoutId id="2147483720" r:id="rId59"/>
    <p:sldLayoutId id="2147483721" r:id="rId60"/>
    <p:sldLayoutId id="2147483722" r:id="rId61"/>
    <p:sldLayoutId id="2147483723" r:id="rId62"/>
    <p:sldLayoutId id="2147483724" r:id="rId63"/>
    <p:sldLayoutId id="2147483725" r:id="rId64"/>
    <p:sldLayoutId id="2147483726" r:id="rId65"/>
    <p:sldLayoutId id="2147483727" r:id="rId66"/>
    <p:sldLayoutId id="2147483728" r:id="rId67"/>
    <p:sldLayoutId id="2147483729" r:id="rId68"/>
    <p:sldLayoutId id="2147483730" r:id="rId69"/>
    <p:sldLayoutId id="2147483731" r:id="rId70"/>
    <p:sldLayoutId id="2147483732" r:id="rId7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None/>
        <a:defRPr sz="1400" b="1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2"/>
        </a:buClr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2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1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61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315">
          <p15:clr>
            <a:srgbClr val="F26B43"/>
          </p15:clr>
        </p15:guide>
        <p15:guide id="4" pos="7365">
          <p15:clr>
            <a:srgbClr val="F26B43"/>
          </p15:clr>
        </p15:guide>
        <p15:guide id="5" pos="756">
          <p15:clr>
            <a:srgbClr val="F26B43"/>
          </p15:clr>
        </p15:guide>
        <p15:guide id="6" pos="914">
          <p15:clr>
            <a:srgbClr val="F26B43"/>
          </p15:clr>
        </p15:guide>
        <p15:guide id="7" pos="1358">
          <p15:clr>
            <a:srgbClr val="F26B43"/>
          </p15:clr>
        </p15:guide>
        <p15:guide id="8" pos="1515">
          <p15:clr>
            <a:srgbClr val="F26B43"/>
          </p15:clr>
        </p15:guide>
        <p15:guide id="9" pos="1958">
          <p15:clr>
            <a:srgbClr val="F26B43"/>
          </p15:clr>
        </p15:guide>
        <p15:guide id="10" pos="2115">
          <p15:clr>
            <a:srgbClr val="F26B43"/>
          </p15:clr>
        </p15:guide>
        <p15:guide id="11" pos="2559">
          <p15:clr>
            <a:srgbClr val="F26B43"/>
          </p15:clr>
        </p15:guide>
        <p15:guide id="12" pos="2717">
          <p15:clr>
            <a:srgbClr val="F26B43"/>
          </p15:clr>
        </p15:guide>
        <p15:guide id="13" pos="3159">
          <p15:clr>
            <a:srgbClr val="F26B43"/>
          </p15:clr>
        </p15:guide>
        <p15:guide id="14" pos="3317">
          <p15:clr>
            <a:srgbClr val="F26B43"/>
          </p15:clr>
        </p15:guide>
        <p15:guide id="15" pos="4361">
          <p15:clr>
            <a:srgbClr val="F26B43"/>
          </p15:clr>
        </p15:guide>
        <p15:guide id="16" pos="4518">
          <p15:clr>
            <a:srgbClr val="F26B43"/>
          </p15:clr>
        </p15:guide>
        <p15:guide id="17" pos="4962">
          <p15:clr>
            <a:srgbClr val="F26B43"/>
          </p15:clr>
        </p15:guide>
        <p15:guide id="18" pos="5120">
          <p15:clr>
            <a:srgbClr val="F26B43"/>
          </p15:clr>
        </p15:guide>
        <p15:guide id="19" pos="5562">
          <p15:clr>
            <a:srgbClr val="F26B43"/>
          </p15:clr>
        </p15:guide>
        <p15:guide id="20" pos="5720">
          <p15:clr>
            <a:srgbClr val="F26B43"/>
          </p15:clr>
        </p15:guide>
        <p15:guide id="21" pos="6164">
          <p15:clr>
            <a:srgbClr val="F26B43"/>
          </p15:clr>
        </p15:guide>
        <p15:guide id="22" pos="6321">
          <p15:clr>
            <a:srgbClr val="F26B43"/>
          </p15:clr>
        </p15:guide>
        <p15:guide id="23" pos="6764">
          <p15:clr>
            <a:srgbClr val="F26B43"/>
          </p15:clr>
        </p15:guide>
        <p15:guide id="24" pos="6921">
          <p15:clr>
            <a:srgbClr val="F26B43"/>
          </p15:clr>
        </p15:guide>
        <p15:guide id="25" orient="horz" pos="323">
          <p15:clr>
            <a:srgbClr val="F26B43"/>
          </p15:clr>
        </p15:guide>
        <p15:guide id="26" orient="horz" pos="4085">
          <p15:clr>
            <a:srgbClr val="F26B43"/>
          </p15:clr>
        </p15:guide>
        <p15:guide id="27" pos="3918">
          <p15:clr>
            <a:srgbClr val="F26B43"/>
          </p15:clr>
        </p15:guide>
        <p15:guide id="28" orient="horz" pos="795">
          <p15:clr>
            <a:srgbClr val="F26B43"/>
          </p15:clr>
        </p15:guide>
        <p15:guide id="30" orient="horz" pos="507">
          <p15:clr>
            <a:srgbClr val="F26B43"/>
          </p15:clr>
        </p15:guide>
        <p15:guide id="31" orient="horz" pos="3711">
          <p15:clr>
            <a:srgbClr val="F26B43"/>
          </p15:clr>
        </p15:guide>
        <p15:guide id="36" orient="horz" pos="1586">
          <p15:clr>
            <a:srgbClr val="F26B43"/>
          </p15:clr>
        </p15:guide>
        <p15:guide id="37" orient="horz" pos="959">
          <p15:clr>
            <a:srgbClr val="F26B43"/>
          </p15:clr>
        </p15:guide>
        <p15:guide id="38" orient="horz" pos="107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id" hidden="1">
            <a:extLst>
              <a:ext uri="{FF2B5EF4-FFF2-40B4-BE49-F238E27FC236}">
                <a16:creationId xmlns:a16="http://schemas.microsoft.com/office/drawing/2014/main" id="{CB62F4A8-D16F-4ED4-8FB1-033DD30013A9}"/>
              </a:ext>
            </a:extLst>
          </p:cNvPr>
          <p:cNvGrpSpPr/>
          <p:nvPr/>
        </p:nvGrpSpPr>
        <p:grpSpPr>
          <a:xfrm>
            <a:off x="496953" y="-460390"/>
            <a:ext cx="11194985" cy="298579"/>
            <a:chOff x="496953" y="-460390"/>
            <a:chExt cx="11194985" cy="29857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1894BAE-7B52-43F3-AD46-8957D93FF5AB}"/>
                </a:ext>
              </a:extLst>
            </p:cNvPr>
            <p:cNvGrpSpPr/>
            <p:nvPr/>
          </p:nvGrpSpPr>
          <p:grpSpPr>
            <a:xfrm>
              <a:off x="4061925" y="-460390"/>
              <a:ext cx="250032" cy="298579"/>
              <a:chOff x="4064744" y="4163251"/>
              <a:chExt cx="250032" cy="298579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69FFFF0-32A9-46BC-A379-334A55789281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F5309365-DA95-40B6-BE77-1DE527E38447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B2BADEC-78DB-464B-937A-8F5A0553FC53}"/>
                </a:ext>
              </a:extLst>
            </p:cNvPr>
            <p:cNvGrpSpPr/>
            <p:nvPr/>
          </p:nvGrpSpPr>
          <p:grpSpPr>
            <a:xfrm>
              <a:off x="7876929" y="-460390"/>
              <a:ext cx="250032" cy="298579"/>
              <a:chOff x="4064744" y="4163251"/>
              <a:chExt cx="250032" cy="298579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3359999C-DB9A-40C8-A213-DE83FF39D2FF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0BC82D5E-5908-416C-A039-B3C5E9E76A20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BD3A864-9244-44A2-BC6D-E12531C98F2B}"/>
                </a:ext>
              </a:extLst>
            </p:cNvPr>
            <p:cNvCxnSpPr/>
            <p:nvPr/>
          </p:nvCxnSpPr>
          <p:spPr>
            <a:xfrm flipV="1">
              <a:off x="11691938" y="-460390"/>
              <a:ext cx="0" cy="298579"/>
            </a:xfrm>
            <a:prstGeom prst="line">
              <a:avLst/>
            </a:prstGeom>
            <a:ln w="127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1B0B773-2456-421E-88AD-5BDE6AE70DD6}"/>
                </a:ext>
              </a:extLst>
            </p:cNvPr>
            <p:cNvCxnSpPr/>
            <p:nvPr/>
          </p:nvCxnSpPr>
          <p:spPr>
            <a:xfrm flipV="1">
              <a:off x="496953" y="-460390"/>
              <a:ext cx="0" cy="298579"/>
            </a:xfrm>
            <a:prstGeom prst="line">
              <a:avLst/>
            </a:prstGeom>
            <a:ln w="127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0A68A3A-0635-4F43-BA2C-5851E81FB4E5}"/>
                </a:ext>
              </a:extLst>
            </p:cNvPr>
            <p:cNvGrpSpPr/>
            <p:nvPr/>
          </p:nvGrpSpPr>
          <p:grpSpPr>
            <a:xfrm>
              <a:off x="5015676" y="-460390"/>
              <a:ext cx="250032" cy="298579"/>
              <a:chOff x="4064744" y="4163251"/>
              <a:chExt cx="250032" cy="298579"/>
            </a:xfrm>
          </p:grpSpPr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A1510E22-07F2-431C-9AE0-9C324064EE1B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EB28B4D-AA6D-43C7-88A2-BCC85F19B05F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0CF7E8B5-622F-4BF0-84FB-6FF1209E1B37}"/>
                </a:ext>
              </a:extLst>
            </p:cNvPr>
            <p:cNvGrpSpPr/>
            <p:nvPr/>
          </p:nvGrpSpPr>
          <p:grpSpPr>
            <a:xfrm>
              <a:off x="8830680" y="-460390"/>
              <a:ext cx="250032" cy="298579"/>
              <a:chOff x="4064744" y="4163251"/>
              <a:chExt cx="250032" cy="298579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2E0374FC-F58E-4D64-A360-B31F7E507689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FEBD2373-920F-4A20-8101-EBE313602255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95344890-0CBB-4202-9B84-6E7E05C9758C}"/>
                </a:ext>
              </a:extLst>
            </p:cNvPr>
            <p:cNvGrpSpPr/>
            <p:nvPr/>
          </p:nvGrpSpPr>
          <p:grpSpPr>
            <a:xfrm>
              <a:off x="2154423" y="-460390"/>
              <a:ext cx="250032" cy="298579"/>
              <a:chOff x="4064744" y="4163251"/>
              <a:chExt cx="250032" cy="298579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7F042FB1-165C-440E-B77F-E292AFA64B0E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50BBFE8B-221F-4C1F-A5A4-2E939142690E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7C07F7F-02BB-48E5-BF4C-B6EE445706A8}"/>
                </a:ext>
              </a:extLst>
            </p:cNvPr>
            <p:cNvGrpSpPr/>
            <p:nvPr/>
          </p:nvGrpSpPr>
          <p:grpSpPr>
            <a:xfrm>
              <a:off x="5969427" y="-460390"/>
              <a:ext cx="250032" cy="298579"/>
              <a:chOff x="4064744" y="4163251"/>
              <a:chExt cx="250032" cy="298579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F88119E8-458B-487E-831B-9D94F51C7B9F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0E5D1344-D8EC-4227-B4BB-677DC19F6240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707EE5FF-2576-4FCB-9182-2554FB3F1F11}"/>
                </a:ext>
              </a:extLst>
            </p:cNvPr>
            <p:cNvGrpSpPr/>
            <p:nvPr/>
          </p:nvGrpSpPr>
          <p:grpSpPr>
            <a:xfrm>
              <a:off x="3108174" y="-460390"/>
              <a:ext cx="250032" cy="298579"/>
              <a:chOff x="4064744" y="4163251"/>
              <a:chExt cx="250032" cy="298579"/>
            </a:xfrm>
          </p:grpSpPr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E3537DD2-AF3A-4C5B-A26B-3A0AE4C0726E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512949BF-3BF1-4F97-887B-0EF07678E5A8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B0FE3B8D-DE34-413B-8685-B3267BF30B0A}"/>
                </a:ext>
              </a:extLst>
            </p:cNvPr>
            <p:cNvGrpSpPr/>
            <p:nvPr/>
          </p:nvGrpSpPr>
          <p:grpSpPr>
            <a:xfrm>
              <a:off x="6923178" y="-460390"/>
              <a:ext cx="250032" cy="298579"/>
              <a:chOff x="4064744" y="4163251"/>
              <a:chExt cx="250032" cy="298579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E0AB49DE-9843-42AE-A181-B8AA532C1F1A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50396B43-ED23-4636-B0EC-6600AC751ECE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96A4C146-789C-46C9-9990-98BA8700B6B2}"/>
                </a:ext>
              </a:extLst>
            </p:cNvPr>
            <p:cNvGrpSpPr/>
            <p:nvPr/>
          </p:nvGrpSpPr>
          <p:grpSpPr>
            <a:xfrm>
              <a:off x="9784431" y="-460390"/>
              <a:ext cx="250032" cy="298579"/>
              <a:chOff x="4064744" y="4163251"/>
              <a:chExt cx="250032" cy="298579"/>
            </a:xfrm>
          </p:grpSpPr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BC805BC-769A-4780-92F9-387732D73767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8AD4B2AC-1438-4828-BA67-23B1E4959E53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AE3CDB29-21B3-426F-8811-CDFF7BA0BB9D}"/>
                </a:ext>
              </a:extLst>
            </p:cNvPr>
            <p:cNvGrpSpPr/>
            <p:nvPr/>
          </p:nvGrpSpPr>
          <p:grpSpPr>
            <a:xfrm>
              <a:off x="10738182" y="-460390"/>
              <a:ext cx="250032" cy="298579"/>
              <a:chOff x="4064744" y="4163251"/>
              <a:chExt cx="250032" cy="298579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3608AFE2-D125-4BAF-8B88-9FFD54F13482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5185F5C1-E2E4-44B0-AC93-E84867931145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F990C8D8-4DBC-48EB-A8BE-D38B8ADE5756}"/>
                </a:ext>
              </a:extLst>
            </p:cNvPr>
            <p:cNvGrpSpPr/>
            <p:nvPr/>
          </p:nvGrpSpPr>
          <p:grpSpPr>
            <a:xfrm>
              <a:off x="1200672" y="-460390"/>
              <a:ext cx="250032" cy="298579"/>
              <a:chOff x="4064744" y="4163251"/>
              <a:chExt cx="250032" cy="298579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7D95FD34-2539-4FDB-909A-4C1FC7A8A9DA}"/>
                  </a:ext>
                </a:extLst>
              </p:cNvPr>
              <p:cNvCxnSpPr/>
              <p:nvPr/>
            </p:nvCxnSpPr>
            <p:spPr>
              <a:xfrm flipV="1">
                <a:off x="4064744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0F99285D-83CD-4C92-B5B0-2242E55F5A96}"/>
                  </a:ext>
                </a:extLst>
              </p:cNvPr>
              <p:cNvCxnSpPr/>
              <p:nvPr/>
            </p:nvCxnSpPr>
            <p:spPr>
              <a:xfrm flipV="1">
                <a:off x="4314776" y="4163251"/>
                <a:ext cx="0" cy="298579"/>
              </a:xfrm>
              <a:prstGeom prst="line">
                <a:avLst/>
              </a:prstGeom>
              <a:ln w="127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0063" y="440482"/>
            <a:ext cx="11191875" cy="10801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063" y="2520000"/>
            <a:ext cx="11191875" cy="336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991600" y="6477425"/>
            <a:ext cx="1952422" cy="1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t>Asurion Internal Use Only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72825" y="6477425"/>
            <a:ext cx="519112" cy="1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9C3ACAB3-CA36-4966-8A1D-076772D39D8D}" type="slidenum">
              <a:rPr/>
              <a:pPr/>
              <a:t>‹#›</a:t>
            </a:fld>
            <a:endParaRPr/>
          </a:p>
        </p:txBody>
      </p:sp>
      <p:grpSp>
        <p:nvGrpSpPr>
          <p:cNvPr id="53" name="asurion logo">
            <a:extLst>
              <a:ext uri="{FF2B5EF4-FFF2-40B4-BE49-F238E27FC236}">
                <a16:creationId xmlns:a16="http://schemas.microsoft.com/office/drawing/2014/main" id="{0054DC85-FB4E-AF4F-A304-F50E7E8C3AB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04031" y="6390186"/>
            <a:ext cx="918000" cy="213052"/>
            <a:chOff x="316" y="3952"/>
            <a:chExt cx="586" cy="136"/>
          </a:xfrm>
          <a:solidFill>
            <a:schemeClr val="tx1"/>
          </a:solidFill>
        </p:grpSpPr>
        <p:sp>
          <p:nvSpPr>
            <p:cNvPr id="56" name="Freeform 5">
              <a:extLst>
                <a:ext uri="{FF2B5EF4-FFF2-40B4-BE49-F238E27FC236}">
                  <a16:creationId xmlns:a16="http://schemas.microsoft.com/office/drawing/2014/main" id="{27514E15-DE5A-834F-9CD6-45C4817C6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" y="3990"/>
              <a:ext cx="66" cy="98"/>
            </a:xfrm>
            <a:custGeom>
              <a:avLst/>
              <a:gdLst>
                <a:gd name="T0" fmla="*/ 662 w 2176"/>
                <a:gd name="T1" fmla="*/ 2151 h 3230"/>
                <a:gd name="T2" fmla="*/ 1079 w 2176"/>
                <a:gd name="T3" fmla="*/ 2574 h 3230"/>
                <a:gd name="T4" fmla="*/ 1483 w 2176"/>
                <a:gd name="T5" fmla="*/ 2183 h 3230"/>
                <a:gd name="T6" fmla="*/ 864 w 2176"/>
                <a:gd name="T7" fmla="*/ 1716 h 3230"/>
                <a:gd name="T8" fmla="*/ 208 w 2176"/>
                <a:gd name="T9" fmla="*/ 870 h 3230"/>
                <a:gd name="T10" fmla="*/ 1079 w 2176"/>
                <a:gd name="T11" fmla="*/ 0 h 3230"/>
                <a:gd name="T12" fmla="*/ 1830 w 2176"/>
                <a:gd name="T13" fmla="*/ 404 h 3230"/>
                <a:gd name="T14" fmla="*/ 1400 w 2176"/>
                <a:gd name="T15" fmla="*/ 826 h 3230"/>
                <a:gd name="T16" fmla="*/ 1123 w 2176"/>
                <a:gd name="T17" fmla="*/ 618 h 3230"/>
                <a:gd name="T18" fmla="*/ 871 w 2176"/>
                <a:gd name="T19" fmla="*/ 870 h 3230"/>
                <a:gd name="T20" fmla="*/ 1565 w 2176"/>
                <a:gd name="T21" fmla="*/ 1268 h 3230"/>
                <a:gd name="T22" fmla="*/ 2176 w 2176"/>
                <a:gd name="T23" fmla="*/ 2170 h 3230"/>
                <a:gd name="T24" fmla="*/ 1079 w 2176"/>
                <a:gd name="T25" fmla="*/ 3230 h 3230"/>
                <a:gd name="T26" fmla="*/ 0 w 2176"/>
                <a:gd name="T27" fmla="*/ 2151 h 3230"/>
                <a:gd name="T28" fmla="*/ 662 w 2176"/>
                <a:gd name="T29" fmla="*/ 215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76" h="3230">
                  <a:moveTo>
                    <a:pt x="662" y="2151"/>
                  </a:moveTo>
                  <a:cubicBezTo>
                    <a:pt x="662" y="2416"/>
                    <a:pt x="871" y="2574"/>
                    <a:pt x="1079" y="2574"/>
                  </a:cubicBezTo>
                  <a:cubicBezTo>
                    <a:pt x="1319" y="2574"/>
                    <a:pt x="1483" y="2435"/>
                    <a:pt x="1483" y="2183"/>
                  </a:cubicBezTo>
                  <a:cubicBezTo>
                    <a:pt x="1483" y="1829"/>
                    <a:pt x="1174" y="1804"/>
                    <a:pt x="864" y="1716"/>
                  </a:cubicBezTo>
                  <a:cubicBezTo>
                    <a:pt x="549" y="1627"/>
                    <a:pt x="208" y="1382"/>
                    <a:pt x="208" y="870"/>
                  </a:cubicBezTo>
                  <a:cubicBezTo>
                    <a:pt x="208" y="366"/>
                    <a:pt x="599" y="0"/>
                    <a:pt x="1079" y="0"/>
                  </a:cubicBezTo>
                  <a:cubicBezTo>
                    <a:pt x="1407" y="0"/>
                    <a:pt x="1653" y="145"/>
                    <a:pt x="1830" y="404"/>
                  </a:cubicBezTo>
                  <a:cubicBezTo>
                    <a:pt x="1400" y="826"/>
                    <a:pt x="1400" y="826"/>
                    <a:pt x="1400" y="826"/>
                  </a:cubicBezTo>
                  <a:cubicBezTo>
                    <a:pt x="1350" y="700"/>
                    <a:pt x="1249" y="618"/>
                    <a:pt x="1123" y="618"/>
                  </a:cubicBezTo>
                  <a:cubicBezTo>
                    <a:pt x="959" y="618"/>
                    <a:pt x="871" y="744"/>
                    <a:pt x="871" y="870"/>
                  </a:cubicBezTo>
                  <a:cubicBezTo>
                    <a:pt x="871" y="1148"/>
                    <a:pt x="1224" y="1142"/>
                    <a:pt x="1565" y="1268"/>
                  </a:cubicBezTo>
                  <a:cubicBezTo>
                    <a:pt x="1886" y="1388"/>
                    <a:pt x="2176" y="1634"/>
                    <a:pt x="2176" y="2170"/>
                  </a:cubicBezTo>
                  <a:cubicBezTo>
                    <a:pt x="2176" y="2801"/>
                    <a:pt x="1716" y="3230"/>
                    <a:pt x="1079" y="3230"/>
                  </a:cubicBezTo>
                  <a:cubicBezTo>
                    <a:pt x="429" y="3230"/>
                    <a:pt x="0" y="2751"/>
                    <a:pt x="0" y="2151"/>
                  </a:cubicBezTo>
                  <a:lnTo>
                    <a:pt x="662" y="21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8" name="Freeform 6">
              <a:extLst>
                <a:ext uri="{FF2B5EF4-FFF2-40B4-BE49-F238E27FC236}">
                  <a16:creationId xmlns:a16="http://schemas.microsoft.com/office/drawing/2014/main" id="{8CFA00F3-584A-D44A-ACED-67911C8C4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" y="3991"/>
              <a:ext cx="85" cy="97"/>
            </a:xfrm>
            <a:custGeom>
              <a:avLst/>
              <a:gdLst>
                <a:gd name="T0" fmla="*/ 2769 w 2769"/>
                <a:gd name="T1" fmla="*/ 3154 h 3192"/>
                <a:gd name="T2" fmla="*/ 2076 w 2769"/>
                <a:gd name="T3" fmla="*/ 3154 h 3192"/>
                <a:gd name="T4" fmla="*/ 2076 w 2769"/>
                <a:gd name="T5" fmla="*/ 2794 h 3192"/>
                <a:gd name="T6" fmla="*/ 1211 w 2769"/>
                <a:gd name="T7" fmla="*/ 3192 h 3192"/>
                <a:gd name="T8" fmla="*/ 0 w 2769"/>
                <a:gd name="T9" fmla="*/ 1892 h 3192"/>
                <a:gd name="T10" fmla="*/ 0 w 2769"/>
                <a:gd name="T11" fmla="*/ 0 h 3192"/>
                <a:gd name="T12" fmla="*/ 694 w 2769"/>
                <a:gd name="T13" fmla="*/ 0 h 3192"/>
                <a:gd name="T14" fmla="*/ 694 w 2769"/>
                <a:gd name="T15" fmla="*/ 1741 h 3192"/>
                <a:gd name="T16" fmla="*/ 1381 w 2769"/>
                <a:gd name="T17" fmla="*/ 2536 h 3192"/>
                <a:gd name="T18" fmla="*/ 2076 w 2769"/>
                <a:gd name="T19" fmla="*/ 1741 h 3192"/>
                <a:gd name="T20" fmla="*/ 2076 w 2769"/>
                <a:gd name="T21" fmla="*/ 0 h 3192"/>
                <a:gd name="T22" fmla="*/ 2769 w 2769"/>
                <a:gd name="T23" fmla="*/ 0 h 3192"/>
                <a:gd name="T24" fmla="*/ 2769 w 2769"/>
                <a:gd name="T25" fmla="*/ 3154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69" h="3192">
                  <a:moveTo>
                    <a:pt x="2769" y="3154"/>
                  </a:moveTo>
                  <a:cubicBezTo>
                    <a:pt x="2076" y="3154"/>
                    <a:pt x="2076" y="3154"/>
                    <a:pt x="2076" y="3154"/>
                  </a:cubicBezTo>
                  <a:cubicBezTo>
                    <a:pt x="2076" y="2794"/>
                    <a:pt x="2076" y="2794"/>
                    <a:pt x="2076" y="2794"/>
                  </a:cubicBezTo>
                  <a:cubicBezTo>
                    <a:pt x="1931" y="2983"/>
                    <a:pt x="1647" y="3192"/>
                    <a:pt x="1211" y="3192"/>
                  </a:cubicBezTo>
                  <a:cubicBezTo>
                    <a:pt x="429" y="3192"/>
                    <a:pt x="0" y="2731"/>
                    <a:pt x="0" y="189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1741"/>
                    <a:pt x="694" y="1741"/>
                    <a:pt x="694" y="1741"/>
                  </a:cubicBezTo>
                  <a:cubicBezTo>
                    <a:pt x="694" y="2296"/>
                    <a:pt x="927" y="2536"/>
                    <a:pt x="1381" y="2536"/>
                  </a:cubicBezTo>
                  <a:cubicBezTo>
                    <a:pt x="1836" y="2536"/>
                    <a:pt x="2076" y="2208"/>
                    <a:pt x="2076" y="1741"/>
                  </a:cubicBezTo>
                  <a:cubicBezTo>
                    <a:pt x="2076" y="0"/>
                    <a:pt x="2076" y="0"/>
                    <a:pt x="2076" y="0"/>
                  </a:cubicBezTo>
                  <a:cubicBezTo>
                    <a:pt x="2769" y="0"/>
                    <a:pt x="2769" y="0"/>
                    <a:pt x="2769" y="0"/>
                  </a:cubicBezTo>
                  <a:lnTo>
                    <a:pt x="2769" y="3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59" name="Freeform 7">
              <a:extLst>
                <a:ext uri="{FF2B5EF4-FFF2-40B4-BE49-F238E27FC236}">
                  <a16:creationId xmlns:a16="http://schemas.microsoft.com/office/drawing/2014/main" id="{4300FCF8-0ADE-F347-837A-0EF8F48B3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" y="3990"/>
              <a:ext cx="46" cy="97"/>
            </a:xfrm>
            <a:custGeom>
              <a:avLst/>
              <a:gdLst>
                <a:gd name="T0" fmla="*/ 0 w 1508"/>
                <a:gd name="T1" fmla="*/ 38 h 3192"/>
                <a:gd name="T2" fmla="*/ 694 w 1508"/>
                <a:gd name="T3" fmla="*/ 38 h 3192"/>
                <a:gd name="T4" fmla="*/ 694 w 1508"/>
                <a:gd name="T5" fmla="*/ 366 h 3192"/>
                <a:gd name="T6" fmla="*/ 1508 w 1508"/>
                <a:gd name="T7" fmla="*/ 0 h 3192"/>
                <a:gd name="T8" fmla="*/ 1508 w 1508"/>
                <a:gd name="T9" fmla="*/ 669 h 3192"/>
                <a:gd name="T10" fmla="*/ 1445 w 1508"/>
                <a:gd name="T11" fmla="*/ 669 h 3192"/>
                <a:gd name="T12" fmla="*/ 694 w 1508"/>
                <a:gd name="T13" fmla="*/ 1451 h 3192"/>
                <a:gd name="T14" fmla="*/ 694 w 1508"/>
                <a:gd name="T15" fmla="*/ 3192 h 3192"/>
                <a:gd name="T16" fmla="*/ 0 w 1508"/>
                <a:gd name="T17" fmla="*/ 3192 h 3192"/>
                <a:gd name="T18" fmla="*/ 0 w 1508"/>
                <a:gd name="T19" fmla="*/ 38 h 3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08" h="3192">
                  <a:moveTo>
                    <a:pt x="0" y="38"/>
                  </a:moveTo>
                  <a:cubicBezTo>
                    <a:pt x="694" y="38"/>
                    <a:pt x="694" y="38"/>
                    <a:pt x="694" y="38"/>
                  </a:cubicBezTo>
                  <a:cubicBezTo>
                    <a:pt x="694" y="366"/>
                    <a:pt x="694" y="366"/>
                    <a:pt x="694" y="366"/>
                  </a:cubicBezTo>
                  <a:cubicBezTo>
                    <a:pt x="845" y="164"/>
                    <a:pt x="1066" y="0"/>
                    <a:pt x="1508" y="0"/>
                  </a:cubicBezTo>
                  <a:cubicBezTo>
                    <a:pt x="1508" y="669"/>
                    <a:pt x="1508" y="669"/>
                    <a:pt x="1508" y="669"/>
                  </a:cubicBezTo>
                  <a:cubicBezTo>
                    <a:pt x="1445" y="669"/>
                    <a:pt x="1445" y="669"/>
                    <a:pt x="1445" y="669"/>
                  </a:cubicBezTo>
                  <a:cubicBezTo>
                    <a:pt x="1003" y="669"/>
                    <a:pt x="694" y="984"/>
                    <a:pt x="694" y="1451"/>
                  </a:cubicBezTo>
                  <a:cubicBezTo>
                    <a:pt x="694" y="3192"/>
                    <a:pt x="694" y="3192"/>
                    <a:pt x="694" y="3192"/>
                  </a:cubicBezTo>
                  <a:cubicBezTo>
                    <a:pt x="0" y="3192"/>
                    <a:pt x="0" y="3192"/>
                    <a:pt x="0" y="3192"/>
                  </a:cubicBezTo>
                  <a:lnTo>
                    <a:pt x="0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60" name="Freeform 8">
              <a:extLst>
                <a:ext uri="{FF2B5EF4-FFF2-40B4-BE49-F238E27FC236}">
                  <a16:creationId xmlns:a16="http://schemas.microsoft.com/office/drawing/2014/main" id="{4E9D92D8-69D2-5849-9754-890FBBC038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4" y="3952"/>
              <a:ext cx="28" cy="135"/>
            </a:xfrm>
            <a:custGeom>
              <a:avLst/>
              <a:gdLst>
                <a:gd name="T0" fmla="*/ 467 w 934"/>
                <a:gd name="T1" fmla="*/ 0 h 4454"/>
                <a:gd name="T2" fmla="*/ 934 w 934"/>
                <a:gd name="T3" fmla="*/ 473 h 4454"/>
                <a:gd name="T4" fmla="*/ 467 w 934"/>
                <a:gd name="T5" fmla="*/ 946 h 4454"/>
                <a:gd name="T6" fmla="*/ 0 w 934"/>
                <a:gd name="T7" fmla="*/ 473 h 4454"/>
                <a:gd name="T8" fmla="*/ 467 w 934"/>
                <a:gd name="T9" fmla="*/ 0 h 4454"/>
                <a:gd name="T10" fmla="*/ 120 w 934"/>
                <a:gd name="T11" fmla="*/ 1300 h 4454"/>
                <a:gd name="T12" fmla="*/ 814 w 934"/>
                <a:gd name="T13" fmla="*/ 1300 h 4454"/>
                <a:gd name="T14" fmla="*/ 814 w 934"/>
                <a:gd name="T15" fmla="*/ 4454 h 4454"/>
                <a:gd name="T16" fmla="*/ 120 w 934"/>
                <a:gd name="T17" fmla="*/ 4454 h 4454"/>
                <a:gd name="T18" fmla="*/ 120 w 934"/>
                <a:gd name="T19" fmla="*/ 1300 h 4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34" h="4454">
                  <a:moveTo>
                    <a:pt x="467" y="0"/>
                  </a:moveTo>
                  <a:cubicBezTo>
                    <a:pt x="726" y="0"/>
                    <a:pt x="934" y="209"/>
                    <a:pt x="934" y="473"/>
                  </a:cubicBezTo>
                  <a:cubicBezTo>
                    <a:pt x="934" y="738"/>
                    <a:pt x="726" y="946"/>
                    <a:pt x="467" y="946"/>
                  </a:cubicBezTo>
                  <a:cubicBezTo>
                    <a:pt x="208" y="946"/>
                    <a:pt x="0" y="738"/>
                    <a:pt x="0" y="473"/>
                  </a:cubicBezTo>
                  <a:cubicBezTo>
                    <a:pt x="0" y="209"/>
                    <a:pt x="208" y="0"/>
                    <a:pt x="467" y="0"/>
                  </a:cubicBezTo>
                  <a:moveTo>
                    <a:pt x="120" y="1300"/>
                  </a:moveTo>
                  <a:cubicBezTo>
                    <a:pt x="814" y="1300"/>
                    <a:pt x="814" y="1300"/>
                    <a:pt x="814" y="1300"/>
                  </a:cubicBezTo>
                  <a:cubicBezTo>
                    <a:pt x="814" y="4454"/>
                    <a:pt x="814" y="4454"/>
                    <a:pt x="814" y="4454"/>
                  </a:cubicBezTo>
                  <a:cubicBezTo>
                    <a:pt x="120" y="4454"/>
                    <a:pt x="120" y="4454"/>
                    <a:pt x="120" y="4454"/>
                  </a:cubicBezTo>
                  <a:lnTo>
                    <a:pt x="120" y="1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89" name="Freeform 9">
              <a:extLst>
                <a:ext uri="{FF2B5EF4-FFF2-40B4-BE49-F238E27FC236}">
                  <a16:creationId xmlns:a16="http://schemas.microsoft.com/office/drawing/2014/main" id="{E6273E3A-A4E9-FA4E-9427-5903B8CC90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2" y="3990"/>
              <a:ext cx="98" cy="98"/>
            </a:xfrm>
            <a:custGeom>
              <a:avLst/>
              <a:gdLst>
                <a:gd name="T0" fmla="*/ 1615 w 3231"/>
                <a:gd name="T1" fmla="*/ 0 h 3230"/>
                <a:gd name="T2" fmla="*/ 3231 w 3231"/>
                <a:gd name="T3" fmla="*/ 1615 h 3230"/>
                <a:gd name="T4" fmla="*/ 1615 w 3231"/>
                <a:gd name="T5" fmla="*/ 3230 h 3230"/>
                <a:gd name="T6" fmla="*/ 0 w 3231"/>
                <a:gd name="T7" fmla="*/ 1615 h 3230"/>
                <a:gd name="T8" fmla="*/ 1615 w 3231"/>
                <a:gd name="T9" fmla="*/ 0 h 3230"/>
                <a:gd name="T10" fmla="*/ 1615 w 3231"/>
                <a:gd name="T11" fmla="*/ 2561 h 3230"/>
                <a:gd name="T12" fmla="*/ 2524 w 3231"/>
                <a:gd name="T13" fmla="*/ 1615 h 3230"/>
                <a:gd name="T14" fmla="*/ 1615 w 3231"/>
                <a:gd name="T15" fmla="*/ 668 h 3230"/>
                <a:gd name="T16" fmla="*/ 707 w 3231"/>
                <a:gd name="T17" fmla="*/ 1615 h 3230"/>
                <a:gd name="T18" fmla="*/ 1615 w 3231"/>
                <a:gd name="T19" fmla="*/ 2561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31" h="3230">
                  <a:moveTo>
                    <a:pt x="1615" y="0"/>
                  </a:moveTo>
                  <a:cubicBezTo>
                    <a:pt x="2549" y="0"/>
                    <a:pt x="3231" y="694"/>
                    <a:pt x="3231" y="1615"/>
                  </a:cubicBezTo>
                  <a:cubicBezTo>
                    <a:pt x="3231" y="2536"/>
                    <a:pt x="2549" y="3230"/>
                    <a:pt x="1615" y="3230"/>
                  </a:cubicBezTo>
                  <a:cubicBezTo>
                    <a:pt x="682" y="3230"/>
                    <a:pt x="0" y="2536"/>
                    <a:pt x="0" y="1615"/>
                  </a:cubicBezTo>
                  <a:cubicBezTo>
                    <a:pt x="0" y="694"/>
                    <a:pt x="682" y="0"/>
                    <a:pt x="1615" y="0"/>
                  </a:cubicBezTo>
                  <a:moveTo>
                    <a:pt x="1615" y="2561"/>
                  </a:moveTo>
                  <a:cubicBezTo>
                    <a:pt x="2158" y="2561"/>
                    <a:pt x="2524" y="2164"/>
                    <a:pt x="2524" y="1615"/>
                  </a:cubicBezTo>
                  <a:cubicBezTo>
                    <a:pt x="2524" y="1066"/>
                    <a:pt x="2158" y="668"/>
                    <a:pt x="1615" y="668"/>
                  </a:cubicBezTo>
                  <a:cubicBezTo>
                    <a:pt x="1073" y="668"/>
                    <a:pt x="707" y="1066"/>
                    <a:pt x="707" y="1615"/>
                  </a:cubicBezTo>
                  <a:cubicBezTo>
                    <a:pt x="707" y="2164"/>
                    <a:pt x="1073" y="2561"/>
                    <a:pt x="1615" y="256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0" name="Freeform 10">
              <a:extLst>
                <a:ext uri="{FF2B5EF4-FFF2-40B4-BE49-F238E27FC236}">
                  <a16:creationId xmlns:a16="http://schemas.microsoft.com/office/drawing/2014/main" id="{5281E602-33CA-D04A-ABF4-6EE04B721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990"/>
              <a:ext cx="88" cy="97"/>
            </a:xfrm>
            <a:custGeom>
              <a:avLst/>
              <a:gdLst>
                <a:gd name="T0" fmla="*/ 2893 w 2893"/>
                <a:gd name="T1" fmla="*/ 3211 h 3211"/>
                <a:gd name="T2" fmla="*/ 2214 w 2893"/>
                <a:gd name="T3" fmla="*/ 3211 h 3211"/>
                <a:gd name="T4" fmla="*/ 2214 w 2893"/>
                <a:gd name="T5" fmla="*/ 1447 h 3211"/>
                <a:gd name="T6" fmla="*/ 1446 w 2893"/>
                <a:gd name="T7" fmla="*/ 679 h 3211"/>
                <a:gd name="T8" fmla="*/ 679 w 2893"/>
                <a:gd name="T9" fmla="*/ 1447 h 3211"/>
                <a:gd name="T10" fmla="*/ 679 w 2893"/>
                <a:gd name="T11" fmla="*/ 3211 h 3211"/>
                <a:gd name="T12" fmla="*/ 0 w 2893"/>
                <a:gd name="T13" fmla="*/ 3211 h 3211"/>
                <a:gd name="T14" fmla="*/ 0 w 2893"/>
                <a:gd name="T15" fmla="*/ 1447 h 3211"/>
                <a:gd name="T16" fmla="*/ 1446 w 2893"/>
                <a:gd name="T17" fmla="*/ 0 h 3211"/>
                <a:gd name="T18" fmla="*/ 2893 w 2893"/>
                <a:gd name="T19" fmla="*/ 1447 h 3211"/>
                <a:gd name="T20" fmla="*/ 2893 w 2893"/>
                <a:gd name="T21" fmla="*/ 3211 h 3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93" h="3211">
                  <a:moveTo>
                    <a:pt x="2893" y="3211"/>
                  </a:moveTo>
                  <a:cubicBezTo>
                    <a:pt x="2214" y="3211"/>
                    <a:pt x="2214" y="3211"/>
                    <a:pt x="2214" y="3211"/>
                  </a:cubicBezTo>
                  <a:cubicBezTo>
                    <a:pt x="2214" y="1447"/>
                    <a:pt x="2214" y="1447"/>
                    <a:pt x="2214" y="1447"/>
                  </a:cubicBezTo>
                  <a:cubicBezTo>
                    <a:pt x="2214" y="1024"/>
                    <a:pt x="1870" y="679"/>
                    <a:pt x="1446" y="679"/>
                  </a:cubicBezTo>
                  <a:cubicBezTo>
                    <a:pt x="1023" y="679"/>
                    <a:pt x="679" y="1024"/>
                    <a:pt x="679" y="1447"/>
                  </a:cubicBezTo>
                  <a:cubicBezTo>
                    <a:pt x="679" y="3211"/>
                    <a:pt x="679" y="3211"/>
                    <a:pt x="679" y="3211"/>
                  </a:cubicBezTo>
                  <a:cubicBezTo>
                    <a:pt x="0" y="3211"/>
                    <a:pt x="0" y="3211"/>
                    <a:pt x="0" y="3211"/>
                  </a:cubicBezTo>
                  <a:cubicBezTo>
                    <a:pt x="0" y="1447"/>
                    <a:pt x="0" y="1447"/>
                    <a:pt x="0" y="1447"/>
                  </a:cubicBezTo>
                  <a:cubicBezTo>
                    <a:pt x="0" y="649"/>
                    <a:pt x="649" y="0"/>
                    <a:pt x="1446" y="0"/>
                  </a:cubicBezTo>
                  <a:cubicBezTo>
                    <a:pt x="2244" y="0"/>
                    <a:pt x="2893" y="649"/>
                    <a:pt x="2893" y="1447"/>
                  </a:cubicBezTo>
                  <a:lnTo>
                    <a:pt x="2893" y="32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91" name="Freeform 11">
              <a:extLst>
                <a:ext uri="{FF2B5EF4-FFF2-40B4-BE49-F238E27FC236}">
                  <a16:creationId xmlns:a16="http://schemas.microsoft.com/office/drawing/2014/main" id="{987BEF18-299F-F349-831D-8F73AD2D8A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6" y="3990"/>
              <a:ext cx="98" cy="98"/>
            </a:xfrm>
            <a:custGeom>
              <a:avLst/>
              <a:gdLst>
                <a:gd name="T0" fmla="*/ 1615 w 3230"/>
                <a:gd name="T1" fmla="*/ 0 h 3230"/>
                <a:gd name="T2" fmla="*/ 0 w 3230"/>
                <a:gd name="T3" fmla="*/ 1615 h 3230"/>
                <a:gd name="T4" fmla="*/ 1615 w 3230"/>
                <a:gd name="T5" fmla="*/ 3230 h 3230"/>
                <a:gd name="T6" fmla="*/ 2536 w 3230"/>
                <a:gd name="T7" fmla="*/ 2832 h 3230"/>
                <a:gd name="T8" fmla="*/ 2536 w 3230"/>
                <a:gd name="T9" fmla="*/ 3192 h 3230"/>
                <a:gd name="T10" fmla="*/ 3230 w 3230"/>
                <a:gd name="T11" fmla="*/ 3192 h 3230"/>
                <a:gd name="T12" fmla="*/ 3230 w 3230"/>
                <a:gd name="T13" fmla="*/ 1615 h 3230"/>
                <a:gd name="T14" fmla="*/ 1615 w 3230"/>
                <a:gd name="T15" fmla="*/ 0 h 3230"/>
                <a:gd name="T16" fmla="*/ 1615 w 3230"/>
                <a:gd name="T17" fmla="*/ 2536 h 3230"/>
                <a:gd name="T18" fmla="*/ 694 w 3230"/>
                <a:gd name="T19" fmla="*/ 1615 h 3230"/>
                <a:gd name="T20" fmla="*/ 1615 w 3230"/>
                <a:gd name="T21" fmla="*/ 694 h 3230"/>
                <a:gd name="T22" fmla="*/ 2536 w 3230"/>
                <a:gd name="T23" fmla="*/ 1615 h 3230"/>
                <a:gd name="T24" fmla="*/ 1615 w 3230"/>
                <a:gd name="T25" fmla="*/ 2536 h 3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30" h="3230">
                  <a:moveTo>
                    <a:pt x="1615" y="0"/>
                  </a:moveTo>
                  <a:cubicBezTo>
                    <a:pt x="723" y="0"/>
                    <a:pt x="0" y="723"/>
                    <a:pt x="0" y="1615"/>
                  </a:cubicBezTo>
                  <a:cubicBezTo>
                    <a:pt x="0" y="2507"/>
                    <a:pt x="723" y="3230"/>
                    <a:pt x="1615" y="3230"/>
                  </a:cubicBezTo>
                  <a:cubicBezTo>
                    <a:pt x="1921" y="3230"/>
                    <a:pt x="2261" y="3141"/>
                    <a:pt x="2536" y="2832"/>
                  </a:cubicBezTo>
                  <a:cubicBezTo>
                    <a:pt x="2536" y="3192"/>
                    <a:pt x="2536" y="3192"/>
                    <a:pt x="2536" y="3192"/>
                  </a:cubicBezTo>
                  <a:cubicBezTo>
                    <a:pt x="3230" y="3192"/>
                    <a:pt x="3230" y="3192"/>
                    <a:pt x="3230" y="3192"/>
                  </a:cubicBezTo>
                  <a:cubicBezTo>
                    <a:pt x="3230" y="1615"/>
                    <a:pt x="3230" y="1615"/>
                    <a:pt x="3230" y="1615"/>
                  </a:cubicBezTo>
                  <a:cubicBezTo>
                    <a:pt x="3230" y="723"/>
                    <a:pt x="2507" y="0"/>
                    <a:pt x="1615" y="0"/>
                  </a:cubicBezTo>
                  <a:moveTo>
                    <a:pt x="1615" y="2536"/>
                  </a:moveTo>
                  <a:cubicBezTo>
                    <a:pt x="1106" y="2536"/>
                    <a:pt x="694" y="2123"/>
                    <a:pt x="694" y="1615"/>
                  </a:cubicBezTo>
                  <a:cubicBezTo>
                    <a:pt x="694" y="1106"/>
                    <a:pt x="1106" y="694"/>
                    <a:pt x="1615" y="694"/>
                  </a:cubicBezTo>
                  <a:cubicBezTo>
                    <a:pt x="2123" y="694"/>
                    <a:pt x="2536" y="1106"/>
                    <a:pt x="2536" y="1615"/>
                  </a:cubicBezTo>
                  <a:cubicBezTo>
                    <a:pt x="2536" y="2123"/>
                    <a:pt x="2123" y="2536"/>
                    <a:pt x="1615" y="2536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6767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  <p:sldLayoutId id="2147483751" r:id="rId18"/>
    <p:sldLayoutId id="2147483752" r:id="rId19"/>
    <p:sldLayoutId id="2147483753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760" r:id="rId27"/>
    <p:sldLayoutId id="2147483761" r:id="rId28"/>
    <p:sldLayoutId id="2147483762" r:id="rId29"/>
    <p:sldLayoutId id="2147483763" r:id="rId30"/>
    <p:sldLayoutId id="2147483764" r:id="rId31"/>
    <p:sldLayoutId id="2147483765" r:id="rId32"/>
    <p:sldLayoutId id="2147483766" r:id="rId33"/>
    <p:sldLayoutId id="2147483767" r:id="rId34"/>
    <p:sldLayoutId id="2147483768" r:id="rId35"/>
    <p:sldLayoutId id="2147483769" r:id="rId36"/>
    <p:sldLayoutId id="2147483770" r:id="rId37"/>
    <p:sldLayoutId id="2147483771" r:id="rId38"/>
    <p:sldLayoutId id="2147483772" r:id="rId39"/>
    <p:sldLayoutId id="2147483773" r:id="rId40"/>
    <p:sldLayoutId id="2147483774" r:id="rId41"/>
    <p:sldLayoutId id="2147483775" r:id="rId42"/>
    <p:sldLayoutId id="2147483776" r:id="rId43"/>
    <p:sldLayoutId id="2147483777" r:id="rId44"/>
    <p:sldLayoutId id="2147483778" r:id="rId45"/>
    <p:sldLayoutId id="2147483779" r:id="rId46"/>
    <p:sldLayoutId id="2147483780" r:id="rId47"/>
    <p:sldLayoutId id="2147483781" r:id="rId48"/>
    <p:sldLayoutId id="2147483782" r:id="rId49"/>
    <p:sldLayoutId id="2147483783" r:id="rId50"/>
    <p:sldLayoutId id="2147483784" r:id="rId51"/>
    <p:sldLayoutId id="2147483785" r:id="rId52"/>
    <p:sldLayoutId id="2147483786" r:id="rId53"/>
    <p:sldLayoutId id="2147483787" r:id="rId54"/>
    <p:sldLayoutId id="2147483788" r:id="rId55"/>
    <p:sldLayoutId id="2147483789" r:id="rId56"/>
    <p:sldLayoutId id="2147483790" r:id="rId57"/>
    <p:sldLayoutId id="2147483791" r:id="rId58"/>
    <p:sldLayoutId id="2147483792" r:id="rId59"/>
    <p:sldLayoutId id="2147483793" r:id="rId60"/>
    <p:sldLayoutId id="2147483794" r:id="rId61"/>
    <p:sldLayoutId id="2147483795" r:id="rId62"/>
    <p:sldLayoutId id="2147483796" r:id="rId63"/>
    <p:sldLayoutId id="2147483797" r:id="rId64"/>
    <p:sldLayoutId id="2147483798" r:id="rId65"/>
    <p:sldLayoutId id="2147483799" r:id="rId66"/>
    <p:sldLayoutId id="2147483800" r:id="rId67"/>
    <p:sldLayoutId id="2147483801" r:id="rId68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None/>
        <a:defRPr sz="1400" b="1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2"/>
        </a:buClr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2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1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61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315">
          <p15:clr>
            <a:srgbClr val="F26B43"/>
          </p15:clr>
        </p15:guide>
        <p15:guide id="4" pos="7365">
          <p15:clr>
            <a:srgbClr val="F26B43"/>
          </p15:clr>
        </p15:guide>
        <p15:guide id="5" pos="756">
          <p15:clr>
            <a:srgbClr val="F26B43"/>
          </p15:clr>
        </p15:guide>
        <p15:guide id="6" pos="914">
          <p15:clr>
            <a:srgbClr val="F26B43"/>
          </p15:clr>
        </p15:guide>
        <p15:guide id="7" pos="1358">
          <p15:clr>
            <a:srgbClr val="F26B43"/>
          </p15:clr>
        </p15:guide>
        <p15:guide id="8" pos="1515">
          <p15:clr>
            <a:srgbClr val="F26B43"/>
          </p15:clr>
        </p15:guide>
        <p15:guide id="9" pos="1958">
          <p15:clr>
            <a:srgbClr val="F26B43"/>
          </p15:clr>
        </p15:guide>
        <p15:guide id="10" pos="2115">
          <p15:clr>
            <a:srgbClr val="F26B43"/>
          </p15:clr>
        </p15:guide>
        <p15:guide id="11" pos="2559">
          <p15:clr>
            <a:srgbClr val="F26B43"/>
          </p15:clr>
        </p15:guide>
        <p15:guide id="12" pos="2717">
          <p15:clr>
            <a:srgbClr val="F26B43"/>
          </p15:clr>
        </p15:guide>
        <p15:guide id="13" pos="3159">
          <p15:clr>
            <a:srgbClr val="F26B43"/>
          </p15:clr>
        </p15:guide>
        <p15:guide id="14" pos="3317">
          <p15:clr>
            <a:srgbClr val="F26B43"/>
          </p15:clr>
        </p15:guide>
        <p15:guide id="15" pos="4361">
          <p15:clr>
            <a:srgbClr val="F26B43"/>
          </p15:clr>
        </p15:guide>
        <p15:guide id="16" pos="4518">
          <p15:clr>
            <a:srgbClr val="F26B43"/>
          </p15:clr>
        </p15:guide>
        <p15:guide id="17" pos="4962">
          <p15:clr>
            <a:srgbClr val="F26B43"/>
          </p15:clr>
        </p15:guide>
        <p15:guide id="18" pos="5120">
          <p15:clr>
            <a:srgbClr val="F26B43"/>
          </p15:clr>
        </p15:guide>
        <p15:guide id="19" pos="5562">
          <p15:clr>
            <a:srgbClr val="F26B43"/>
          </p15:clr>
        </p15:guide>
        <p15:guide id="20" pos="5720">
          <p15:clr>
            <a:srgbClr val="F26B43"/>
          </p15:clr>
        </p15:guide>
        <p15:guide id="21" pos="6164">
          <p15:clr>
            <a:srgbClr val="F26B43"/>
          </p15:clr>
        </p15:guide>
        <p15:guide id="22" pos="6321">
          <p15:clr>
            <a:srgbClr val="F26B43"/>
          </p15:clr>
        </p15:guide>
        <p15:guide id="23" pos="6764">
          <p15:clr>
            <a:srgbClr val="F26B43"/>
          </p15:clr>
        </p15:guide>
        <p15:guide id="24" pos="6921">
          <p15:clr>
            <a:srgbClr val="F26B43"/>
          </p15:clr>
        </p15:guide>
        <p15:guide id="25" orient="horz" pos="323">
          <p15:clr>
            <a:srgbClr val="F26B43"/>
          </p15:clr>
        </p15:guide>
        <p15:guide id="26" orient="horz" pos="4085">
          <p15:clr>
            <a:srgbClr val="F26B43"/>
          </p15:clr>
        </p15:guide>
        <p15:guide id="27" pos="3918">
          <p15:clr>
            <a:srgbClr val="F26B43"/>
          </p15:clr>
        </p15:guide>
        <p15:guide id="28" orient="horz" pos="795">
          <p15:clr>
            <a:srgbClr val="F26B43"/>
          </p15:clr>
        </p15:guide>
        <p15:guide id="30" orient="horz" pos="507">
          <p15:clr>
            <a:srgbClr val="F26B43"/>
          </p15:clr>
        </p15:guide>
        <p15:guide id="31" orient="horz" pos="3711">
          <p15:clr>
            <a:srgbClr val="F26B43"/>
          </p15:clr>
        </p15:guide>
        <p15:guide id="36" orient="horz" pos="1586">
          <p15:clr>
            <a:srgbClr val="F26B43"/>
          </p15:clr>
        </p15:guide>
        <p15:guide id="37" orient="horz" pos="959">
          <p15:clr>
            <a:srgbClr val="F26B43"/>
          </p15:clr>
        </p15:guide>
        <p15:guide id="38" orient="horz" pos="107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surion.com/pdf/homeplus-terms-conditions-080123/" TargetMode="External"/><Relationship Id="rId2" Type="http://schemas.openxmlformats.org/officeDocument/2006/relationships/hyperlink" Target="https://asurion.sharepoint.com/:x:/r/teams/DS-Legal-COps/_layouts/15/Doc.aspx?sourcedoc=%7Bd7b465ca-4153-4759-9b7b-4670d21ed71d%7D&amp;action=edit&amp;wdinitialsession=7b65b357-3950-2d35-ed5f-e66034e4eb4e&amp;wdrldsc=9&amp;wdrldc=1&amp;wdrldr=UserInteraction%2CBootTimeMismatch&amp;isSPOFile=1&amp;ovuser=64e5ad32-cb04-44df-8896-bed5d7792429%2CVenkataSubramanian.Srinivasan%40asurion.com&amp;clickparams=eyJBcHBOYW1lIjoiVGVhbXMtRGVza3RvcCIsIkFwcFZlcnNpb24iOiI1MC8yNTAxMzEwNjAxMyIsIkhhc0ZlZGVyYXRlZFVzZXIiOmZhbHNlfQ%3D%3D" TargetMode="Externa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6BAB-BBFC-7C42-A5D6-8B18BF848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5938" y="140677"/>
            <a:ext cx="9518650" cy="2453661"/>
          </a:xfrm>
        </p:spPr>
        <p:txBody>
          <a:bodyPr/>
          <a:lstStyle/>
          <a:p>
            <a:r>
              <a:rPr lang="en-US"/>
              <a:t>Cricket Protection: GAI Pilot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744655-996F-F94E-B389-6952B60D3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938" y="3051706"/>
            <a:ext cx="4086542" cy="2010506"/>
          </a:xfrm>
        </p:spPr>
        <p:txBody>
          <a:bodyPr/>
          <a:lstStyle/>
          <a:p>
            <a:r>
              <a:rPr lang="en-US"/>
              <a:t>Venkat Srinivasan </a:t>
            </a:r>
          </a:p>
          <a:p>
            <a:r>
              <a:rPr lang="en-US"/>
              <a:t>Harsh Patel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E6AAA-D55E-C34E-B610-14131F5485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Venkata Subramanian Srinivasan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9D8A1B-20A7-3345-9BB3-D21047E499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February 20, 2025</a:t>
            </a:r>
          </a:p>
        </p:txBody>
      </p:sp>
    </p:spTree>
    <p:extLst>
      <p:ext uri="{BB962C8B-B14F-4D97-AF65-F5344CB8AC3E}">
        <p14:creationId xmlns:p14="http://schemas.microsoft.com/office/powerpoint/2010/main" val="2589036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21E8E-9C83-FCD3-783D-98984923E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77D90FB-BEAC-00C6-8FAC-DA0649F82108}"/>
              </a:ext>
            </a:extLst>
          </p:cNvPr>
          <p:cNvSpPr txBox="1"/>
          <p:nvPr/>
        </p:nvSpPr>
        <p:spPr>
          <a:xfrm>
            <a:off x="298685" y="805911"/>
            <a:ext cx="272878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latin typeface="Calibri" panose="020F0502020204030204" pitchFamily="34" charset="0"/>
                <a:cs typeface="Calibri" panose="020F0502020204030204" pitchFamily="34" charset="0"/>
              </a:rPr>
              <a:t>Static Coverage Details 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in ASP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3B34E9-A65A-0194-E471-1A3391B59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Asurion Internal Use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16A96-A8F5-E69C-8D6B-9AEFDFA1C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A0991B3-3D84-E1B3-CABF-FEA02FA42311}"/>
              </a:ext>
            </a:extLst>
          </p:cNvPr>
          <p:cNvSpPr txBox="1">
            <a:spLocks/>
          </p:cNvSpPr>
          <p:nvPr/>
        </p:nvSpPr>
        <p:spPr>
          <a:xfrm>
            <a:off x="240506" y="162068"/>
            <a:ext cx="11191875" cy="54331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en-US"/>
              <a:t>[Current] Sales Offer + Accept/Decline offer + Enroll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FBCA546-DA7E-6E09-4158-BD349B04C596}"/>
              </a:ext>
            </a:extLst>
          </p:cNvPr>
          <p:cNvGrpSpPr/>
          <p:nvPr/>
        </p:nvGrpSpPr>
        <p:grpSpPr>
          <a:xfrm>
            <a:off x="356502" y="1183434"/>
            <a:ext cx="2613150" cy="5892982"/>
            <a:chOff x="427239" y="2355081"/>
            <a:chExt cx="2613150" cy="5892982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5ED0FDE-0703-BF34-1C60-E9080FCB4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7239" y="2355081"/>
              <a:ext cx="2613150" cy="5892982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7CCE2C0-C67F-4800-6AFA-D018E8FDB07E}"/>
                </a:ext>
              </a:extLst>
            </p:cNvPr>
            <p:cNvSpPr/>
            <p:nvPr/>
          </p:nvSpPr>
          <p:spPr>
            <a:xfrm>
              <a:off x="1541090" y="2399159"/>
              <a:ext cx="250092" cy="273539"/>
            </a:xfrm>
            <a:prstGeom prst="ellipse">
              <a:avLst/>
            </a:prstGeom>
            <a:solidFill>
              <a:srgbClr val="FE58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A9BAC7C-D1F7-95B6-834B-9534792A63CA}"/>
              </a:ext>
            </a:extLst>
          </p:cNvPr>
          <p:cNvGrpSpPr/>
          <p:nvPr/>
        </p:nvGrpSpPr>
        <p:grpSpPr>
          <a:xfrm>
            <a:off x="4140504" y="791937"/>
            <a:ext cx="3168905" cy="1629058"/>
            <a:chOff x="3373977" y="971259"/>
            <a:chExt cx="4728624" cy="237260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C8151C8-F14E-DB74-2896-8598506CFC0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373977" y="971259"/>
              <a:ext cx="4728624" cy="2372607"/>
              <a:chOff x="190510" y="836260"/>
              <a:chExt cx="3362667" cy="1687232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3739639F-DF17-AE3E-13B8-45590B9A6A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rcRect r="9933"/>
              <a:stretch/>
            </p:blipFill>
            <p:spPr>
              <a:xfrm>
                <a:off x="190510" y="836260"/>
                <a:ext cx="3362667" cy="1656420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65D883F-B099-F406-DDE3-56081395A9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52221" y="992413"/>
                <a:ext cx="790487" cy="1531079"/>
              </a:xfrm>
              <a:prstGeom prst="rect">
                <a:avLst/>
              </a:prstGeom>
            </p:spPr>
          </p:pic>
        </p:grp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E911E2A-B2BB-C5F0-D844-7147047F23EA}"/>
                </a:ext>
              </a:extLst>
            </p:cNvPr>
            <p:cNvSpPr/>
            <p:nvPr/>
          </p:nvSpPr>
          <p:spPr>
            <a:xfrm>
              <a:off x="4223851" y="1450344"/>
              <a:ext cx="423673" cy="363976"/>
            </a:xfrm>
            <a:prstGeom prst="ellipse">
              <a:avLst/>
            </a:prstGeom>
            <a:solidFill>
              <a:srgbClr val="FE58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1</a:t>
              </a:r>
            </a:p>
          </p:txBody>
        </p:sp>
      </p:grpSp>
      <p:pic>
        <p:nvPicPr>
          <p:cNvPr id="9" name="Picture 2">
            <a:extLst>
              <a:ext uri="{FF2B5EF4-FFF2-40B4-BE49-F238E27FC236}">
                <a16:creationId xmlns:a16="http://schemas.microsoft.com/office/drawing/2014/main" id="{F2108FDB-87B9-7401-9397-50CFD3E6D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3976" y="918051"/>
            <a:ext cx="2315433" cy="1474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3314607-97BF-FDA8-082D-F2F9DE4F0617}"/>
              </a:ext>
            </a:extLst>
          </p:cNvPr>
          <p:cNvSpPr txBox="1">
            <a:spLocks/>
          </p:cNvSpPr>
          <p:nvPr/>
        </p:nvSpPr>
        <p:spPr>
          <a:xfrm>
            <a:off x="7759279" y="1984459"/>
            <a:ext cx="36335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2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Static Sales GPS scripting </a:t>
            </a:r>
            <a:r>
              <a:rPr lang="en-US" b="0"/>
              <a:t>in Alpha</a:t>
            </a:r>
            <a:r>
              <a:rPr lang="en-US"/>
              <a:t> </a:t>
            </a:r>
            <a:r>
              <a:rPr lang="en-US" b="0"/>
              <a:t>to guide experts into a compliant sales offer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E41FD13-F98B-828F-D59F-348020C14060}"/>
              </a:ext>
            </a:extLst>
          </p:cNvPr>
          <p:cNvSpPr/>
          <p:nvPr/>
        </p:nvSpPr>
        <p:spPr>
          <a:xfrm>
            <a:off x="6966585" y="1314461"/>
            <a:ext cx="243169" cy="222815"/>
          </a:xfrm>
          <a:prstGeom prst="ellipse">
            <a:avLst/>
          </a:prstGeom>
          <a:solidFill>
            <a:srgbClr val="FE5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19C1C40B-1829-8664-043F-B7981E0BBC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2" t="34935" r="3836" b="24136"/>
          <a:stretch/>
        </p:blipFill>
        <p:spPr bwMode="auto">
          <a:xfrm>
            <a:off x="4086177" y="2505327"/>
            <a:ext cx="7346204" cy="3364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22C25898-44CD-8E48-F175-A6F9063F201F}"/>
              </a:ext>
            </a:extLst>
          </p:cNvPr>
          <p:cNvSpPr/>
          <p:nvPr/>
        </p:nvSpPr>
        <p:spPr>
          <a:xfrm>
            <a:off x="11182289" y="3868417"/>
            <a:ext cx="250092" cy="226087"/>
          </a:xfrm>
          <a:prstGeom prst="ellipse">
            <a:avLst/>
          </a:prstGeom>
          <a:solidFill>
            <a:srgbClr val="FE5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31745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017ABD9F-2D4B-1660-BF3F-49A615AF6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121" y="703384"/>
            <a:ext cx="8031773" cy="58674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CC0195-DBE2-0526-D538-0C49254978F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Asurion Internal Use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1AE8F-340A-CE9A-A151-33B7C8AC670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C3ACAB3-CA36-4966-8A1D-076772D39D8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9A4D7D5-D6B6-67D1-219E-C84A7B4CE46E}"/>
              </a:ext>
            </a:extLst>
          </p:cNvPr>
          <p:cNvSpPr txBox="1">
            <a:spLocks/>
          </p:cNvSpPr>
          <p:nvPr/>
        </p:nvSpPr>
        <p:spPr>
          <a:xfrm>
            <a:off x="240506" y="122479"/>
            <a:ext cx="11777833" cy="6199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en-US" sz="3200" b="1">
                <a:cs typeface="Georgia"/>
              </a:rPr>
              <a:t>Compelling &amp; Personalized Gen AI sales offer 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B736CA-EC00-84FC-7A5F-EB080B2E4DBC}"/>
              </a:ext>
            </a:extLst>
          </p:cNvPr>
          <p:cNvSpPr txBox="1"/>
          <p:nvPr/>
        </p:nvSpPr>
        <p:spPr>
          <a:xfrm>
            <a:off x="59267" y="1879600"/>
            <a:ext cx="2948580" cy="2723823"/>
          </a:xfrm>
          <a:prstGeom prst="rect">
            <a:avLst/>
          </a:prstGeom>
          <a:noFill/>
        </p:spPr>
        <p:txBody>
          <a:bodyPr wrap="square" lIns="91440" rIns="0" bIns="0" rtlCol="0">
            <a:spAutoFit/>
          </a:bodyPr>
          <a:lstStyle/>
          <a:p>
            <a:pPr algn="ctr"/>
            <a:r>
              <a:rPr lang="en-US" sz="1200" b="1" dirty="0">
                <a:cs typeface="Georgia"/>
              </a:rPr>
              <a:t>Key Product Benefits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i="1" dirty="0">
                <a:cs typeface="Georgia"/>
              </a:rPr>
              <a:t>Repair, Replace, Reimburse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i="1" dirty="0">
                <a:cs typeface="Georgia"/>
              </a:rPr>
              <a:t>Coverage beyond Cricket-purchased devices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i="1" dirty="0">
                <a:cs typeface="Georgia"/>
              </a:rPr>
              <a:t>Future devices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i="1" dirty="0">
                <a:cs typeface="Georgia"/>
              </a:rPr>
              <a:t>ADH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i="1" dirty="0">
                <a:cs typeface="Georgia"/>
              </a:rPr>
              <a:t>Low Service Fees </a:t>
            </a:r>
            <a:endParaRPr lang="en-US" sz="1000" b="1" dirty="0">
              <a:cs typeface="Georgia"/>
            </a:endParaRPr>
          </a:p>
          <a:p>
            <a:pPr algn="ctr"/>
            <a:r>
              <a:rPr lang="en-US" b="1" dirty="0">
                <a:cs typeface="Georgia"/>
              </a:rPr>
              <a:t>+</a:t>
            </a:r>
            <a:r>
              <a:rPr lang="en-US" sz="1000" b="1" dirty="0">
                <a:cs typeface="Georgia"/>
              </a:rPr>
              <a:t> </a:t>
            </a:r>
          </a:p>
          <a:p>
            <a:pPr algn="ctr"/>
            <a:endParaRPr lang="en-US" sz="1000" b="1" dirty="0">
              <a:cs typeface="Georgia"/>
            </a:endParaRPr>
          </a:p>
          <a:p>
            <a:pPr algn="ctr"/>
            <a:r>
              <a:rPr lang="en-US" sz="1400" b="1" dirty="0">
                <a:cs typeface="Georgia"/>
              </a:rPr>
              <a:t>Key customer traits</a:t>
            </a:r>
            <a:endParaRPr lang="en-US" sz="1400" dirty="0">
              <a:cs typeface="Georgia"/>
            </a:endParaRPr>
          </a:p>
          <a:p>
            <a:pPr algn="l"/>
            <a:r>
              <a:rPr lang="en-US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1. **Household Situation**: The customer mentioned having a great-grandson and a granddaughter.</a:t>
            </a:r>
          </a:p>
          <a:p>
            <a:pPr algn="l"/>
            <a:r>
              <a:rPr lang="en-US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2. **Devices Owned**: The customer bought an iPhone 13 for their great-grandson.</a:t>
            </a:r>
          </a:p>
          <a:p>
            <a:pPr algn="l"/>
            <a:r>
              <a:rPr lang="en-US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3. **Lifestyle**: The customer mentioned going to the store and losing the device there.</a:t>
            </a:r>
          </a:p>
          <a:p>
            <a:pPr algn="l"/>
            <a:r>
              <a:rPr lang="en-US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4. **Pain Points**: The customer expressed frustration over the lost device and the inconvenience it caused.</a:t>
            </a:r>
          </a:p>
          <a:p>
            <a:pPr algn="l"/>
            <a:r>
              <a:rPr lang="en-US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5. **Priorities**: The customer is concerned about the timely replacement of the device and tracking the delivery.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11AC59C-39FB-4CDB-25F3-BBB65DB00746}"/>
              </a:ext>
            </a:extLst>
          </p:cNvPr>
          <p:cNvGrpSpPr/>
          <p:nvPr/>
        </p:nvGrpSpPr>
        <p:grpSpPr>
          <a:xfrm>
            <a:off x="8686777" y="122479"/>
            <a:ext cx="3361807" cy="960685"/>
            <a:chOff x="8967695" y="294327"/>
            <a:chExt cx="3361807" cy="96068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75B3401-B8B0-E243-17B7-30F560A7B3AA}"/>
                </a:ext>
              </a:extLst>
            </p:cNvPr>
            <p:cNvSpPr/>
            <p:nvPr/>
          </p:nvSpPr>
          <p:spPr>
            <a:xfrm>
              <a:off x="8967695" y="294327"/>
              <a:ext cx="3361807" cy="960685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err="1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5E33941-126C-B7E2-1162-F3A40DCF765A}"/>
                </a:ext>
              </a:extLst>
            </p:cNvPr>
            <p:cNvSpPr txBox="1"/>
            <p:nvPr/>
          </p:nvSpPr>
          <p:spPr>
            <a:xfrm>
              <a:off x="9394680" y="390145"/>
              <a:ext cx="2578175" cy="7232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rIns="0" bIns="0" rtlCol="0">
              <a:spAutoFit/>
            </a:bodyPr>
            <a:lstStyle/>
            <a:p>
              <a:pPr algn="l"/>
              <a:r>
                <a:rPr lang="en-US" sz="1200" b="1">
                  <a:cs typeface="Georgia"/>
                </a:rPr>
                <a:t>Compelling &amp; Personalized Gen AI sales offer </a:t>
              </a:r>
              <a:r>
                <a:rPr lang="en-US" sz="1200" baseline="-25000">
                  <a:cs typeface="Georgia"/>
                </a:rPr>
                <a:t>(vs Static) </a:t>
              </a:r>
              <a:r>
                <a:rPr lang="en-US" sz="1200">
                  <a:cs typeface="Georgia"/>
                </a:rPr>
                <a:t>content will be available in Alpha to aide the expert in selling </a:t>
              </a:r>
              <a:r>
                <a:rPr lang="en-US" sz="1200" baseline="-25000">
                  <a:cs typeface="Georgia"/>
                </a:rPr>
                <a:t>(Bullets &amp; Script version available)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1EE9006-BAE3-B01E-4119-542854107B59}"/>
              </a:ext>
            </a:extLst>
          </p:cNvPr>
          <p:cNvSpPr/>
          <p:nvPr/>
        </p:nvSpPr>
        <p:spPr>
          <a:xfrm>
            <a:off x="3505224" y="2413000"/>
            <a:ext cx="5020710" cy="11366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000" b="0" i="0" dirty="0">
              <a:solidFill>
                <a:srgbClr val="000000"/>
              </a:solidFill>
              <a:effectLst/>
              <a:latin typeface="Avenir Book" panose="02000503020000020003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7508B0-3A7F-9F21-3BBD-8F3B9CFF37CA}"/>
              </a:ext>
            </a:extLst>
          </p:cNvPr>
          <p:cNvSpPr/>
          <p:nvPr/>
        </p:nvSpPr>
        <p:spPr>
          <a:xfrm>
            <a:off x="3716375" y="4678545"/>
            <a:ext cx="2080126" cy="763325"/>
          </a:xfrm>
          <a:prstGeom prst="rect">
            <a:avLst/>
          </a:prstGeom>
          <a:solidFill>
            <a:srgbClr val="F1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0D43D5-43F9-3B10-0A19-E6A38EA48DAA}"/>
              </a:ext>
            </a:extLst>
          </p:cNvPr>
          <p:cNvSpPr/>
          <p:nvPr/>
        </p:nvSpPr>
        <p:spPr>
          <a:xfrm>
            <a:off x="6256004" y="4520844"/>
            <a:ext cx="2080126" cy="1108679"/>
          </a:xfrm>
          <a:prstGeom prst="rect">
            <a:avLst/>
          </a:prstGeom>
          <a:solidFill>
            <a:srgbClr val="F1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31B9D1-D381-639C-06EC-D6F6F26EA66A}"/>
              </a:ext>
            </a:extLst>
          </p:cNvPr>
          <p:cNvSpPr/>
          <p:nvPr/>
        </p:nvSpPr>
        <p:spPr>
          <a:xfrm>
            <a:off x="8764566" y="4505867"/>
            <a:ext cx="2080126" cy="1108679"/>
          </a:xfrm>
          <a:prstGeom prst="rect">
            <a:avLst/>
          </a:prstGeom>
          <a:solidFill>
            <a:srgbClr val="F1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82531B-E259-D086-A10B-848AFF6A8736}"/>
              </a:ext>
            </a:extLst>
          </p:cNvPr>
          <p:cNvSpPr/>
          <p:nvPr/>
        </p:nvSpPr>
        <p:spPr>
          <a:xfrm>
            <a:off x="3374949" y="3792739"/>
            <a:ext cx="2080126" cy="1828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1349A9-7419-5B75-1672-C0B40EFAFF7F}"/>
              </a:ext>
            </a:extLst>
          </p:cNvPr>
          <p:cNvSpPr txBox="1"/>
          <p:nvPr/>
        </p:nvSpPr>
        <p:spPr>
          <a:xfrm>
            <a:off x="3374949" y="2781182"/>
            <a:ext cx="5289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For your great-grandson and granddaughter, if they use tablets, the AHP plan covers accidental damage like spills and cracked screens, which is a common issue with </a:t>
            </a:r>
            <a:r>
              <a:rPr lang="en-US" sz="900" dirty="0">
                <a:solidFill>
                  <a:srgbClr val="000000"/>
                </a:solidFill>
                <a:latin typeface="Avenir Book" panose="02000503020000020003" pitchFamily="2" charset="0"/>
              </a:rPr>
              <a:t>eligible 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portable devices.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332A31-B12A-07A0-8DB0-E6956394ADCB}"/>
              </a:ext>
            </a:extLst>
          </p:cNvPr>
          <p:cNvSpPr txBox="1"/>
          <p:nvPr/>
        </p:nvSpPr>
        <p:spPr>
          <a:xfrm>
            <a:off x="3374949" y="3160973"/>
            <a:ext cx="5150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Additionally, if your family enjoys gaming, the AHP plan covers gaming systems like XBOX or PlayStation, providing peace of mind for any potential damage or issues.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CD006A-F5FA-53D6-0DE1-E5C240973CBF}"/>
              </a:ext>
            </a:extLst>
          </p:cNvPr>
          <p:cNvSpPr txBox="1"/>
          <p:nvPr/>
        </p:nvSpPr>
        <p:spPr>
          <a:xfrm>
            <a:off x="3374949" y="2404533"/>
            <a:ext cx="5071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Mr. </a:t>
            </a:r>
            <a:r>
              <a:rPr lang="en-US" sz="900" b="0" i="0" dirty="0" err="1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Reveles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, if you own laptops, the AHP plan ensures that you can get them repaired, replaced, or reimbursed without the hassle of providing receipts or registration.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157978-D72B-E3D8-2953-DE64FFFCE7B1}"/>
              </a:ext>
            </a:extLst>
          </p:cNvPr>
          <p:cNvSpPr txBox="1"/>
          <p:nvPr/>
        </p:nvSpPr>
        <p:spPr>
          <a:xfrm>
            <a:off x="3358014" y="3812085"/>
            <a:ext cx="52895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“It’s $24.99 per month, plus tax”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8DEB42E-CC0C-674A-27B2-033D8C077140}"/>
              </a:ext>
            </a:extLst>
          </p:cNvPr>
          <p:cNvSpPr/>
          <p:nvPr/>
        </p:nvSpPr>
        <p:spPr>
          <a:xfrm>
            <a:off x="3107876" y="2204814"/>
            <a:ext cx="5418057" cy="1392965"/>
          </a:xfrm>
          <a:prstGeom prst="rect">
            <a:avLst/>
          </a:prstGeom>
          <a:noFill/>
          <a:ln w="571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28FEB9-F165-A4AB-601E-09A9DF7FC709}"/>
              </a:ext>
            </a:extLst>
          </p:cNvPr>
          <p:cNvSpPr txBox="1"/>
          <p:nvPr/>
        </p:nvSpPr>
        <p:spPr>
          <a:xfrm>
            <a:off x="6203051" y="4518540"/>
            <a:ext cx="21862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chemeClr val="accent1"/>
                </a:solidFill>
                <a:effectLst/>
                <a:latin typeface="Avenir Book" panose="02000503020000020003" pitchFamily="2" charset="0"/>
              </a:rPr>
              <a:t>Time to think </a:t>
            </a:r>
          </a:p>
          <a:p>
            <a:pPr algn="l"/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I get that! Here is why I believe it’s important to get you enrolled today: the 24/7 tech support starts immediately, ensuring you have help with any tech issues from day one.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DA0835-D307-007E-4D68-93BC2CA7F139}"/>
              </a:ext>
            </a:extLst>
          </p:cNvPr>
          <p:cNvSpPr txBox="1"/>
          <p:nvPr/>
        </p:nvSpPr>
        <p:spPr>
          <a:xfrm>
            <a:off x="3617871" y="4520844"/>
            <a:ext cx="24549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chemeClr val="accent1"/>
                </a:solidFill>
                <a:effectLst/>
                <a:latin typeface="Avenir Book" panose="02000503020000020003" pitchFamily="2" charset="0"/>
              </a:rPr>
              <a:t>Cost</a:t>
            </a:r>
          </a:p>
          <a:p>
            <a:pPr algn="l"/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I appreciate anyone who’s aware of their finances, Mr. </a:t>
            </a:r>
            <a:r>
              <a:rPr lang="en-US" sz="900" b="0" i="0" dirty="0" err="1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Reveles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, and I want to assure you that the AHP plan offers service fees as low as $0 and never above $99 for approved claims, making it a cost-effective way to protect your valuable eligible tech devices in the long run.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C5C2F4-8908-AD17-42B7-457D71319419}"/>
              </a:ext>
            </a:extLst>
          </p:cNvPr>
          <p:cNvSpPr txBox="1"/>
          <p:nvPr/>
        </p:nvSpPr>
        <p:spPr>
          <a:xfrm>
            <a:off x="8694116" y="4509989"/>
            <a:ext cx="2080125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chemeClr val="accent1"/>
                </a:solidFill>
                <a:effectLst/>
                <a:latin typeface="Avenir Book" panose="02000503020000020003" pitchFamily="2" charset="0"/>
              </a:rPr>
              <a:t>Other Warranty</a:t>
            </a:r>
          </a:p>
          <a:p>
            <a:pPr algn="l"/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It's great that your tech is protected, Mr. </a:t>
            </a:r>
            <a:r>
              <a:rPr lang="en-US" sz="900" b="0" i="0" dirty="0" err="1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Reveles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, but the AHP plan covers over 40+ eligible devices for just $24.99 plus tax, potentially offering broader and more cost-effective protection.</a:t>
            </a:r>
          </a:p>
        </p:txBody>
      </p:sp>
    </p:spTree>
    <p:extLst>
      <p:ext uri="{BB962C8B-B14F-4D97-AF65-F5344CB8AC3E}">
        <p14:creationId xmlns:p14="http://schemas.microsoft.com/office/powerpoint/2010/main" val="179208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428B5-2D07-8F4E-BC1B-DDCA54B7C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396EFA72-C8ED-FE4F-9500-BA9116D0A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121" y="703384"/>
            <a:ext cx="8031773" cy="58674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85FDAF-1C1D-1B7B-6106-3149E160C91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Asurion Internal Use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32646-EF6F-E59D-1B1B-AE09101EDDB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9C3ACAB3-CA36-4966-8A1D-076772D39D8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DCDFCE1-D1A9-1AB3-1C99-01924F11206D}"/>
              </a:ext>
            </a:extLst>
          </p:cNvPr>
          <p:cNvSpPr txBox="1">
            <a:spLocks/>
          </p:cNvSpPr>
          <p:nvPr/>
        </p:nvSpPr>
        <p:spPr>
          <a:xfrm>
            <a:off x="240506" y="122479"/>
            <a:ext cx="11777833" cy="6199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en-US" sz="3200" b="1">
                <a:cs typeface="Georgia"/>
              </a:rPr>
              <a:t>Compelling &amp; Personalized Gen AI sales offer 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FD9846-BBF2-6B67-F2A6-9D113EB61DFC}"/>
              </a:ext>
            </a:extLst>
          </p:cNvPr>
          <p:cNvSpPr txBox="1"/>
          <p:nvPr/>
        </p:nvSpPr>
        <p:spPr>
          <a:xfrm>
            <a:off x="59267" y="1879600"/>
            <a:ext cx="2948580" cy="2723823"/>
          </a:xfrm>
          <a:prstGeom prst="rect">
            <a:avLst/>
          </a:prstGeom>
          <a:noFill/>
        </p:spPr>
        <p:txBody>
          <a:bodyPr wrap="square" lIns="91440" rIns="0" bIns="0" rtlCol="0">
            <a:spAutoFit/>
          </a:bodyPr>
          <a:lstStyle/>
          <a:p>
            <a:pPr algn="ctr"/>
            <a:r>
              <a:rPr lang="en-US" sz="1200" b="1" dirty="0">
                <a:cs typeface="Georgia"/>
              </a:rPr>
              <a:t>Key Product Benefits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i="1" dirty="0">
                <a:cs typeface="Georgia"/>
              </a:rPr>
              <a:t>Repair, Replace, Reimburse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i="1" dirty="0">
                <a:cs typeface="Georgia"/>
              </a:rPr>
              <a:t>Coverage beyond Cricket-purchased devices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i="1" dirty="0">
                <a:cs typeface="Georgia"/>
              </a:rPr>
              <a:t>Future devices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i="1" dirty="0">
                <a:cs typeface="Georgia"/>
              </a:rPr>
              <a:t>ADH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800" i="1" dirty="0">
                <a:cs typeface="Georgia"/>
              </a:rPr>
              <a:t>Low Service Fees </a:t>
            </a:r>
            <a:endParaRPr lang="en-US" sz="1000" b="1" dirty="0">
              <a:cs typeface="Georgia"/>
            </a:endParaRPr>
          </a:p>
          <a:p>
            <a:pPr algn="ctr"/>
            <a:r>
              <a:rPr lang="en-US" b="1" dirty="0">
                <a:cs typeface="Georgia"/>
              </a:rPr>
              <a:t>+</a:t>
            </a:r>
            <a:r>
              <a:rPr lang="en-US" sz="1000" b="1" dirty="0">
                <a:cs typeface="Georgia"/>
              </a:rPr>
              <a:t> </a:t>
            </a:r>
          </a:p>
          <a:p>
            <a:pPr algn="ctr"/>
            <a:endParaRPr lang="en-US" sz="1000" b="1" dirty="0">
              <a:cs typeface="Georgia"/>
            </a:endParaRPr>
          </a:p>
          <a:p>
            <a:pPr algn="ctr"/>
            <a:r>
              <a:rPr lang="en-US" sz="1400" b="1" dirty="0">
                <a:cs typeface="Georgia"/>
              </a:rPr>
              <a:t>Key customer traits</a:t>
            </a:r>
            <a:endParaRPr lang="en-US" sz="1400" dirty="0">
              <a:cs typeface="Georgia"/>
            </a:endParaRPr>
          </a:p>
          <a:p>
            <a:pPr algn="l"/>
            <a:r>
              <a:rPr lang="en-US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1. **Household Situation**: The customer mentioned having a great-grandson and a granddaughter.</a:t>
            </a:r>
          </a:p>
          <a:p>
            <a:pPr algn="l"/>
            <a:r>
              <a:rPr lang="en-US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2. **Devices Owned**: The customer bought an iPhone 13 for their great-grandson.</a:t>
            </a:r>
          </a:p>
          <a:p>
            <a:pPr algn="l"/>
            <a:r>
              <a:rPr lang="en-US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3. **Lifestyle**: The customer mentioned going to the store and losing the device there.</a:t>
            </a:r>
          </a:p>
          <a:p>
            <a:pPr algn="l"/>
            <a:r>
              <a:rPr lang="en-US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4. **Pain Points**: The customer expressed frustration over the lost device and the inconvenience it caused.</a:t>
            </a:r>
          </a:p>
          <a:p>
            <a:pPr algn="l"/>
            <a:r>
              <a:rPr lang="en-US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5. **Priorities**: The customer is concerned about the timely replacement of the device and tracking the delivery.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79E9BA-E9B4-2B72-3EC0-855C526CC4B7}"/>
              </a:ext>
            </a:extLst>
          </p:cNvPr>
          <p:cNvSpPr/>
          <p:nvPr/>
        </p:nvSpPr>
        <p:spPr>
          <a:xfrm>
            <a:off x="3505224" y="2413000"/>
            <a:ext cx="5020710" cy="11366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1000" b="0" i="0" dirty="0">
              <a:solidFill>
                <a:srgbClr val="000000"/>
              </a:solidFill>
              <a:effectLst/>
              <a:latin typeface="Avenir Book" panose="02000503020000020003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455D09-7855-2964-6251-C181067286B1}"/>
              </a:ext>
            </a:extLst>
          </p:cNvPr>
          <p:cNvSpPr/>
          <p:nvPr/>
        </p:nvSpPr>
        <p:spPr>
          <a:xfrm>
            <a:off x="3716375" y="4678545"/>
            <a:ext cx="2080126" cy="763325"/>
          </a:xfrm>
          <a:prstGeom prst="rect">
            <a:avLst/>
          </a:prstGeom>
          <a:solidFill>
            <a:srgbClr val="F1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8FD8AE-8CD7-9FD3-8BC9-FB0354DD5F4A}"/>
              </a:ext>
            </a:extLst>
          </p:cNvPr>
          <p:cNvSpPr/>
          <p:nvPr/>
        </p:nvSpPr>
        <p:spPr>
          <a:xfrm>
            <a:off x="6256004" y="4520844"/>
            <a:ext cx="2080126" cy="1108679"/>
          </a:xfrm>
          <a:prstGeom prst="rect">
            <a:avLst/>
          </a:prstGeom>
          <a:solidFill>
            <a:srgbClr val="F1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BA09D4-4B39-4BCA-376F-E119F7279F1A}"/>
              </a:ext>
            </a:extLst>
          </p:cNvPr>
          <p:cNvSpPr/>
          <p:nvPr/>
        </p:nvSpPr>
        <p:spPr>
          <a:xfrm>
            <a:off x="8764566" y="4505867"/>
            <a:ext cx="2080126" cy="1108679"/>
          </a:xfrm>
          <a:prstGeom prst="rect">
            <a:avLst/>
          </a:prstGeom>
          <a:solidFill>
            <a:srgbClr val="F1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DB3359-5810-7763-A5F5-DF6EFEF67F63}"/>
              </a:ext>
            </a:extLst>
          </p:cNvPr>
          <p:cNvSpPr/>
          <p:nvPr/>
        </p:nvSpPr>
        <p:spPr>
          <a:xfrm>
            <a:off x="3374949" y="3792739"/>
            <a:ext cx="2080126" cy="18288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DC382E-E029-0763-5F01-556B0D2F3BC3}"/>
              </a:ext>
            </a:extLst>
          </p:cNvPr>
          <p:cNvSpPr txBox="1"/>
          <p:nvPr/>
        </p:nvSpPr>
        <p:spPr>
          <a:xfrm>
            <a:off x="3374949" y="2781182"/>
            <a:ext cx="5289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For your great-grandson and granddaughter, if they use tablets, the AHP plan covers accidental damage like spills and cracked screens, which is a common issue with </a:t>
            </a:r>
            <a:r>
              <a:rPr lang="en-US" sz="900" dirty="0">
                <a:solidFill>
                  <a:srgbClr val="000000"/>
                </a:solidFill>
                <a:latin typeface="Avenir Book" panose="02000503020000020003" pitchFamily="2" charset="0"/>
              </a:rPr>
              <a:t>eligible 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portable devices.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33AF80-BFCF-AF22-4517-8EA7796004D1}"/>
              </a:ext>
            </a:extLst>
          </p:cNvPr>
          <p:cNvSpPr txBox="1"/>
          <p:nvPr/>
        </p:nvSpPr>
        <p:spPr>
          <a:xfrm>
            <a:off x="3374949" y="3160973"/>
            <a:ext cx="5150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Additionally, if your family enjoys gaming, the AHP plan covers gaming systems like XBOX or PlayStation, providing peace of mind for any potential damage or issues.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F7E21-99BD-C303-AA54-0F9A7B060A26}"/>
              </a:ext>
            </a:extLst>
          </p:cNvPr>
          <p:cNvSpPr txBox="1"/>
          <p:nvPr/>
        </p:nvSpPr>
        <p:spPr>
          <a:xfrm>
            <a:off x="3374949" y="2404533"/>
            <a:ext cx="5071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Mr. </a:t>
            </a:r>
            <a:r>
              <a:rPr lang="en-US" sz="900" b="0" i="0" dirty="0" err="1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Reveles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, if you own laptops, the AHP plan ensures that you can get them repaired, replaced, or reimbursed without the hassle of providing receipts or registration.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EB6856-7AB3-7FE8-3AAE-4BC76A8EE644}"/>
              </a:ext>
            </a:extLst>
          </p:cNvPr>
          <p:cNvSpPr txBox="1"/>
          <p:nvPr/>
        </p:nvSpPr>
        <p:spPr>
          <a:xfrm>
            <a:off x="3358014" y="3812085"/>
            <a:ext cx="528958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“It’s $24.99 per month, plus tax”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8FD282-1DDB-282B-BB27-841AD1B465CE}"/>
              </a:ext>
            </a:extLst>
          </p:cNvPr>
          <p:cNvSpPr txBox="1"/>
          <p:nvPr/>
        </p:nvSpPr>
        <p:spPr>
          <a:xfrm>
            <a:off x="6203051" y="4518540"/>
            <a:ext cx="21862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chemeClr val="accent1"/>
                </a:solidFill>
                <a:effectLst/>
                <a:latin typeface="Avenir Book" panose="02000503020000020003" pitchFamily="2" charset="0"/>
              </a:rPr>
              <a:t>Time to think </a:t>
            </a:r>
          </a:p>
          <a:p>
            <a:pPr algn="l"/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I get that! Here is why I believe it’s important to get you enrolled today: the 24/7 tech support starts immediately, ensuring you have help with any tech issues from day one.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0C1F23-73B7-6881-3A0A-C147AA392876}"/>
              </a:ext>
            </a:extLst>
          </p:cNvPr>
          <p:cNvSpPr txBox="1"/>
          <p:nvPr/>
        </p:nvSpPr>
        <p:spPr>
          <a:xfrm>
            <a:off x="3617871" y="4520844"/>
            <a:ext cx="24549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chemeClr val="accent1"/>
                </a:solidFill>
                <a:effectLst/>
                <a:latin typeface="Avenir Book" panose="02000503020000020003" pitchFamily="2" charset="0"/>
              </a:rPr>
              <a:t>Cost</a:t>
            </a:r>
          </a:p>
          <a:p>
            <a:pPr algn="l"/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I appreciate anyone who’s aware of their finances, Mr. </a:t>
            </a:r>
            <a:r>
              <a:rPr lang="en-US" sz="900" b="0" i="0" dirty="0" err="1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Reveles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, and I want to assure you that the AHP plan offers service fees as low as $0 and never above $99 for approved claims, making it a cost-effective way to protect your valuable eligible tech devices in the long run.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81EC41-7CBA-AA28-D49F-BF6E4C96C95E}"/>
              </a:ext>
            </a:extLst>
          </p:cNvPr>
          <p:cNvSpPr txBox="1"/>
          <p:nvPr/>
        </p:nvSpPr>
        <p:spPr>
          <a:xfrm>
            <a:off x="8694116" y="4509989"/>
            <a:ext cx="2080125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0" i="0" dirty="0">
                <a:solidFill>
                  <a:schemeClr val="accent1"/>
                </a:solidFill>
                <a:effectLst/>
                <a:latin typeface="Avenir Book" panose="02000503020000020003" pitchFamily="2" charset="0"/>
              </a:rPr>
              <a:t>Other Warranty</a:t>
            </a:r>
          </a:p>
          <a:p>
            <a:pPr algn="l"/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It's great that your tech is protected, Mr. </a:t>
            </a:r>
            <a:r>
              <a:rPr lang="en-US" sz="900" b="0" i="0" dirty="0" err="1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Reveles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, but the AHP plan covers over 40+ eligible devices for just $24.99 plus tax, potentially offering broader and more cost-effective protection.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2A1F57-4116-FE4E-8D7D-E98E1C5857FC}"/>
              </a:ext>
            </a:extLst>
          </p:cNvPr>
          <p:cNvSpPr/>
          <p:nvPr/>
        </p:nvSpPr>
        <p:spPr>
          <a:xfrm>
            <a:off x="3181990" y="4294250"/>
            <a:ext cx="7914378" cy="1447523"/>
          </a:xfrm>
          <a:prstGeom prst="rect">
            <a:avLst/>
          </a:prstGeom>
          <a:noFill/>
          <a:ln w="5715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CEDE88-5A11-4A0A-BE47-F1248921C0CA}"/>
              </a:ext>
            </a:extLst>
          </p:cNvPr>
          <p:cNvGrpSpPr/>
          <p:nvPr/>
        </p:nvGrpSpPr>
        <p:grpSpPr>
          <a:xfrm>
            <a:off x="8664536" y="574046"/>
            <a:ext cx="3361807" cy="423319"/>
            <a:chOff x="8068411" y="2692532"/>
            <a:chExt cx="3361807" cy="42331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60F8F0-9E7A-996A-577B-C24294CDE234}"/>
                </a:ext>
              </a:extLst>
            </p:cNvPr>
            <p:cNvSpPr/>
            <p:nvPr/>
          </p:nvSpPr>
          <p:spPr>
            <a:xfrm>
              <a:off x="8068411" y="2692532"/>
              <a:ext cx="3361807" cy="423319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F305F9D-4879-07F0-7B40-77B1F6CBD22F}"/>
                </a:ext>
              </a:extLst>
            </p:cNvPr>
            <p:cNvSpPr txBox="1"/>
            <p:nvPr/>
          </p:nvSpPr>
          <p:spPr>
            <a:xfrm>
              <a:off x="8700965" y="2734401"/>
              <a:ext cx="2578175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rIns="0" bIns="0" rtlCol="0">
              <a:spAutoFit/>
            </a:bodyPr>
            <a:lstStyle/>
            <a:p>
              <a:pPr algn="l"/>
              <a:r>
                <a:rPr lang="en-US" sz="1200" dirty="0">
                  <a:cs typeface="Georgia"/>
                </a:rPr>
                <a:t>Rebuttal content easily accessible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5305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BC53B-32F1-387A-3BA4-0BDACF1AE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BD8E48F-4471-BA3D-5F26-F46FE64F633D}"/>
              </a:ext>
            </a:extLst>
          </p:cNvPr>
          <p:cNvSpPr/>
          <p:nvPr/>
        </p:nvSpPr>
        <p:spPr>
          <a:xfrm>
            <a:off x="500064" y="1685822"/>
            <a:ext cx="5270517" cy="395571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accent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28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28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28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28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r>
              <a:rPr lang="en-US" sz="2800">
                <a:solidFill>
                  <a:schemeClr val="tx1"/>
                </a:solidFill>
                <a:latin typeface="Avenir Book" panose="02000503020000020003" pitchFamily="2" charset="0"/>
              </a:rPr>
              <a:t>Step 1:</a:t>
            </a:r>
          </a:p>
          <a:p>
            <a:pPr algn="ctr"/>
            <a:r>
              <a:rPr lang="en-US" sz="3200">
                <a:solidFill>
                  <a:schemeClr val="tx1"/>
                </a:solidFill>
                <a:latin typeface="Avenir Book" panose="02000503020000020003" pitchFamily="2" charset="0"/>
              </a:rPr>
              <a:t>Personalization</a:t>
            </a: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420EEC-C807-0B96-42E3-F109727D26F6}"/>
              </a:ext>
            </a:extLst>
          </p:cNvPr>
          <p:cNvSpPr/>
          <p:nvPr/>
        </p:nvSpPr>
        <p:spPr>
          <a:xfrm>
            <a:off x="5876350" y="1704908"/>
            <a:ext cx="5512558" cy="395571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57150">
            <a:solidFill>
              <a:schemeClr val="accent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3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3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3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28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r>
              <a:rPr lang="en-US" sz="2800">
                <a:solidFill>
                  <a:schemeClr val="tx1"/>
                </a:solidFill>
                <a:latin typeface="Avenir Book" panose="02000503020000020003" pitchFamily="2" charset="0"/>
              </a:rPr>
              <a:t>Step 2: </a:t>
            </a:r>
          </a:p>
          <a:p>
            <a:pPr algn="ctr"/>
            <a:r>
              <a:rPr lang="en-US" sz="3200">
                <a:solidFill>
                  <a:schemeClr val="tx1"/>
                </a:solidFill>
                <a:latin typeface="Avenir Book" panose="02000503020000020003" pitchFamily="2" charset="0"/>
              </a:rPr>
              <a:t>Compliance</a:t>
            </a: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  <a:p>
            <a:pPr algn="ctr"/>
            <a:r>
              <a:rPr lang="en-US" sz="1200">
                <a:solidFill>
                  <a:schemeClr val="tx1"/>
                </a:solidFill>
                <a:latin typeface="Avenir Book" panose="02000503020000020003" pitchFamily="2" charset="0"/>
              </a:rPr>
              <a:t> </a:t>
            </a:r>
          </a:p>
          <a:p>
            <a:pPr algn="ctr"/>
            <a:endParaRPr lang="en-US" sz="1200">
              <a:solidFill>
                <a:schemeClr val="tx1"/>
              </a:solidFill>
              <a:latin typeface="Avenir Book" panose="02000503020000020003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77E9A9-9AAD-F30D-5083-796C8CBC0151}"/>
              </a:ext>
            </a:extLst>
          </p:cNvPr>
          <p:cNvSpPr txBox="1"/>
          <p:nvPr/>
        </p:nvSpPr>
        <p:spPr>
          <a:xfrm>
            <a:off x="0" y="524018"/>
            <a:ext cx="7464950" cy="538609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/>
          <a:p>
            <a:pPr algn="ctr"/>
            <a:r>
              <a:rPr lang="en-US" sz="3200" b="1">
                <a:latin typeface="Avenir Book" panose="02000503020000020003" pitchFamily="2" charset="0"/>
                <a:cs typeface="Georgia"/>
              </a:rPr>
              <a:t>How are sales pitches generated?  </a:t>
            </a:r>
          </a:p>
        </p:txBody>
      </p:sp>
    </p:spTree>
    <p:extLst>
      <p:ext uri="{BB962C8B-B14F-4D97-AF65-F5344CB8AC3E}">
        <p14:creationId xmlns:p14="http://schemas.microsoft.com/office/powerpoint/2010/main" val="228006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A1E02-49A4-8FD7-AC59-E19FE1F28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074B06F5-44C8-CE0B-04B2-A7B3EE8BE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2" y="1427219"/>
            <a:ext cx="10464785" cy="547809"/>
          </a:xfrm>
        </p:spPr>
        <p:txBody>
          <a:bodyPr/>
          <a:lstStyle/>
          <a:p>
            <a:r>
              <a:rPr lang="en-US" sz="1800" dirty="0">
                <a:latin typeface="Avenir Book" panose="02000503020000020003" pitchFamily="2" charset="0"/>
              </a:rPr>
              <a:t>Product features used to generate personalized offer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EF593F-A81C-31D6-3431-459A357ED477}"/>
              </a:ext>
            </a:extLst>
          </p:cNvPr>
          <p:cNvSpPr txBox="1"/>
          <p:nvPr/>
        </p:nvSpPr>
        <p:spPr>
          <a:xfrm>
            <a:off x="500062" y="1975028"/>
            <a:ext cx="10635915" cy="3308598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/>
          <a:p>
            <a:pPr algn="l"/>
            <a:r>
              <a:rPr lang="en-US" sz="1600" dirty="0">
                <a:solidFill>
                  <a:schemeClr val="accent1"/>
                </a:solidFill>
                <a:latin typeface="Avenir Book" panose="02000503020000020003" pitchFamily="2" charset="0"/>
              </a:rPr>
              <a:t>High-</a:t>
            </a:r>
            <a:r>
              <a:rPr lang="en-US" sz="1600" b="0" i="0" dirty="0">
                <a:solidFill>
                  <a:schemeClr val="accent1"/>
                </a:solidFill>
                <a:effectLst/>
                <a:latin typeface="Avenir Book" panose="02000503020000020003" pitchFamily="2" charset="0"/>
              </a:rPr>
              <a:t>Priority Product features</a:t>
            </a:r>
          </a:p>
          <a:p>
            <a:pPr algn="l"/>
            <a:endParaRPr lang="en-US" sz="1200" dirty="0">
              <a:latin typeface="Avenir Book" panose="02000503020000020003" pitchFamily="2" charset="0"/>
            </a:endParaRPr>
          </a:p>
          <a:p>
            <a:pPr algn="l"/>
            <a:r>
              <a:rPr lang="en-US" sz="1400" b="0" i="0" dirty="0">
                <a:effectLst/>
                <a:latin typeface="Avenir Book" panose="02000503020000020003" pitchFamily="2" charset="0"/>
              </a:rPr>
              <a:t>Protection – Repair, Replace, or Reimburse Eligible Home Tech Protection</a:t>
            </a:r>
            <a:endParaRPr lang="en-US" sz="1400" dirty="0">
              <a:latin typeface="Avenir Book" panose="02000503020000020003" pitchFamily="2" charset="0"/>
              <a:cs typeface="Georgia"/>
            </a:endParaRPr>
          </a:p>
          <a:p>
            <a:pPr algn="l"/>
            <a:endParaRPr lang="en-US" sz="1400" dirty="0">
              <a:latin typeface="Avenir Book" panose="02000503020000020003" pitchFamily="2" charset="0"/>
              <a:cs typeface="Georgia"/>
            </a:endParaRPr>
          </a:p>
          <a:p>
            <a:pPr algn="l"/>
            <a:r>
              <a:rPr lang="en-US" sz="1400" b="0" i="0" dirty="0">
                <a:effectLst/>
                <a:latin typeface="Avenir Book" panose="02000503020000020003" pitchFamily="2" charset="0"/>
              </a:rPr>
              <a:t>Current &amp; Future Eligible Home Tech – No Receipts or Registration Required</a:t>
            </a:r>
            <a:endParaRPr lang="en-US" sz="1400" dirty="0">
              <a:latin typeface="Avenir Book" panose="02000503020000020003" pitchFamily="2" charset="0"/>
              <a:cs typeface="Georgia"/>
            </a:endParaRPr>
          </a:p>
          <a:p>
            <a:pPr algn="l"/>
            <a:endParaRPr lang="en-US" sz="1400" dirty="0">
              <a:latin typeface="Avenir Book" panose="02000503020000020003" pitchFamily="2" charset="0"/>
              <a:cs typeface="Georgia"/>
            </a:endParaRPr>
          </a:p>
          <a:p>
            <a:pPr algn="l"/>
            <a:r>
              <a:rPr lang="en-US" sz="1400" b="0" i="0" dirty="0">
                <a:effectLst/>
                <a:latin typeface="Avenir Book" panose="02000503020000020003" pitchFamily="2" charset="0"/>
              </a:rPr>
              <a:t>Covers Eligible Products Extends coverage beyond </a:t>
            </a:r>
            <a:r>
              <a:rPr lang="en-US" sz="1400" dirty="0">
                <a:latin typeface="Avenir Book" panose="02000503020000020003" pitchFamily="2" charset="0"/>
              </a:rPr>
              <a:t>Cricket</a:t>
            </a:r>
            <a:r>
              <a:rPr lang="en-US" sz="1400" b="0" i="0" dirty="0">
                <a:effectLst/>
                <a:latin typeface="Avenir Book" panose="02000503020000020003" pitchFamily="2" charset="0"/>
              </a:rPr>
              <a:t>-purchased devices</a:t>
            </a:r>
          </a:p>
          <a:p>
            <a:pPr algn="l"/>
            <a:endParaRPr lang="en-US" sz="1200" dirty="0">
              <a:latin typeface="Avenir Book" panose="02000503020000020003" pitchFamily="2" charset="0"/>
              <a:cs typeface="Georgia"/>
            </a:endParaRPr>
          </a:p>
          <a:p>
            <a:pPr algn="l"/>
            <a:endParaRPr lang="en-US" sz="1200" dirty="0">
              <a:latin typeface="Avenir Book" panose="02000503020000020003" pitchFamily="2" charset="0"/>
              <a:cs typeface="Georgia"/>
            </a:endParaRPr>
          </a:p>
          <a:p>
            <a:pPr algn="l"/>
            <a:r>
              <a:rPr lang="en-US" sz="1600" dirty="0">
                <a:solidFill>
                  <a:schemeClr val="accent1"/>
                </a:solidFill>
                <a:latin typeface="Avenir Book" panose="02000503020000020003" pitchFamily="2" charset="0"/>
              </a:rPr>
              <a:t>Low-</a:t>
            </a:r>
            <a:r>
              <a:rPr lang="en-US" sz="1600" b="0" i="0" dirty="0">
                <a:solidFill>
                  <a:schemeClr val="accent1"/>
                </a:solidFill>
                <a:effectLst/>
                <a:latin typeface="Avenir Book" panose="02000503020000020003" pitchFamily="2" charset="0"/>
              </a:rPr>
              <a:t>Priority Product Features</a:t>
            </a:r>
          </a:p>
          <a:p>
            <a:pPr algn="l"/>
            <a:endParaRPr lang="en-US" sz="1200" dirty="0">
              <a:latin typeface="Avenir Book" panose="02000503020000020003" pitchFamily="2" charset="0"/>
            </a:endParaRPr>
          </a:p>
          <a:p>
            <a:pPr algn="l"/>
            <a:r>
              <a:rPr lang="en-US" sz="1400" b="0" i="0" dirty="0">
                <a:effectLst/>
                <a:latin typeface="Avenir Book" panose="02000503020000020003" pitchFamily="2" charset="0"/>
              </a:rPr>
              <a:t>ADH (Accidental Damage from Handling) – Covers spills, cracked screens, and other damage Accidental damage</a:t>
            </a:r>
          </a:p>
          <a:p>
            <a:pPr algn="l"/>
            <a:endParaRPr lang="en-US" sz="1400" dirty="0">
              <a:latin typeface="Avenir Book" panose="02000503020000020003" pitchFamily="2" charset="0"/>
            </a:endParaRPr>
          </a:p>
          <a:p>
            <a:pPr algn="l"/>
            <a:r>
              <a:rPr lang="en-US" sz="1400" b="0" i="0" dirty="0">
                <a:effectLst/>
                <a:latin typeface="Avenir Book" panose="02000503020000020003" pitchFamily="2" charset="0"/>
              </a:rPr>
              <a:t>Service Fees as Low as $0 and Never Above $99 for Approved Claims</a:t>
            </a:r>
            <a:endParaRPr lang="en-US" sz="1400" dirty="0">
              <a:latin typeface="Avenir Book" panose="02000503020000020003" pitchFamily="2" charset="0"/>
            </a:endParaRPr>
          </a:p>
          <a:p>
            <a:pPr algn="l"/>
            <a:br>
              <a:rPr lang="en-US" sz="1000" dirty="0">
                <a:latin typeface="Avenir Book" panose="02000503020000020003" pitchFamily="2" charset="0"/>
              </a:rPr>
            </a:br>
            <a:endParaRPr lang="en-US" sz="1000" dirty="0">
              <a:latin typeface="Avenir Book" panose="02000503020000020003" pitchFamily="2" charset="0"/>
              <a:cs typeface="Georgia"/>
            </a:endParaRPr>
          </a:p>
        </p:txBody>
      </p:sp>
      <p:sp>
        <p:nvSpPr>
          <p:cNvPr id="6" name="Title 12">
            <a:extLst>
              <a:ext uri="{FF2B5EF4-FFF2-40B4-BE49-F238E27FC236}">
                <a16:creationId xmlns:a16="http://schemas.microsoft.com/office/drawing/2014/main" id="{FAEE85E8-6307-D21E-160B-26A795BA0011}"/>
              </a:ext>
            </a:extLst>
          </p:cNvPr>
          <p:cNvSpPr txBox="1">
            <a:spLocks/>
          </p:cNvSpPr>
          <p:nvPr/>
        </p:nvSpPr>
        <p:spPr>
          <a:xfrm>
            <a:off x="500063" y="497747"/>
            <a:ext cx="10464785" cy="54780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0" i="0" kern="1200">
                <a:solidFill>
                  <a:schemeClr val="tx1"/>
                </a:solidFill>
                <a:latin typeface="Calibri Light" panose="020F030202020403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en-US" dirty="0">
                <a:latin typeface="Avenir Book" panose="02000503020000020003" pitchFamily="2" charset="0"/>
              </a:rPr>
              <a:t>Step 1: Personalization</a:t>
            </a:r>
          </a:p>
        </p:txBody>
      </p:sp>
    </p:spTree>
    <p:extLst>
      <p:ext uri="{BB962C8B-B14F-4D97-AF65-F5344CB8AC3E}">
        <p14:creationId xmlns:p14="http://schemas.microsoft.com/office/powerpoint/2010/main" val="40188400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F54B8-A176-209C-1A40-F63D4F710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768B43B9-A513-55D7-98EA-45E66B12E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4" y="440482"/>
            <a:ext cx="5376286" cy="547809"/>
          </a:xfrm>
        </p:spPr>
        <p:txBody>
          <a:bodyPr/>
          <a:lstStyle/>
          <a:p>
            <a:r>
              <a:rPr lang="en-US">
                <a:latin typeface="Avenir Book" panose="02000503020000020003" pitchFamily="2" charset="0"/>
              </a:rPr>
              <a:t>Step 2: Compliance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28A838-338F-6FD3-1AC6-72CDFE23FFD7}"/>
              </a:ext>
            </a:extLst>
          </p:cNvPr>
          <p:cNvSpPr txBox="1"/>
          <p:nvPr/>
        </p:nvSpPr>
        <p:spPr>
          <a:xfrm>
            <a:off x="500064" y="2270023"/>
            <a:ext cx="10635915" cy="2262158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  <a:latin typeface="Avenir Book" panose="02000503020000020003" pitchFamily="2" charset="0"/>
              </a:rPr>
              <a:t>All generated sales pitches and rebuttals are checked and rectified based on distilled rules extracted from the following documents: </a:t>
            </a:r>
          </a:p>
          <a:p>
            <a:pPr algn="ctr"/>
            <a:endParaRPr lang="en-US" sz="1600" dirty="0">
              <a:solidFill>
                <a:schemeClr val="accent1"/>
              </a:solidFill>
              <a:latin typeface="Avenir Book" panose="02000503020000020003" pitchFamily="2" charset="0"/>
            </a:endParaRPr>
          </a:p>
          <a:p>
            <a:pPr algn="ctr"/>
            <a:endParaRPr lang="en-US" sz="1600" dirty="0">
              <a:solidFill>
                <a:schemeClr val="accent1"/>
              </a:solidFill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1"/>
                </a:solidFill>
                <a:latin typeface="Avenir Book" panose="02000503020000020003" pitchFamily="2" charset="0"/>
              </a:rPr>
              <a:t>Compliance Matrix*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chemeClr val="accent1"/>
                </a:solidFill>
                <a:effectLst/>
                <a:latin typeface="Avenir Book" panose="02000503020000020003" pitchFamily="2" charset="0"/>
              </a:rPr>
              <a:t>Asurion </a:t>
            </a:r>
            <a:r>
              <a:rPr lang="en-US" sz="2000" b="0" i="0" dirty="0" err="1">
                <a:solidFill>
                  <a:schemeClr val="accent1"/>
                </a:solidFill>
                <a:effectLst/>
                <a:latin typeface="Avenir Book" panose="02000503020000020003" pitchFamily="2" charset="0"/>
              </a:rPr>
              <a:t>Homeplus</a:t>
            </a:r>
            <a:r>
              <a:rPr lang="en-US" sz="2000" b="0" i="0" dirty="0">
                <a:solidFill>
                  <a:schemeClr val="accent1"/>
                </a:solidFill>
                <a:effectLst/>
                <a:latin typeface="Avenir Book" panose="02000503020000020003" pitchFamily="2" charset="0"/>
              </a:rPr>
              <a:t> Terms and Conditions for Partners**</a:t>
            </a:r>
          </a:p>
          <a:p>
            <a:pPr algn="l"/>
            <a:endParaRPr lang="en-US" sz="1200" dirty="0">
              <a:latin typeface="Avenir Book" panose="02000503020000020003" pitchFamily="2" charset="0"/>
            </a:endParaRPr>
          </a:p>
          <a:p>
            <a:pPr algn="l"/>
            <a:br>
              <a:rPr lang="en-US" sz="1000" dirty="0">
                <a:latin typeface="Avenir Book" panose="02000503020000020003" pitchFamily="2" charset="0"/>
              </a:rPr>
            </a:br>
            <a:endParaRPr lang="en-US" sz="1000" dirty="0">
              <a:latin typeface="Avenir Book" panose="02000503020000020003" pitchFamily="2" charset="0"/>
              <a:cs typeface="Georg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7FB946-1446-D4F8-84AD-9BEF7F4B2100}"/>
              </a:ext>
            </a:extLst>
          </p:cNvPr>
          <p:cNvSpPr txBox="1"/>
          <p:nvPr/>
        </p:nvSpPr>
        <p:spPr>
          <a:xfrm>
            <a:off x="8666920" y="6150656"/>
            <a:ext cx="3326232" cy="477054"/>
          </a:xfrm>
          <a:prstGeom prst="rect">
            <a:avLst/>
          </a:prstGeom>
          <a:noFill/>
        </p:spPr>
        <p:txBody>
          <a:bodyPr wrap="none" lIns="0" rIns="0" bIns="0" rtlCol="0">
            <a:spAutoFit/>
          </a:bodyPr>
          <a:lstStyle/>
          <a:p>
            <a:pPr algn="l"/>
            <a:r>
              <a:rPr lang="en-US" sz="1400">
                <a:latin typeface="Avenir Book" panose="02000503020000020003" pitchFamily="2" charset="0"/>
                <a:cs typeface="Georgia"/>
                <a:hlinkClick r:id="rId2"/>
              </a:rPr>
              <a:t>*Compliance Matrix at Sub-behavior level</a:t>
            </a:r>
            <a:endParaRPr lang="en-US" sz="1400">
              <a:latin typeface="Avenir Book" panose="02000503020000020003" pitchFamily="2" charset="0"/>
              <a:cs typeface="Georgia"/>
            </a:endParaRPr>
          </a:p>
          <a:p>
            <a:pPr algn="l"/>
            <a:r>
              <a:rPr lang="en-US" sz="1400">
                <a:latin typeface="Avenir Book" panose="02000503020000020003" pitchFamily="2" charset="0"/>
                <a:cs typeface="Georgia"/>
                <a:hlinkClick r:id="rId3"/>
              </a:rPr>
              <a:t>**Asurion Homeplus T&amp;C for Partners</a:t>
            </a:r>
            <a:endParaRPr lang="en-US" sz="1400">
              <a:latin typeface="Avenir Book" panose="02000503020000020003" pitchFamily="2" charset="0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197118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AD51E-ABB4-8ADD-6E8A-7F3ABD5E0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D87581-ED52-B63F-604F-CA2B0A807135}"/>
              </a:ext>
            </a:extLst>
          </p:cNvPr>
          <p:cNvSpPr txBox="1"/>
          <p:nvPr/>
        </p:nvSpPr>
        <p:spPr>
          <a:xfrm>
            <a:off x="6178296" y="6211384"/>
            <a:ext cx="5947141" cy="477054"/>
          </a:xfrm>
          <a:prstGeom prst="rect">
            <a:avLst/>
          </a:prstGeom>
          <a:noFill/>
        </p:spPr>
        <p:txBody>
          <a:bodyPr wrap="none" lIns="0" rIns="0" bIns="0" rtlCol="0">
            <a:spAutoFit/>
          </a:bodyPr>
          <a:lstStyle/>
          <a:p>
            <a:r>
              <a:rPr lang="en-US" sz="1400" b="1" i="0" kern="1200">
                <a:solidFill>
                  <a:schemeClr val="dk1"/>
                </a:solidFill>
                <a:effectLst/>
                <a:latin typeface="Avenir Book" panose="02000503020000020003" pitchFamily="2" charset="0"/>
                <a:ea typeface="+mn-ea"/>
                <a:cs typeface="+mn-cs"/>
              </a:rPr>
              <a:t>*Not applicable since the pitch is generated after submitting the claim</a:t>
            </a:r>
          </a:p>
          <a:p>
            <a:pPr algn="l"/>
            <a:endParaRPr lang="en-US" sz="1400">
              <a:latin typeface="Avenir Book" panose="02000503020000020003" pitchFamily="2" charset="0"/>
              <a:cs typeface="Georgia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F21B2E-CEDB-E1F1-5E3A-16A420BCC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558512"/>
              </p:ext>
            </p:extLst>
          </p:nvPr>
        </p:nvGraphicFramePr>
        <p:xfrm>
          <a:off x="2032000" y="994456"/>
          <a:ext cx="8128000" cy="451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0046332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29238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latin typeface="Avenir Book" panose="02000503020000020003" pitchFamily="2" charset="0"/>
                        </a:rPr>
                        <a:t>Out of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latin typeface="Avenir Book" panose="02000503020000020003" pitchFamily="2" charset="0"/>
                        </a:rPr>
                        <a:t>In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161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atin typeface="Avenir Book" panose="02000503020000020003" pitchFamily="2" charset="0"/>
                      </a:endParaRPr>
                    </a:p>
                    <a:p>
                      <a:pPr algn="ctr"/>
                      <a:r>
                        <a:rPr lang="en-US" sz="1400" b="1" dirty="0">
                          <a:latin typeface="Avenir Book" panose="02000503020000020003" pitchFamily="2" charset="0"/>
                        </a:rPr>
                        <a:t>T3 behaviors</a:t>
                      </a:r>
                    </a:p>
                    <a:p>
                      <a:endParaRPr lang="en-US" sz="1400" b="0" dirty="0">
                        <a:latin typeface="Avenir Book" panose="02000503020000020003" pitchFamily="2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Adding Without Consent or Failing to Allow Informed Consent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Inhibiting Customer's Ability to Complete Claim*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Obstructing or Refusing Service Completion Without the Sale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Creating/Aiding to Create an Artificial Sale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Unauthorized Collection of Customer Data for Sales Purposes</a:t>
                      </a:r>
                    </a:p>
                    <a:p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T2 behaviors</a:t>
                      </a:r>
                    </a:p>
                    <a:p>
                      <a:pPr algn="ctr"/>
                      <a:endParaRPr lang="en-US" sz="1400" b="1" i="0" kern="1200" dirty="0">
                        <a:solidFill>
                          <a:schemeClr val="dk1"/>
                        </a:solidFill>
                        <a:effectLst/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Pressure – Rebuttals </a:t>
                      </a:r>
                    </a:p>
                    <a:p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  <a:p>
                      <a:endParaRPr lang="en-US" sz="1400" b="0" dirty="0">
                        <a:latin typeface="Avenir Book" panose="02000503020000020003" pitchFamily="2" charset="0"/>
                      </a:endParaRPr>
                    </a:p>
                    <a:p>
                      <a:endParaRPr lang="en-US" sz="1400" b="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atin typeface="Avenir Book" panose="02000503020000020003" pitchFamily="2" charset="0"/>
                      </a:endParaRPr>
                    </a:p>
                    <a:p>
                      <a:pPr algn="ctr"/>
                      <a:r>
                        <a:rPr lang="en-US" sz="1400" b="1" dirty="0">
                          <a:latin typeface="Avenir Book" panose="02000503020000020003" pitchFamily="2" charset="0"/>
                        </a:rPr>
                        <a:t>T2 behaviors</a:t>
                      </a:r>
                    </a:p>
                    <a:p>
                      <a:pPr algn="ctr"/>
                      <a:endParaRPr lang="en-US" sz="1400" b="1" dirty="0">
                        <a:latin typeface="Avenir Book" panose="02000503020000020003" pitchFamily="2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Avenir Book" panose="02000503020000020003" pitchFamily="2" charset="0"/>
                        </a:rPr>
                        <a:t>Pressure – Threat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Avenir Book" panose="02000503020000020003" pitchFamily="2" charset="0"/>
                        </a:rPr>
                        <a:t>Pressure – Urgency and Exclusivity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Avenir Book" panose="02000503020000020003" pitchFamily="2" charset="0"/>
                        </a:rPr>
                        <a:t>Downgrade – Improper Comparison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dirty="0">
                          <a:latin typeface="Avenir Book" panose="02000503020000020003" pitchFamily="2" charset="0"/>
                        </a:rPr>
                        <a:t>Downgrade – Advise to cancel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Misrepresenting Disclosure Information</a:t>
                      </a:r>
                    </a:p>
                    <a:p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  <a:p>
                      <a:endParaRPr lang="en-US" sz="1400" b="0" i="0" kern="1200" dirty="0">
                        <a:solidFill>
                          <a:schemeClr val="dk1"/>
                        </a:solidFill>
                        <a:effectLst/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T1 behaviors</a:t>
                      </a:r>
                    </a:p>
                    <a:p>
                      <a:pPr algn="ctr"/>
                      <a:endParaRPr lang="en-US" sz="1400" b="1" i="0" kern="1200" dirty="0">
                        <a:solidFill>
                          <a:schemeClr val="dk1"/>
                        </a:solidFill>
                        <a:effectLst/>
                        <a:latin typeface="Avenir Book" panose="02000503020000020003" pitchFamily="2" charset="0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Avenir Book" panose="02000503020000020003" pitchFamily="2" charset="0"/>
                          <a:ea typeface="+mn-ea"/>
                          <a:cs typeface="+mn-cs"/>
                        </a:rPr>
                        <a:t>Misrepresenting Non-Disclosure Information</a:t>
                      </a:r>
                      <a:endParaRPr lang="en-US" sz="1400" b="0" dirty="0">
                        <a:latin typeface="Avenir Book" panose="02000503020000020003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2973938"/>
                  </a:ext>
                </a:extLst>
              </a:tr>
            </a:tbl>
          </a:graphicData>
        </a:graphic>
      </p:graphicFrame>
      <p:sp>
        <p:nvSpPr>
          <p:cNvPr id="8" name="Title 12">
            <a:extLst>
              <a:ext uri="{FF2B5EF4-FFF2-40B4-BE49-F238E27FC236}">
                <a16:creationId xmlns:a16="http://schemas.microsoft.com/office/drawing/2014/main" id="{BDDAC3D0-4DFF-C7E0-8BDD-743421490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624" y="334937"/>
            <a:ext cx="10024680" cy="547809"/>
          </a:xfrm>
        </p:spPr>
        <p:txBody>
          <a:bodyPr/>
          <a:lstStyle/>
          <a:p>
            <a:r>
              <a:rPr lang="en-US" dirty="0">
                <a:latin typeface="Avenir Book" panose="02000503020000020003" pitchFamily="2" charset="0"/>
              </a:rPr>
              <a:t>Compliance matrix on the generated pitches</a:t>
            </a:r>
          </a:p>
        </p:txBody>
      </p:sp>
    </p:spTree>
    <p:extLst>
      <p:ext uri="{BB962C8B-B14F-4D97-AF65-F5344CB8AC3E}">
        <p14:creationId xmlns:p14="http://schemas.microsoft.com/office/powerpoint/2010/main" val="1544629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8E6B8-1325-0291-8D31-892D9661F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CAF6FA3-320E-8F3C-A560-8F36640926EE}"/>
              </a:ext>
            </a:extLst>
          </p:cNvPr>
          <p:cNvSpPr txBox="1"/>
          <p:nvPr/>
        </p:nvSpPr>
        <p:spPr>
          <a:xfrm>
            <a:off x="536640" y="493581"/>
            <a:ext cx="10635915" cy="6117059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/>
          <a:p>
            <a:r>
              <a:rPr lang="en-US" sz="1600" b="1" dirty="0">
                <a:latin typeface="Avenir Book" panose="02000503020000020003" pitchFamily="2" charset="0"/>
              </a:rPr>
              <a:t>Plan Overview: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venir Book" panose="02000503020000020003" pitchFamily="2" charset="0"/>
              </a:rPr>
              <a:t>Plan Name:</a:t>
            </a:r>
            <a:r>
              <a:rPr lang="en-US" sz="1600" dirty="0">
                <a:latin typeface="Avenir Book" panose="02000503020000020003" pitchFamily="2" charset="0"/>
              </a:rPr>
              <a:t> Asurion </a:t>
            </a:r>
            <a:r>
              <a:rPr lang="en-US" sz="1600" dirty="0" err="1">
                <a:latin typeface="Avenir Book" panose="02000503020000020003" pitchFamily="2" charset="0"/>
              </a:rPr>
              <a:t>Homeplus</a:t>
            </a:r>
            <a:r>
              <a:rPr lang="en-US" sz="1600" dirty="0">
                <a:latin typeface="Avenir Book" panose="02000503020000020003" pitchFamily="2" charset="0"/>
              </a:rPr>
              <a:t> (Make sure that plan name is mentioned at least once)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venir Book" panose="02000503020000020003" pitchFamily="2" charset="0"/>
              </a:rPr>
              <a:t>Cost:</a:t>
            </a:r>
            <a:r>
              <a:rPr lang="en-US" sz="1600" dirty="0">
                <a:latin typeface="Avenir Book" panose="02000503020000020003" pitchFamily="2" charset="0"/>
              </a:rPr>
              <a:t> $24.99 plus applicable taxes per month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venir Book" panose="02000503020000020003" pitchFamily="2" charset="0"/>
              </a:rPr>
              <a:t>Renewal:</a:t>
            </a:r>
            <a:r>
              <a:rPr lang="en-US" sz="1600" dirty="0">
                <a:latin typeface="Avenir Book" panose="02000503020000020003" pitchFamily="2" charset="0"/>
              </a:rPr>
              <a:t> The plan automatically renews each month until canceled.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venir Book" panose="02000503020000020003" pitchFamily="2" charset="0"/>
              </a:rPr>
              <a:t>Optionality:</a:t>
            </a:r>
            <a:r>
              <a:rPr lang="en-US" sz="1600" dirty="0">
                <a:latin typeface="Avenir Book" panose="02000503020000020003" pitchFamily="2" charset="0"/>
              </a:rPr>
              <a:t> The plan is optional, and you may cancel at any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venir Book" panose="02000503020000020003" pitchFamily="2" charset="0"/>
              </a:rPr>
              <a:t>Coverage:</a:t>
            </a:r>
            <a:r>
              <a:rPr lang="en-US" sz="1600" dirty="0">
                <a:latin typeface="Avenir Book" panose="02000503020000020003" pitchFamily="2" charset="0"/>
              </a:rPr>
              <a:t> Repairs, replacements, or reimbursement on eligible home tech products.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venir Book" panose="02000503020000020003" pitchFamily="2" charset="0"/>
              </a:rPr>
              <a:t>Exclusions:</a:t>
            </a:r>
            <a:r>
              <a:rPr lang="en-US" sz="1600" dirty="0">
                <a:latin typeface="Avenir Book" panose="02000503020000020003" pitchFamily="2" charset="0"/>
              </a:rPr>
              <a:t> The plan is </a:t>
            </a:r>
            <a:r>
              <a:rPr lang="en-US" sz="1600" b="1" dirty="0">
                <a:latin typeface="Avenir Book" panose="02000503020000020003" pitchFamily="2" charset="0"/>
              </a:rPr>
              <a:t>not</a:t>
            </a:r>
            <a:r>
              <a:rPr lang="en-US" sz="1600" dirty="0">
                <a:latin typeface="Avenir Book" panose="02000503020000020003" pitchFamily="2" charset="0"/>
              </a:rPr>
              <a:t> insurance and </a:t>
            </a:r>
            <a:r>
              <a:rPr lang="en-US" sz="1600" b="1" dirty="0">
                <a:latin typeface="Avenir Book" panose="02000503020000020003" pitchFamily="2" charset="0"/>
              </a:rPr>
              <a:t>must be called a contract</a:t>
            </a:r>
            <a:r>
              <a:rPr lang="en-US" sz="1600" dirty="0">
                <a:latin typeface="Avenir Book" panose="02000503020000020003" pitchFamily="2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venir Book" panose="02000503020000020003" pitchFamily="2" charset="0"/>
              </a:rPr>
              <a:t>Effective Coverage Date:</a:t>
            </a:r>
            <a:r>
              <a:rPr lang="en-US" sz="1600" dirty="0">
                <a:latin typeface="Avenir Book" panose="02000503020000020003" pitchFamily="2" charset="0"/>
              </a:rPr>
              <a:t> Tech support is available on </a:t>
            </a:r>
            <a:r>
              <a:rPr lang="en-US" sz="1600" b="1" dirty="0">
                <a:latin typeface="Avenir Book" panose="02000503020000020003" pitchFamily="2" charset="0"/>
              </a:rPr>
              <a:t>Day 1</a:t>
            </a:r>
            <a:r>
              <a:rPr lang="en-US" sz="1600" dirty="0">
                <a:latin typeface="Avenir Book" panose="02000503020000020003" pitchFamily="2" charset="0"/>
              </a:rPr>
              <a:t>, while all other coverage starts </a:t>
            </a:r>
            <a:r>
              <a:rPr lang="en-US" sz="1600" b="1" dirty="0">
                <a:latin typeface="Avenir Book" panose="02000503020000020003" pitchFamily="2" charset="0"/>
              </a:rPr>
              <a:t>on Day 31</a:t>
            </a:r>
            <a:r>
              <a:rPr lang="en-US" sz="1600" dirty="0">
                <a:latin typeface="Avenir Book" panose="02000503020000020003" pitchFamily="2" charset="0"/>
              </a:rPr>
              <a:t>. </a:t>
            </a:r>
            <a:r>
              <a:rPr lang="en-US" sz="1600" b="1" dirty="0">
                <a:latin typeface="Avenir Book" panose="02000503020000020003" pitchFamily="2" charset="0"/>
              </a:rPr>
              <a:t>Pre-existing conditions are not covered.</a:t>
            </a:r>
            <a:endParaRPr lang="en-US" sz="1600" dirty="0">
              <a:latin typeface="Avenir Book" panose="02000503020000020003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venir Book" panose="02000503020000020003" pitchFamily="2" charset="0"/>
              </a:rPr>
              <a:t>Service Fees:</a:t>
            </a:r>
            <a:r>
              <a:rPr lang="en-US" sz="1600" dirty="0">
                <a:latin typeface="Avenir Book" panose="02000503020000020003" pitchFamily="2" charset="0"/>
              </a:rPr>
              <a:t> Up to </a:t>
            </a:r>
            <a:r>
              <a:rPr lang="en-US" sz="1600" b="1" dirty="0">
                <a:latin typeface="Avenir Book" panose="02000503020000020003" pitchFamily="2" charset="0"/>
              </a:rPr>
              <a:t>$99 plus tax</a:t>
            </a:r>
            <a:r>
              <a:rPr lang="en-US" sz="1600" dirty="0">
                <a:latin typeface="Avenir Book" panose="02000503020000020003" pitchFamily="2" charset="0"/>
              </a:rPr>
              <a:t> per approved claim.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venir Book" panose="02000503020000020003" pitchFamily="2" charset="0"/>
              </a:rPr>
              <a:t>Claim Limits:</a:t>
            </a:r>
            <a:r>
              <a:rPr lang="en-US" sz="1600" dirty="0">
                <a:latin typeface="Avenir Book" panose="02000503020000020003" pitchFamily="2" charset="0"/>
              </a:rPr>
              <a:t> Up to </a:t>
            </a:r>
            <a:r>
              <a:rPr lang="en-US" sz="1600" b="1" dirty="0">
                <a:latin typeface="Avenir Book" panose="02000503020000020003" pitchFamily="2" charset="0"/>
              </a:rPr>
              <a:t>$2,000 per claim</a:t>
            </a:r>
            <a:r>
              <a:rPr lang="en-US" sz="1600" dirty="0">
                <a:latin typeface="Avenir Book" panose="02000503020000020003" pitchFamily="2" charset="0"/>
              </a:rPr>
              <a:t> and </a:t>
            </a:r>
            <a:r>
              <a:rPr lang="en-US" sz="1600" b="1" dirty="0">
                <a:latin typeface="Avenir Book" panose="02000503020000020003" pitchFamily="2" charset="0"/>
              </a:rPr>
              <a:t>$5,000 aggregate in a rolling 12-month period.</a:t>
            </a:r>
            <a:endParaRPr lang="en-US" sz="1600" dirty="0">
              <a:latin typeface="Avenir Book" panose="02000503020000020003" pitchFamily="2" charset="0"/>
            </a:endParaRPr>
          </a:p>
          <a:p>
            <a:endParaRPr lang="en-US" sz="1600" b="1" dirty="0">
              <a:latin typeface="Avenir Book" panose="02000503020000020003" pitchFamily="2" charset="0"/>
            </a:endParaRPr>
          </a:p>
          <a:p>
            <a:r>
              <a:rPr lang="en-US" sz="1600" b="1" dirty="0">
                <a:latin typeface="Avenir Book" panose="02000503020000020003" pitchFamily="2" charset="0"/>
              </a:rPr>
              <a:t>Instructions: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 pitchFamily="2" charset="0"/>
              </a:rPr>
              <a:t>Evaluate the given sales pitch, sentence(s), or bullet points to ensure compliance.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venir Book" panose="02000503020000020003" pitchFamily="2" charset="0"/>
              </a:rPr>
              <a:t>Ensure the correct terminology is used</a:t>
            </a:r>
            <a:r>
              <a:rPr lang="en-US" sz="1600" dirty="0">
                <a:latin typeface="Avenir Book" panose="02000503020000020003" pitchFamily="2" charset="0"/>
              </a:rPr>
              <a:t> (e.g., </a:t>
            </a:r>
            <a:r>
              <a:rPr lang="en-US" sz="1600" b="1" dirty="0">
                <a:latin typeface="Avenir Book" panose="02000503020000020003" pitchFamily="2" charset="0"/>
              </a:rPr>
              <a:t>"eligible products” or “eligible home tech”</a:t>
            </a:r>
            <a:r>
              <a:rPr lang="en-US" sz="1600" dirty="0">
                <a:latin typeface="Avenir Book" panose="02000503020000020003" pitchFamily="2" charset="0"/>
              </a:rPr>
              <a:t> instead of just "products" or "devices").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Avenir Book" panose="02000503020000020003" pitchFamily="2" charset="0"/>
              </a:rPr>
              <a:t>Verify that all claims regarding </a:t>
            </a:r>
            <a:r>
              <a:rPr lang="en-US" sz="1600" b="1" dirty="0">
                <a:latin typeface="Avenir Book" panose="02000503020000020003" pitchFamily="2" charset="0"/>
              </a:rPr>
              <a:t>coverage, service fees, limitations, and exclusions are accurate</a:t>
            </a:r>
            <a:r>
              <a:rPr lang="en-US" sz="1600" dirty="0">
                <a:latin typeface="Avenir Book" panose="02000503020000020003" pitchFamily="2" charset="0"/>
              </a:rPr>
              <a:t> per the plan terms.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venir Book" panose="02000503020000020003" pitchFamily="2" charset="0"/>
              </a:rPr>
              <a:t>Do not add unnecessary details but</a:t>
            </a:r>
            <a:r>
              <a:rPr lang="en-US" sz="1600" dirty="0">
                <a:latin typeface="Avenir Book" panose="02000503020000020003" pitchFamily="2" charset="0"/>
              </a:rPr>
              <a:t> make modifications to ensure compliance.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venir Book" panose="02000503020000020003" pitchFamily="2" charset="0"/>
              </a:rPr>
              <a:t>If a device type is mentioned</a:t>
            </a:r>
            <a:r>
              <a:rPr lang="en-US" sz="1600" dirty="0">
                <a:latin typeface="Avenir Book" panose="02000503020000020003" pitchFamily="2" charset="0"/>
              </a:rPr>
              <a:t>, ensure it is part of the covered product list and accurately represented in terms of protection (e.g., </a:t>
            </a:r>
            <a:r>
              <a:rPr lang="en-US" sz="1600" b="1" dirty="0">
                <a:latin typeface="Avenir Book" panose="02000503020000020003" pitchFamily="2" charset="0"/>
              </a:rPr>
              <a:t>TVs are not covered for ADH</a:t>
            </a:r>
            <a:r>
              <a:rPr lang="en-US" sz="1600" dirty="0">
                <a:latin typeface="Avenir Book" panose="02000503020000020003" pitchFamily="2" charset="0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latin typeface="Avenir Book" panose="02000503020000020003" pitchFamily="2" charset="0"/>
              </a:rPr>
              <a:t>Repairs, replacements, or reimbursement must always be mentioned together</a:t>
            </a:r>
            <a:r>
              <a:rPr lang="en-US" sz="1600" dirty="0">
                <a:latin typeface="Avenir Book" panose="02000503020000020003" pitchFamily="2" charset="0"/>
              </a:rPr>
              <a:t> if referring to covered service outcomes.</a:t>
            </a:r>
          </a:p>
          <a:p>
            <a:endParaRPr lang="en-US" sz="1600" dirty="0">
              <a:latin typeface="Avenir Book" panose="02000503020000020003" pitchFamily="2" charset="0"/>
            </a:endParaRPr>
          </a:p>
          <a:p>
            <a:pPr algn="l"/>
            <a:endParaRPr lang="en-US" sz="1050" dirty="0">
              <a:latin typeface="Avenir Book" panose="02000503020000020003" pitchFamily="2" charset="0"/>
            </a:endParaRPr>
          </a:p>
          <a:p>
            <a:pPr algn="l"/>
            <a:br>
              <a:rPr lang="en-US" sz="800" dirty="0">
                <a:latin typeface="Avenir Book" panose="02000503020000020003" pitchFamily="2" charset="0"/>
              </a:rPr>
            </a:br>
            <a:endParaRPr lang="en-US" sz="800" dirty="0">
              <a:latin typeface="Avenir Book" panose="02000503020000020003" pitchFamily="2" charset="0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820778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C748C-0AD6-8E06-F90D-1DE950825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474EB8-1E0E-F9A4-577B-24608AD130FF}"/>
              </a:ext>
            </a:extLst>
          </p:cNvPr>
          <p:cNvSpPr txBox="1"/>
          <p:nvPr/>
        </p:nvSpPr>
        <p:spPr>
          <a:xfrm>
            <a:off x="664656" y="1033077"/>
            <a:ext cx="10635915" cy="4231928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Avenir Book" panose="02000503020000020003" pitchFamily="2" charset="0"/>
              </a:rPr>
              <a:t>Accidental Damage from Handling (ADH) </a:t>
            </a:r>
            <a:r>
              <a:rPr lang="en-US" sz="1600" dirty="0">
                <a:latin typeface="Avenir Book" panose="02000503020000020003" pitchFamily="2" charset="0"/>
              </a:rPr>
              <a:t>is covered only for the following eligible devices: </a:t>
            </a:r>
          </a:p>
          <a:p>
            <a:r>
              <a:rPr lang="en-US" sz="1600" dirty="0">
                <a:latin typeface="Avenir Book" panose="02000503020000020003" pitchFamily="2" charset="0"/>
              </a:rPr>
              <a:t>laptops, tablets, portable DVD/Blu-ray players, portable handheld gaming devices, wearables, audio headsets, virtual reality headsets, and printer display screens.</a:t>
            </a:r>
          </a:p>
          <a:p>
            <a:endParaRPr lang="en-US" sz="1600" dirty="0">
              <a:latin typeface="Avenir Book" panose="02000503020000020003" pitchFamily="2" charset="0"/>
            </a:endParaRPr>
          </a:p>
          <a:p>
            <a:endParaRPr lang="en-US" sz="1600" dirty="0">
              <a:latin typeface="Avenir Book" panose="02000503020000020003" pitchFamily="2" charset="0"/>
            </a:endParaRPr>
          </a:p>
          <a:p>
            <a:r>
              <a:rPr lang="en-US" sz="1600" dirty="0">
                <a:latin typeface="Avenir Book" panose="02000503020000020003" pitchFamily="2" charset="0"/>
              </a:rPr>
              <a:t>A service fee applies for each approved claim as follows:</a:t>
            </a:r>
            <a:br>
              <a:rPr lang="en-US" sz="1600" dirty="0">
                <a:latin typeface="Avenir Book" panose="02000503020000020003" pitchFamily="2" charset="0"/>
              </a:rPr>
            </a:br>
            <a:r>
              <a:rPr lang="en-US" sz="1600" dirty="0">
                <a:solidFill>
                  <a:schemeClr val="accent1"/>
                </a:solidFill>
                <a:latin typeface="Avenir Book" panose="02000503020000020003" pitchFamily="2" charset="0"/>
              </a:rPr>
              <a:t>$99 Service Fee (plus tax) for: </a:t>
            </a:r>
          </a:p>
          <a:p>
            <a:r>
              <a:rPr lang="en-US" sz="1600" dirty="0">
                <a:latin typeface="Avenir Book" panose="02000503020000020003" pitchFamily="2" charset="0"/>
              </a:rPr>
              <a:t>desktops, laptops, and tablets (PCs), printers, televisions, gaming systems, home theater systems, Bluetooth and Wi-Fi-enabled speakers, virtual reality headsets, and smartwatches.</a:t>
            </a:r>
          </a:p>
          <a:p>
            <a:endParaRPr lang="en-US" sz="1600" dirty="0">
              <a:latin typeface="Avenir Book" panose="02000503020000020003" pitchFamily="2" charset="0"/>
            </a:endParaRPr>
          </a:p>
          <a:p>
            <a:r>
              <a:rPr lang="en-US" sz="1600" dirty="0">
                <a:solidFill>
                  <a:schemeClr val="accent1"/>
                </a:solidFill>
                <a:latin typeface="Avenir Book" panose="02000503020000020003" pitchFamily="2" charset="0"/>
              </a:rPr>
              <a:t>$49 Service Fee (plus tax) for: </a:t>
            </a:r>
          </a:p>
          <a:p>
            <a:r>
              <a:rPr lang="en-US" sz="1600" dirty="0">
                <a:latin typeface="Avenir Book" panose="02000503020000020003" pitchFamily="2" charset="0"/>
              </a:rPr>
              <a:t>smart door locks, smart home security cameras, smart thermostats, smart video doorbells, audio headsets, and health and fitness bands.</a:t>
            </a:r>
          </a:p>
          <a:p>
            <a:endParaRPr lang="en-US" sz="1600" dirty="0">
              <a:latin typeface="Avenir Book" panose="02000503020000020003" pitchFamily="2" charset="0"/>
            </a:endParaRPr>
          </a:p>
          <a:p>
            <a:r>
              <a:rPr lang="en-US" sz="1600" dirty="0">
                <a:solidFill>
                  <a:schemeClr val="accent1"/>
                </a:solidFill>
                <a:latin typeface="Avenir Book" panose="02000503020000020003" pitchFamily="2" charset="0"/>
              </a:rPr>
              <a:t>No Service Fee applies to:</a:t>
            </a:r>
          </a:p>
          <a:p>
            <a:r>
              <a:rPr lang="en-US" sz="1600" dirty="0">
                <a:latin typeface="Avenir Book" panose="02000503020000020003" pitchFamily="2" charset="0"/>
              </a:rPr>
              <a:t>standalone routers, external hard drives, original remote controls, PC or gaming system accessories, DVD players, streaming devices, smart device hubs, smart light dimmers, and smart smoke and carbon monoxide detectors.</a:t>
            </a:r>
          </a:p>
        </p:txBody>
      </p:sp>
    </p:spTree>
    <p:extLst>
      <p:ext uri="{BB962C8B-B14F-4D97-AF65-F5344CB8AC3E}">
        <p14:creationId xmlns:p14="http://schemas.microsoft.com/office/powerpoint/2010/main" val="4256968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2C3DC-A82D-F622-0653-A8326AE46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2C7673-869D-E333-28F6-FBB550872E40}"/>
              </a:ext>
            </a:extLst>
          </p:cNvPr>
          <p:cNvSpPr txBox="1"/>
          <p:nvPr/>
        </p:nvSpPr>
        <p:spPr>
          <a:xfrm>
            <a:off x="536640" y="548445"/>
            <a:ext cx="10635915" cy="5278368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Avenir Book" panose="02000503020000020003" pitchFamily="2" charset="0"/>
              </a:rPr>
              <a:t> What is Not Covered</a:t>
            </a:r>
          </a:p>
          <a:p>
            <a:endParaRPr lang="en-US" sz="1600" dirty="0">
              <a:latin typeface="Avenir Book" panose="02000503020000020003" pitchFamily="2" charset="0"/>
            </a:endParaRPr>
          </a:p>
          <a:p>
            <a:r>
              <a:rPr lang="en-US" sz="1600" dirty="0">
                <a:latin typeface="Avenir Book" panose="02000503020000020003" pitchFamily="2" charset="0"/>
              </a:rPr>
              <a:t>      •	Pre-existing conditions at enrollment.</a:t>
            </a:r>
          </a:p>
          <a:p>
            <a:r>
              <a:rPr lang="en-US" sz="1600" dirty="0">
                <a:latin typeface="Avenir Book" panose="02000503020000020003" pitchFamily="2" charset="0"/>
              </a:rPr>
              <a:t>      •	Cosmetic defects or non-operational components.</a:t>
            </a:r>
          </a:p>
          <a:p>
            <a:r>
              <a:rPr lang="en-US" sz="1600" dirty="0">
                <a:latin typeface="Avenir Book" panose="02000503020000020003" pitchFamily="2" charset="0"/>
              </a:rPr>
              <a:t>      •	Improper installation, unauthorized modifications, or use beyond manufacturer specifications.</a:t>
            </a:r>
          </a:p>
          <a:p>
            <a:r>
              <a:rPr lang="en-US" sz="1600" dirty="0">
                <a:latin typeface="Avenir Book" panose="02000503020000020003" pitchFamily="2" charset="0"/>
              </a:rPr>
              <a:t>      •	Consequential damages, loss of data, theft, or custom-built products.</a:t>
            </a:r>
          </a:p>
          <a:p>
            <a:r>
              <a:rPr lang="en-US" sz="1600" dirty="0">
                <a:latin typeface="Avenir Book" panose="02000503020000020003" pitchFamily="2" charset="0"/>
              </a:rPr>
              <a:t>      •	Preventative maintenance, software repairs, products without serial numbers, and products outside the U.S.</a:t>
            </a:r>
          </a:p>
          <a:p>
            <a:r>
              <a:rPr lang="en-US" sz="1600" dirty="0">
                <a:latin typeface="Avenir Book" panose="02000503020000020003" pitchFamily="2" charset="0"/>
              </a:rPr>
              <a:t>      •	Products connected to Cricket’s insurance or protection plans.</a:t>
            </a:r>
          </a:p>
          <a:p>
            <a:endParaRPr lang="en-US" sz="1600" dirty="0">
              <a:latin typeface="Avenir Book" panose="02000503020000020003" pitchFamily="2" charset="0"/>
            </a:endParaRPr>
          </a:p>
          <a:p>
            <a:endParaRPr lang="en-US" sz="1600" dirty="0">
              <a:latin typeface="Avenir Book" panose="02000503020000020003" pitchFamily="2" charset="0"/>
            </a:endParaRPr>
          </a:p>
          <a:p>
            <a:r>
              <a:rPr lang="en-US" dirty="0">
                <a:solidFill>
                  <a:schemeClr val="accent1"/>
                </a:solidFill>
                <a:latin typeface="Avenir Book" panose="02000503020000020003" pitchFamily="2" charset="0"/>
              </a:rPr>
              <a:t>Things not to do: </a:t>
            </a:r>
          </a:p>
          <a:p>
            <a:endParaRPr lang="en-US" dirty="0">
              <a:latin typeface="Avenir Book" panose="02000503020000020003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Do not create an impression that charges do not begin on the day of enrollment</a:t>
            </a:r>
            <a:endParaRPr lang="en-US" sz="1600" dirty="0">
              <a:latin typeface="Avenir Book" panose="02000503020000020003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Do not advise the customer the plan is "no contract”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Do not offer coverage for multiple households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 or more than one address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Do not 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compare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the current plan that the customer has to our </a:t>
            </a:r>
            <a:r>
              <a:rPr lang="en-US" sz="1600" b="0" i="0" dirty="0" err="1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homeplus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Avenir Book" panose="02000503020000020003" pitchFamily="2" charset="0"/>
              </a:rPr>
              <a:t>p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lan, in the context of implying that one could replace the other.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Avenir Book" panose="02000503020000020003" pitchFamily="2" charset="0"/>
              </a:rPr>
              <a:t>Do not advise the customer to drop their existing Asurion/client plan or 'consolidate' in exchange of the CH plan the expert is selling.</a:t>
            </a:r>
            <a:endParaRPr lang="en-US" sz="1600" dirty="0">
              <a:latin typeface="Avenir Book" panose="02000503020000020003" pitchFamily="2" charset="0"/>
            </a:endParaRPr>
          </a:p>
          <a:p>
            <a:endParaRPr lang="en-US" sz="1600" dirty="0">
              <a:latin typeface="Avenir Book" panose="02000503020000020003" pitchFamily="2" charset="0"/>
            </a:endParaRPr>
          </a:p>
          <a:p>
            <a:endParaRPr lang="en-US" sz="1600" dirty="0">
              <a:latin typeface="Avenir Book" panose="020005030200000200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90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CDDBD-C72C-8251-51DE-D623F9658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5A001-7ECB-A403-757C-631039C51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90D8A6-F7B7-C8FA-F14E-B099E3935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rgbClr val="231F20"/>
                </a:solidFill>
              </a:rPr>
              <a:t>Asurion_Internal_Use_Only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AB937-BB85-455D-E02E-6E34053CD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ACAB3-CA36-4966-8A1D-076772D39D8D}" type="slidenum">
              <a:rPr lang="en-US" smtClean="0">
                <a:solidFill>
                  <a:srgbClr val="231F20"/>
                </a:solidFill>
              </a:rPr>
              <a:pPr/>
              <a:t>12</a:t>
            </a:fld>
            <a:endParaRPr lang="en-US">
              <a:solidFill>
                <a:srgbClr val="231F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404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Asurion Master Template - May 19">
  <a:themeElements>
    <a:clrScheme name="Asurion Colors 1_1 1">
      <a:dk1>
        <a:srgbClr val="000000"/>
      </a:dk1>
      <a:lt1>
        <a:srgbClr val="FFFFFF"/>
      </a:lt1>
      <a:dk2>
        <a:srgbClr val="000000"/>
      </a:dk2>
      <a:lt2>
        <a:srgbClr val="333F48"/>
      </a:lt2>
      <a:accent1>
        <a:srgbClr val="8223D2"/>
      </a:accent1>
      <a:accent2>
        <a:srgbClr val="6B8BFF"/>
      </a:accent2>
      <a:accent3>
        <a:srgbClr val="6EFAC3"/>
      </a:accent3>
      <a:accent4>
        <a:srgbClr val="A5AAAF"/>
      </a:accent4>
      <a:accent5>
        <a:srgbClr val="E6E6EB"/>
      </a:accent5>
      <a:accent6>
        <a:srgbClr val="D2FA46"/>
      </a:accent6>
      <a:hlink>
        <a:srgbClr val="002D72"/>
      </a:hlink>
      <a:folHlink>
        <a:srgbClr val="41B6E6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dirty="0" err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/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bIns="0" rtlCol="0">
        <a:spAutoFit/>
      </a:bodyPr>
      <a:lstStyle>
        <a:defPPr algn="l">
          <a:defRPr sz="1000" dirty="0">
            <a:cs typeface="Georgi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surion PPT Template_RA 6.3_v3.pptx" id="{642F767F-F08B-4470-A11B-354C44FF685B}" vid="{FD1803EF-546D-4F44-98F3-4EBFC98D68D9}"/>
    </a:ext>
  </a:extLst>
</a:theme>
</file>

<file path=ppt/theme/theme2.xml><?xml version="1.0" encoding="utf-8"?>
<a:theme xmlns:a="http://schemas.openxmlformats.org/drawingml/2006/main" name="1_Asurion Master Template - May 19">
  <a:themeElements>
    <a:clrScheme name="Asurion">
      <a:dk1>
        <a:srgbClr val="000000"/>
      </a:dk1>
      <a:lt1>
        <a:srgbClr val="FFFFFF"/>
      </a:lt1>
      <a:dk2>
        <a:srgbClr val="323C46"/>
      </a:dk2>
      <a:lt2>
        <a:srgbClr val="A5AAAF"/>
      </a:lt2>
      <a:accent1>
        <a:srgbClr val="8223D2"/>
      </a:accent1>
      <a:accent2>
        <a:srgbClr val="6469E1"/>
      </a:accent2>
      <a:accent3>
        <a:srgbClr val="6EFAC3"/>
      </a:accent3>
      <a:accent4>
        <a:srgbClr val="D2FA46"/>
      </a:accent4>
      <a:accent5>
        <a:srgbClr val="000000"/>
      </a:accent5>
      <a:accent6>
        <a:srgbClr val="A5AAAF"/>
      </a:accent6>
      <a:hlink>
        <a:srgbClr val="6469E1"/>
      </a:hlink>
      <a:folHlink>
        <a:srgbClr val="8223D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dirty="0" err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/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bIns="0" rtlCol="0">
        <a:spAutoFit/>
      </a:bodyPr>
      <a:lstStyle>
        <a:defPPr algn="l">
          <a:defRPr sz="1000" dirty="0">
            <a:cs typeface="Georgi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surion PPT Template_RA 6.3_v3.pptx" id="{642F767F-F08B-4470-A11B-354C44FF685B}" vid="{FD1803EF-546D-4F44-98F3-4EBFC98D68D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b80b92f-9448-407d-bb92-436ea878fe95}" enabled="1" method="Privileged" siteId="{64e5ad32-cb04-44df-8896-bed5d779242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3742</TotalTime>
  <Words>1771</Words>
  <Application>Microsoft Macintosh PowerPoint</Application>
  <PresentationFormat>Widescreen</PresentationFormat>
  <Paragraphs>221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Avenir Book</vt:lpstr>
      <vt:lpstr>Calibri</vt:lpstr>
      <vt:lpstr>Calibri Light</vt:lpstr>
      <vt:lpstr>Georgia</vt:lpstr>
      <vt:lpstr>Asurion Master Template - May 19</vt:lpstr>
      <vt:lpstr>1_Asurion Master Template - May 19</vt:lpstr>
      <vt:lpstr>Cricket Protection: GAI Pilot</vt:lpstr>
      <vt:lpstr>PowerPoint Presentation</vt:lpstr>
      <vt:lpstr>PowerPoint Presentation</vt:lpstr>
      <vt:lpstr>PowerPoint Presentation</vt:lpstr>
      <vt:lpstr>PowerPoint Presentation</vt:lpstr>
      <vt:lpstr>Product features used to generate personalized offer</vt:lpstr>
      <vt:lpstr>Step 2: Compliance</vt:lpstr>
      <vt:lpstr>Compliance matrix on the generated pitches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 until churn parts us</dc:title>
  <dc:creator>Srinivasan, Venkata Subramanian</dc:creator>
  <cp:lastModifiedBy>Srinivasan, Venkata Subramanian</cp:lastModifiedBy>
  <cp:revision>2</cp:revision>
  <dcterms:created xsi:type="dcterms:W3CDTF">2021-11-11T19:37:18Z</dcterms:created>
  <dcterms:modified xsi:type="dcterms:W3CDTF">2025-03-01T05:57:22Z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176fefe-83de-4b32-859d-542d6c2f6125_Enabled">
    <vt:lpwstr>true</vt:lpwstr>
  </property>
  <property fmtid="{D5CDD505-2E9C-101B-9397-08002B2CF9AE}" pid="3" name="MSIP_Label_d176fefe-83de-4b32-859d-542d6c2f6125_SetDate">
    <vt:lpwstr>2021-11-11T19:37:20Z</vt:lpwstr>
  </property>
  <property fmtid="{D5CDD505-2E9C-101B-9397-08002B2CF9AE}" pid="4" name="MSIP_Label_d176fefe-83de-4b32-859d-542d6c2f6125_Method">
    <vt:lpwstr>Standard</vt:lpwstr>
  </property>
  <property fmtid="{D5CDD505-2E9C-101B-9397-08002B2CF9AE}" pid="5" name="MSIP_Label_d176fefe-83de-4b32-859d-542d6c2f6125_Name">
    <vt:lpwstr>General</vt:lpwstr>
  </property>
  <property fmtid="{D5CDD505-2E9C-101B-9397-08002B2CF9AE}" pid="6" name="MSIP_Label_d176fefe-83de-4b32-859d-542d6c2f6125_SiteId">
    <vt:lpwstr>64e5ad32-cb04-44df-8896-bed5d7792429</vt:lpwstr>
  </property>
  <property fmtid="{D5CDD505-2E9C-101B-9397-08002B2CF9AE}" pid="7" name="MSIP_Label_d176fefe-83de-4b32-859d-542d6c2f6125_ActionId">
    <vt:lpwstr>aa5cc2f5-6ed4-4026-bf8e-fa736f0d1d46</vt:lpwstr>
  </property>
  <property fmtid="{D5CDD505-2E9C-101B-9397-08002B2CF9AE}" pid="8" name="MSIP_Label_d176fefe-83de-4b32-859d-542d6c2f6125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Asurion_Internal_Use_Only</vt:lpwstr>
  </property>
</Properties>
</file>